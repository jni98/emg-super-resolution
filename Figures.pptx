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714" r:id="rId6"/>
    <p:sldMasterId id="2147483735" r:id="rId7"/>
    <p:sldMasterId id="2147483756" r:id="rId8"/>
  </p:sldMasterIdLst>
  <p:notesMasterIdLst>
    <p:notesMasterId r:id="rId22"/>
  </p:notesMasterIdLst>
  <p:handoutMasterIdLst>
    <p:handoutMasterId r:id="rId23"/>
  </p:handoutMasterIdLst>
  <p:sldIdLst>
    <p:sldId id="259" r:id="rId9"/>
    <p:sldId id="264" r:id="rId10"/>
    <p:sldId id="277" r:id="rId11"/>
    <p:sldId id="270" r:id="rId12"/>
    <p:sldId id="272" r:id="rId13"/>
    <p:sldId id="278" r:id="rId14"/>
    <p:sldId id="279" r:id="rId15"/>
    <p:sldId id="282" r:id="rId16"/>
    <p:sldId id="275" r:id="rId17"/>
    <p:sldId id="265" r:id="rId18"/>
    <p:sldId id="262" r:id="rId19"/>
    <p:sldId id="263" r:id="rId20"/>
    <p:sldId id="267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735"/>
    <a:srgbClr val="C75B4C"/>
    <a:srgbClr val="5DC08A"/>
    <a:srgbClr val="2B9861"/>
    <a:srgbClr val="EFA78D"/>
    <a:srgbClr val="8C9FB1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3595" autoAdjust="0"/>
  </p:normalViewPr>
  <p:slideViewPr>
    <p:cSldViewPr snapToGrid="0" showGuides="1">
      <p:cViewPr varScale="1">
        <p:scale>
          <a:sx n="77" d="100"/>
          <a:sy n="77" d="100"/>
        </p:scale>
        <p:origin x="850" y="82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27.06.2024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27.06.2024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66" name="Grafik 3">
            <a:extLst>
              <a:ext uri="{FF2B5EF4-FFF2-40B4-BE49-F238E27FC236}">
                <a16:creationId xmlns:a16="http://schemas.microsoft.com/office/drawing/2014/main" id="{F5E57E6A-8A0A-4611-8D20-6EFE128A3061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BAC0EB9-6745-4BC9-B62C-D0408639044C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AE05F4DA-8875-4531-A3E1-9A9253C9B8C8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79262BF-E867-4B8D-A5D9-C05986D4B5C4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88B175E-3332-4F42-85CC-4D3CB1CDD67E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D3EE7E7-656D-44D0-A8E5-902F51365AD8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EB7CDC62-6D84-4879-90B2-CED3047AB955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F2EB24-4BA2-4855-BA15-2013AD15DE4C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56783BA-4BD9-456A-8E1F-DB395FAA4C27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A0A9AC4-4291-4429-A5E6-F9B02DA18E3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700BB3D-17DE-4AA7-9481-48C5BCF0CC6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2ACBC44E-27C1-408A-8EDD-F5913EFE6DB7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6905261-35BC-4E75-8193-766751D592A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F18B191E-54AD-4B1D-BCB0-A06E5A2804B1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CC01031B-1E3F-4B3F-8836-7B4C5789BBE3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30AFC32A-2C37-44C1-A1BB-2B0FC87FC6BE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D64DA7C-9D36-4399-80F0-718B75D53D4B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0884CE5-F60B-43FE-B570-CB0ED9ED2C0D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75BDE08-0A10-4A88-BFA6-8D059D2D02BB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2AB79C9-E3ED-4783-B671-5DB9D4288B46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113C232E-3E76-4078-8B81-B0E5AF404A15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82E9C18-DF8B-4CF7-9A49-42E90EFB55C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0445EFA6-D834-4337-BBD2-4534F841B54A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B6F9751-691D-4E48-94C1-0433183ECAF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FB40E5-F34D-4DF1-8178-3897A0349504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4A4C5803-4DBD-4AD9-99C1-243F55AFB06B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B9CC2AEB-7490-46DA-8359-E39B4D84B91C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F19BD1A3-4D27-469F-816F-F68E68ABC4C4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8E51CDB-CB01-422A-8B6E-58BCF880AD93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E33B8C0-9214-48E9-B389-6B44159931EF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179B9FE-AD40-45DF-AFAF-9A549A0A81BC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183F8D-EEE0-4CB3-ADF3-C13D2EDB85CE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DEF7A6F6-7697-44F1-AB8D-7381F17E2CAB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0A9FABD-4F3B-45E8-960F-F01F361FB27A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656E7268-0DA0-4990-9B9D-54FEE7EA853A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CBBBFDE1-93E6-4EA6-9641-358A19EB8BFD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BD6739E-66DE-4C5B-B2DD-23621B7F259F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54618B59-5213-46E5-878B-7FE5CF774D55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E48E0C61-CBC6-4D6B-9C7F-9C401E2F776A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4A078B44-E6FF-45AF-9463-415791E9E2B2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B8DF66C6-B271-49B7-A3C2-F924D0C2BAE3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D1A344C-4F81-480A-86DA-471DAC72211F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01FBA49C-9EC1-4B1A-BDC7-8C5BAA4A7D55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B005168-C214-411A-9B4B-10EE20B40413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61F30758-DF57-4F7C-A3BB-778F50AB2271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32F9211C-663D-42E6-A6B3-A0F6AF121255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C8DBE9A1-1B20-4779-B1AA-B1E13D2478BB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69FE9E73-4E3B-4C25-85EC-17FA1D2289A3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717AC0E0-ED3B-4A45-9517-685FC623E89C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AE7EF3E2-3EEA-496B-8061-462FA9487D09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5292C6F-4FDB-4207-9DD9-3F96570C8F1B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7D7DFA3-D584-4F02-BCFD-1124EC87E1DF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361EFEEA-62B2-4FA2-B991-E6318A38C981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0A67168-F32D-4D4D-A00C-917CD9297BE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99096E6E-B984-4028-B47B-1EA912394AC6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50AFA9AA-F478-4623-B334-3BAEF63D226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D8A89570-FCAB-45B0-AB90-6828CDF05FFD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5E55572E-2064-4394-B012-FCE69D487F70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B1C19C7-174E-4E40-B14E-DEDD91C40E6B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0FA12A8A-6A2E-48EE-BCE2-B0B9B6CBB27A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3D506DCC-DA72-4AD0-A01A-4352D892B228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842DA7F3-A16D-4708-9BBD-C812086FC6D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35A98327-C377-49D6-8F69-09ED7902DAE5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DC49EE81-A188-4CD1-8CD3-AFB03655F322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63A62EA2-8EF9-4AE9-B1F1-05C3C0F5D0E9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4704B4EC-9D11-4968-B598-698F7A8DC422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23249CB1-7CAB-4850-9995-1DB1DE9A66B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4ADAEEC0-8B60-45A8-863D-E07FF87452E4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EA5149-6C2E-4A99-855D-98D6F993252E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839566B5-5F09-47EF-8BBF-C6032C0EAE27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EA640983-2EAA-42F8-8CD8-C40B11C10E85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8CB5766-1234-4FD9-8FCE-26F2E15B7426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A8FEDDB1-CBE1-40C1-86CB-DB81E0C87CD2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BF05746A-F360-45E8-9C4B-09BDB0C8B7E2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93790881-6B20-4277-A3CA-BFEC2794C514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4DD1A8B3-6730-49F4-92A9-20356F6BBB5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0162480C-C888-494C-95F1-F8716AB5381A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23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5F500-6E90-43A7-8A48-AACFBF545408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4398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E9DFD-4201-4390-907F-BC0033C4DF8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C5271D-0C68-4DDE-81D5-B057A9987B39}" type="datetime4">
              <a:rPr lang="de-DE" smtClean="0"/>
              <a:pPr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292D92C0-5CBB-4212-BCE9-716C6B6424DE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2A6B447E-5FB6-4481-B2D8-A09018DF411B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3060E1A1-C4E7-4296-8765-37F76E9F6201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A0C2E8-4ACF-4B1C-9140-AB543D036643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02CDB60-6B76-4A73-9E02-FBED23E7883D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413A0996-722C-48A1-947C-E46434F342A5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987E1F0B-9C57-4D9C-B2D7-511921F951FC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CAC408F-20D5-4009-9FE9-636E1E424843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27B03157-5209-4144-8828-5793E615083D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6F7975E-24ED-477C-9C39-16B97BE788A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D367CB3-6980-455A-9069-8152DD40E3CC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FACE9DBF-00F9-4558-A639-53F0D6D09738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2C0DBBE-131F-47DA-8BAB-9240DF19403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723679D3-C939-4A79-9FDA-0DCBEC8567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6C4EF18-768F-4988-8404-D738609C421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7AB761FB-6534-48CC-96E4-97072970BE50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252D4282-8C0C-4BC9-B2D5-889BAE0B9BF8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A3BD648-4D40-49AA-82B6-0F77BD11AFF5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FF0313B-0256-4D3D-ADEC-444FC0E29F50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573CA73-29D1-4F5F-B590-AE52E5235C32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335C432-8675-468B-951F-534BBEDBEB72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736AA1D-204C-4338-9568-833E5EACF1A0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79FF1AD-B89E-4D7E-9C9E-1923C8702DE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5657D56A-B1ED-47FA-AA6E-6A8C9BA02128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9EF58839-67A3-44BA-9046-2566C7E1A442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8E6372E8-0F95-401A-B1E6-4FB792B1EDE8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7C726C3-A3CF-48D5-A087-667491C22A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B95B07B-8CE2-478D-B60E-29D2AC78ED26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6080EA1-4454-4744-9BAA-5EFA5C8C1A27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8AAF6610-7F78-4A72-89B1-2AB9939C2905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649B43AC-08EA-4CF7-B720-1043BEE94621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2D72BC0-ECA6-4BB4-9317-4BC921FC94BB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3ABA628-7B39-4E18-9E0D-FCE9FB16AB23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D35B9D-1EE2-47E0-8D0C-6B33FCB9C8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DFF885-8B16-4D11-994D-EFE7E661D63E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6CA0BD27-0877-48A9-9A32-3B8E26397C50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F707C74-32A0-425B-972F-31E8D762A89D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0CAA95E8-1F27-4E6A-A72A-5D659080D482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ECD4BF4A-3567-4DD0-BD4C-56FC4EFFF3D9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70B0303-9530-4B43-9D60-0EF90F6D1383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12F459-0E98-45F5-A42F-897D8B222960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42BE939-E3FE-4550-B97E-4391BA90C491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AE39D06-E89C-4DDF-BAAC-FCAA79E85C80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AB8E3EA-2F9D-4D73-A643-5B2B5754ACA1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9A4592F-1C49-4F5E-9BE5-E4E48029AC30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4D40DDBB-9A0A-4705-BF97-2DF2D76488D6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046803DD-55F3-4F83-BB7E-A27B2972BE41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C0AA9F0-7CDF-4903-936C-F843B3754074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54B4287-F015-4E37-9C35-21E17E5EA517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7577CF9-2429-4044-8620-CAF831058252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F0039E4B-FED0-47D4-9398-C45145558C27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94126F-7BE5-4CA7-B313-00A72B3D434C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53325FC-AA60-40EB-9E4D-8A985A64DD5A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6C39AEC-1240-4A5D-8FC5-377F1EDA35C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F3490B-3419-4249-8C80-D238BE44A872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A54C1D5-DCF8-4E29-9FF5-5F0F9153EF4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2A47EC5-7C10-461C-B589-1856F68503CE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5092D137-F396-46E0-B98A-74930DF55C69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939C7C-34FE-4634-BDE5-099BBD8DF521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BD1DC82-0D9F-40BC-80A2-BD8196D3B1E1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CA64A677-C930-4874-BF48-CA832CE306EF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8D1E66C4-75AC-4F53-A427-7415CFA3FDA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76323735-A19E-4130-A43B-9182218AFAD9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61A54191-9FE7-4E1E-A013-D1830EFB040E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2C968BA-238F-4DB8-8B76-C4B6289C932B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21E138-1FDF-4147-B757-233FA9BD5699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531863FD-2855-47A9-9854-D37A4517EC9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085ED5C0-779B-4E63-AE72-A89A39FDFFB2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916A1A36-E87D-44A2-A5CD-4A33747E2E24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80E03ED7-DC2A-4555-BEB9-7CF8005506B3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63170764-934B-416D-B1CA-25406C862DD1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D3B62540-1579-45C1-B051-365C90BEF8DD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50F532CF-5209-47B6-9476-F6C1639CC2EA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A86BBC8C-B975-4C3A-A6C3-939E38040DAD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23784A70-4AB8-4801-9088-0E386F52911E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044FDE6E-6E3F-492C-B773-6783BA96880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B728CC6-C9F6-45BF-BD25-24F47F2EEDA6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15548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B5FE-3D26-4358-90F6-7AB9A5E1C9C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9966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2E87-E328-4AA7-9FBB-819618CB5E19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95260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9290F-0861-4753-B56F-9A581B242AC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7863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DBF3-D4DD-4EA7-B658-4F8AB62DCC5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750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0DA98-05B9-4825-B695-5EBEEBA7F42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275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0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517-4EF3-4295-8BC2-B8E6EDD6A51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2556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0406-0481-4416-AD1D-F3BE2E67ECB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A46EE5-DC32-47B3-BF0E-362CD6788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12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1DE7E-47CA-436A-8591-D6CC8E5D2F7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30755EEA-F577-4453-979C-19EC4B0E99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0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D078-B2DD-44FF-A34A-59601DE836F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739EF2C-11E0-4052-A222-7C9A717AF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7156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A3C-CE31-4142-918D-57D4E45EDA68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D373DC4-B885-417D-8963-6BF7FDE59A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569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1B6A-A224-4208-8152-3FE47B85174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6F7B9C-F022-4BB0-B562-B99FB018F6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1670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el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354455-E16B-4C76-9364-5BFB761B97B2}" type="datetime4">
              <a:rPr lang="de-DE" smtClean="0"/>
              <a:pPr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203DE-A5D5-4FFD-B13D-62D924C0DB93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6A9334-FF1A-48E7-8B74-42F4FC865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70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754B-ACA7-42C9-ABE9-AE5116FB41E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4876CF4-2372-4CC0-99FA-483AD639C0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75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4B01F7-E6A0-411E-9B52-963FFE045C73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A565D70E-48E9-4A7C-92E8-0E0D01C46C00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E755454-569D-4A24-B052-250BF7AF1B02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9B7A488-9DF4-4A39-B41E-7BF709A81808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B3F6AB0F-8CCD-4767-A574-43CCC1786747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F0305C3D-2CBC-4736-8D8A-2BFEB5B6B41B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71643BC-9B46-4580-8889-D8099D3A4C0A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00178AB-232D-4D5A-ACAD-DABEF1A4DD9B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E2ADD62A-6877-414D-BAEC-EA2065214D96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27AF9E26-EF63-4541-8C2D-2407580A7059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0E1DA89-9BDE-4FB2-A195-2ED3CAF52BF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BB7BD4C-F348-4F03-AD58-08BF195485B2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B17508DC-5682-49AF-A5CA-4F2FF0820766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D5EB0492-5AB3-492C-B8C3-86512B8BBF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987D67E-556F-4FFA-A6EC-32CD431726D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ABAF2B12-1C5A-4BB0-AB4B-03B735E8EDF1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1886E551-8FE5-4116-9E54-46EEADB0B4E4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EDAD2DB-4066-41C3-90B1-4A3A8343F4DE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4815F3-7902-4E48-97B0-6DC7C19707FE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2B2F00D4-968A-452C-AF4B-1E4684C6C40D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B7EB169-B440-4481-B1C1-70AD33F7BBAC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A8BE52F-FCE7-4571-B2C2-F617EFF332E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EBC57D1E-1BFE-49FF-8B8B-D1A47689533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ED7B1C71-DDF6-41C3-A66A-77C32ADF967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B6EC8814-B5EB-46C2-9FAE-8261321637F6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AE679D0-850D-4B66-9747-AE6C9C29B626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79ED9BA-7ADC-44DB-ACD1-768C0D80A2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35B2E40-5185-4931-ADD0-4942629E3028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976CCBC-91D3-4C1C-A658-C18612120031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35AA111-8BF2-4A02-965B-10CB5928B8E6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30D49FB-3B99-401D-8FF3-F44F3B1B2497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93C372F5-6FE4-4768-92C0-35A768942164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ECAFD3F-DC1A-49C8-BBAE-CCE1DED8C939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8A36F42-3BFC-491C-BE5A-6519DC8683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693DCE3-71A5-4A47-9738-CD4D659B4EE3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364D41-7C1D-4357-8DC8-A2DD8A499D59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87EBE9B0-9706-4D68-B820-45821EF38E6B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16E2C14-CB51-498C-8A0A-7E74DA2FC22D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D5C32CF5-EEF3-4940-AC0D-840D455384A6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EDEC4895-2A5F-4C38-BAFB-222DA913F600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9ED392A-C69A-4600-B7D4-6713794E005D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096FE5BB-864C-4A4A-A3B1-E7628824E12E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279A58E-7ED4-40A0-841E-1EE84B394CCE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566F93C-F565-4D5E-B0B4-8B6C2777D246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3E6C7E8-8E3A-4B02-8C67-5C1EB06EBA8C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B654EBB-788B-48AE-B7ED-396BCD8B220A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DA75145-D387-4DC2-9454-DD755F2064DD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45567739-E6F9-48AF-B14C-A364C113AD6A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D88D85A3-1320-4E5A-956A-C7CC10288354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D03D3903-8646-42DA-9C9F-28869ED06F7D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41A2EA-CF5E-4FD2-AAFC-6B26378E9AED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9F5D600-DE00-4D21-8B19-5303749B3740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9F06A48-DF8D-4CE0-A7D2-FE0E314ABB76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E76C37E2-19C3-4FEB-AD05-35C355ACC271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B071317-7674-418D-B895-174740E887AC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4205895C-C798-479F-B85E-6DD6EA25ECEC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2FC205B-F480-4DBC-A765-0A475834F3A1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69AE56F4-0BAC-4631-8D60-8514867BA36A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67635ED-45CA-4D7D-BDE1-B603E9C8DC74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4E65E35C-CC48-4B60-A5C5-9B54FD845568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28ED8B8-344F-4ED7-810A-21695244E5AD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381C199-12C5-4DFC-A594-30891ED44429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4F10C4B1-9544-4A4D-B350-EBF3BA6357E7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A95D997-AE6E-4C3E-AF23-E20C66016EE9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8EF6FA-627A-4F01-8DB1-3A5222791E60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E73EF5F6-BF61-445B-BF37-654FE1C33588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C0DE013B-D5E0-4578-9B6B-315D8DB14205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E8596695-8763-49CD-ACA8-8C239ACC8015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EEAB3F08-40CD-4F6A-AB5A-A69E1BA0B0A9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CCD7B734-D929-4A4D-958A-0026E92F887D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CBAA0D63-904F-4DF6-8104-68839EF442CF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1A2991D-4819-435B-B57E-21000520800E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F89EA3CC-AC26-4284-9947-7C42C56BB94F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504E0F2-E84A-454E-8511-A4D7D076AAEB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29B3326-D8C1-4221-9C9C-D9609C794873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E932421B-13ED-4207-B02A-36CAF0AAF962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318BCC35-943C-4820-A85C-5342A12FEE1B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93916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0" name="Grafik 3">
            <a:extLst>
              <a:ext uri="{FF2B5EF4-FFF2-40B4-BE49-F238E27FC236}">
                <a16:creationId xmlns:a16="http://schemas.microsoft.com/office/drawing/2014/main" id="{ED3A60E3-070D-4FFE-ACC5-82C7C78F99CD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1378A6E8-5E61-40A1-ADC7-BB8241D78CAB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479F7BA-6306-4887-99BC-614874E49D1B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F595D11-B766-48E2-A8A5-40637E510CAF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E743C790-A8B5-4A61-98F2-B4924B52D41C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FDE4E84D-F997-44E9-A9A5-0A62D3B0C03B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DF73890-C5BF-4AFD-AC1C-B988B716B204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F2960B7-B9B3-4301-AF83-0F6EB0017746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79A8BCB-276B-48DE-8727-8FFE47B56DBA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A55528D5-0046-4FF1-9B16-39F1FE9700AA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74277C29-BB8B-49A5-95E2-39DD1E8C3296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59A52F0-C4D1-4FDA-BD54-BE8E53644C3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C342AEC-6092-465A-AF0C-445D72382700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EDFEEFE-C724-49DC-AE55-7A6CECC836C8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D40B74F-6838-4A8C-B1AE-BAA26E839892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6EFE6BDB-32E1-45FD-9979-18D01839B431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C94FABB-C1B7-47AC-B5FA-ED08372AD0B7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1FF9302D-5100-41CD-9A94-BB9A327F043F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A61693B6-769C-484A-AF3B-52D595710058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0650D62-B6A8-41BD-A957-E488D5B8C256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83D60748-9F3D-48CB-B7CE-1BC2FFB4FD82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1A547D1-B041-4771-A00B-E50A5006049F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477AD55-72FE-4E4A-92CF-09386353BBA2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024DD0A-0FBB-4B47-ABC6-6E54E8031F66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5F1AD1F-64BF-48B4-9755-282432ADFACC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DB4DDC7-6C61-4939-92CA-01D3FB477652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0736FBD-FA52-4AE9-8827-E3DF4E4F7CF5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07BCB843-3BB9-46FF-B90F-800B2292D37A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7782F49-F363-4B9F-91EA-64E42DC9C684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8C8522A1-4FCD-4897-8EE8-FD8178D4BBE6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2271EE6F-F879-402E-AB11-5499794221EB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539204C-F873-49CD-BB1D-7FA2F432F701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91F0BE6-8EDF-47A0-8EF3-57702EEAABBE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CF9B2426-8D02-456C-82ED-0D82B829369C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678B72D6-DAAB-43BC-B5FC-70A00DBF703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C8B66ED-8DF7-470E-AF97-15561A3B2CF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F93C31A0-CEEF-4EFA-A781-8C3C4372783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BF598C7C-6BCA-413D-822D-430B04602F5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812EE47B-93BE-4CB3-ABF3-9C85D3BC3E6F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4A46CF7E-ACE6-4F69-9FEF-F609D6841E74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1CB58E5-0337-4D78-973D-EB4C187D65E1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E40E8D8-E199-40E6-8690-1DE14E0E527A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7DFCBBCB-6A89-4252-AF71-8A399106D1F1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044F98B-5734-42E9-BBDC-067BF4F1A0C8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8E11B17-21F7-4146-9AEE-EA09D477F64C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60207F7-354C-4DC5-B567-13E1323DA64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BD7EF543-609B-464D-AB24-9183FF26AC61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1AD4F9E-3A5A-488E-B51D-8A2B38B0CDAA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A0CED0-0736-4758-B8A6-67E6234B3EDF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D6034CFF-5D81-4E3B-ADF5-49B995423F73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E15FD32D-BAE8-461A-93DC-08CDBAEF08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E969D33B-E173-42C9-8DF1-CC58FEBFF2C5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613E92FC-45A9-4270-8118-8D444A59C709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424268E4-C7CA-4E6F-A748-A35B009CF8E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B1A7E44-CA7A-4D72-921B-A6BD6BAD08D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8B8BCB8-4E94-4420-8742-33238C69DDA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3A089B16-79B7-4421-8A7B-33771D317057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CDFE04-0DE2-40A3-B8E8-039583FFFFA0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2586C2-A0C5-4A83-B646-C10FFF020C60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BB25F2AB-0F00-40D3-93FB-A91039D5E6E0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A09C787C-EDC2-4567-8249-D6C78F28212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2658-7651-4A2B-829E-0990405D9E8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1F1A-64E5-42E4-8CF5-CA6ADDDB8C6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0E3B0-E475-4C8E-92D9-593D188AC79C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1A01CE4B-9412-456C-948A-B09C23D18948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C7016A7B-A4B5-4AC3-BF6D-E95A64F5E757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76281C8-8795-45F7-B273-88EA0DA0106D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DF621E12-0537-4F63-B245-FACC775B29F1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9AFBF4D-1BBF-4F33-9E71-39A7EC7F71FF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33761B45-EBC4-48F3-94D1-D0B61592679C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F4C0E73D-F458-4F58-9129-66C04E9801A2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EDB0FB31-98EE-4941-A811-2AFE3ABECCFD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24E4DA1-D71E-45E4-9922-01AA5E3E6A5F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E6CA6790-7895-42D8-BA21-2985EA6CFE95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34252C98-A2AA-4819-BD6E-3092B709C2A0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D35F3FD-B38A-4655-B804-AE6DF15DE05E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1372FD3-692D-43F1-ABB5-ECB3D6E14634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EE37A480-2EF5-450F-8034-267855EAF8EE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8DBED685-45B0-4DB1-8D1F-1721610B6EBE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1D0B45B0-332A-4493-BC02-3060F109129F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A6FD466-169B-4F75-942E-689EC5C0E64B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0B78F095-D5BC-4777-B45E-2A0974088FDA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E961B20F-6BF9-4476-95BF-6940DF58679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2F1098BD-9E6B-48AD-8277-D894FBC001B0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ED7ED6CA-E50E-44B8-8124-0BC825AA6A8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3F6EBEA-DE7E-43C6-A2A4-AA735B06FA04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B3084D-9A6D-4432-B0B8-78A2C9CA6C57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53A6E23-9342-4888-990A-FF8E4FD480B9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B426E48C-C34A-4787-B768-16E5A9D17D6A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7615B64C-54A4-4AD2-904B-94038BAB952C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B3BFB7-9BD5-4C34-9D06-AC7943D65799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77966ADB-5C9A-459D-BE24-5A2BEA535E86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D312537-DCFF-421E-A9B8-AE30CB4BB37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ECD11B4-70BB-4002-B619-D5EA3D2965F0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28A2D0E-91B4-4CF7-B2F7-90C7C7F367F4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F538F95-8D24-4208-AA6F-20E82E8F4BA2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A3C1939-5697-4E85-A1A5-C912A60338EB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74A758B7-C89F-404E-8A81-AF52E986AB67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DBF08E2B-7525-44C8-AEAE-5AD0BB721D24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1ADC3CB3-6C6C-4A42-A262-DE9C860D0718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478A2E7-2C2D-4074-BE32-550E6CC87CBD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30787BF8-95C4-40D1-AE1C-FAA8A8A397E7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98929552-9ABC-407B-9587-131D54401CDC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F752B82-4D94-4179-B1F4-7DFFDB975482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B3177CBC-CA24-49A5-8158-7AEB6780019B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F8C52-CCE6-4F1E-889B-D672DAC96462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685CF63-81A1-40EB-820A-C74025CA8AC8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C5B9D47-061E-44B8-8092-76D3A05D62CB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C59B211-BAB8-489C-B154-5529C1834206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A4F19CE-1147-41B6-A789-087E963C7CFE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E99F0637-ACE1-4143-A682-71DB314898B9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D98275-0AAB-49E7-8C98-A09EED60B8FC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8C9F4491-3D5D-42B3-8605-45E6CA52B8D4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C73EEC4-619E-407A-AA74-3DA3D18090D0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1A37F81-D616-456A-9BB5-630F98BE708D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097730BE-9166-460E-AAD2-4BEB195E1174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2E02141-6B4B-472B-8FC7-E4B47D9A77E3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C381119-A2BA-485E-BE98-479B24429EDD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16C63372-1C8E-4CBE-9BE1-F118ECC8045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7A9BBCA-24C0-4BE0-ACC3-A8F17B9FA8A5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EEE4BD-D09F-4028-BE39-68FF6FE4817D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E6C8FC0C-FF6E-46F6-A3CA-026DE75C28C1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81D94ACD-F368-4472-9DCE-514A0AA54968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C8CDCFB-F73C-48A5-BAD7-18CB5B87C38B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DA8859A3-A58E-46CF-8142-3F1B295D361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6FEA-3FF6-494D-B706-4E23BBB1C80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A3C6-EFBA-4A6D-8C0D-F3133B32F50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6EF3-D0F0-4720-9B8F-C62F29F9B281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453F5-159D-4A45-A3BC-5CBF3C6E5FB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DBA7-0385-4D84-A6C6-833E9D9F09A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72F4C-B254-41E7-9EBE-BD5E675422D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2598-0512-48B0-BEDB-37E26387136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F5A06-C1DB-4EEE-B23D-568D3876050A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7BA5-BA69-4D27-95D8-1E4230534015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4218-A20B-41DD-9352-D734DF1511FB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53FD9-414D-4F1D-B463-5B53552BE48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60FA9B-309D-46AD-8FFB-6B86479D458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154A-CF1D-42DC-8596-CCB5C2229E21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40A1-1744-46DE-B8EE-2ACD8524DA1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3FFE2D6-CE9B-4B10-874C-597FC55BD0EB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45C6E753-C535-4A2E-9943-8DF5CC64DF98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59B46B7F-D212-453C-80BF-A6C40A6C0451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78EDB47-2349-4B04-8AC2-36BB12C1C39D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8D67DB-86D4-4757-BF80-C74C3D598079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0C0EDA80-7B98-43BD-8E81-D5B121FB9706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E69B34B-1A8A-474A-B629-2F93AD545BE8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135E7B-66D5-4C03-B51B-A261BFC26522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8F3F7707-F1C6-4427-9DB7-FCECE008CB27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E0E438D6-685B-4915-8082-8343DFB814E4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1A1D79-1059-4445-971F-C23FF3062008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1EACC0C-3E37-4DD4-96DF-FDE34BE06CC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C68ABD75-A08C-43C2-9215-BB2180C3FA0D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6EEDFA95-D5AD-4F05-BE43-90D2F1B713D6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CCE0483-5A60-4EDD-AB5E-C2CDD38042D6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3C1D690-F8BA-49E5-B792-13F9CED552A7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6B91162B-2F3A-41BD-ACE0-954CC778D4BC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E6A40520-E7F9-4A9B-BE6D-04EEC2395DC7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1D9A6941-C7A1-4174-91A6-625A9538394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13BB7DD4-25B1-4A81-A0B6-81701809DC89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EA8CAE56-4EA6-426A-8FEC-7FCF1CDA5EC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A847FBD-8DCF-41F4-9430-6C2133DF9073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8DA86AD3-2130-4893-98F8-724C5E2B88BD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87C5D211-1714-4F68-BAA8-0CCF90B4A092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3A4EEEB-1931-44F7-8DD0-70CCA93FE56F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58062EE-0C6E-4E08-9366-930B1EC5A423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CB8B1DBD-8A03-40BE-A043-3E75F48DC906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FAE65FD-02E0-4069-93FF-B6E34C2509A9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BB5CC19-A116-4318-9947-CEF7AD43712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C5C58F9F-B4C2-412E-8BE7-E2E312D955E1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D489816-B6E9-495C-BE5C-702D18922C49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2DDD381-1879-4360-925E-2E2FAB769E83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6F9E7FA-DD20-4A3F-B947-C3E6352B7EA0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0D84DBD-C27A-43CD-8985-12C88AB5F9AE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94233EBB-FE37-4CE4-89F2-97886A4BABF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7A2AD458-911D-49BF-858A-C8BBE6FBCB2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20CF276-1400-4BB7-BE83-A79F8856A4E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D34D773-239C-4D74-81BE-0FC6195EB2B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717406AB-483F-4C36-8A29-92B6BFF98885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C10380E-8231-4359-81F9-4B25B77D5ECA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FEFFC8E-05EF-4439-9D01-F9FD118AB61A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15CC45AC-F73E-4AEA-832F-4EB41A9FC1A0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C3E7569-FEFD-4840-91A2-AED5BF9C3024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4C8A46FB-F89F-464F-AB95-1955CB3A057A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0BDD119-E404-4E32-9FCD-F32FF7160AB0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3E823F4D-1704-4718-A76C-8A78BB2CF3C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FDE95C1-131B-435A-9D59-14FB31EE8986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500E535E-8025-4D42-9149-C207DDA98379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EF497F22-FF1E-455E-9B26-2218731DEA9E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B60477FE-90C0-4774-9C70-17D5CA53298D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EF0023EF-8627-43B5-8FB5-CA3ADDC100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74358F21-1A96-45BD-993F-F2F065AA2251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3A8A515-862A-4F6A-82DB-B96CF42A8D67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E2C598-8BEA-4337-B381-3B90B86F167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93C3EB6-379F-462A-97E1-8223B7D72B98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AB878F57-4CD5-487D-B929-B5D17E7037D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9DF4386-8A6E-409B-9C72-1C6CE27164A2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4851C5E3-828C-4527-B7BD-3339989145C7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A9397179-8378-443B-9F78-4EC0E5FF56C9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416B46B-F997-44E4-9A7A-2C0AA4735DCE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A06D570A-B13C-44B1-87AF-99795C3F859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41" name="Grafik 3">
            <a:extLst>
              <a:ext uri="{FF2B5EF4-FFF2-40B4-BE49-F238E27FC236}">
                <a16:creationId xmlns:a16="http://schemas.microsoft.com/office/drawing/2014/main" id="{6137700A-CC4E-43C0-A285-5EB4C4D8DB59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6B91A8CD-98F6-42A3-800A-C635CCA887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549274FD-58DD-4FAF-8D02-55582E234285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3AAA0352-F104-41B2-BE0F-3590B98C7C9D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E814530-3828-4A24-BE5E-FCABE419B518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7B6A0E9B-656E-40B4-8D95-E6C5661FCAC0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8C6043E1-1047-4143-AE4E-40A9E12A9C0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D5C9184-3CC4-4501-B870-F984583E988B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869AD892-F335-4BFB-8F2F-2EE8B8E5E8F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D4F83502-E212-4AAA-A2E4-517247605A2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EE3A909-5BA5-4896-A5F4-B99113BAD67A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C42CAE58-7688-4A42-9F49-7C1A17FEA91E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F5E85483-C91D-49A4-ADA4-0BA16C3D9EF8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4B206A12-4618-42FB-8ECF-8ABE45C0411F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D534A7B6-93CE-44CF-B039-9BD62FFB1ABC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69E4AD7-9CBC-47E4-A150-82143670658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E9FE3F8-CCF5-41E1-BF52-47B95AA3BBE8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339F6C1-7626-466E-BDC4-6BC4655E648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68752AFC-B321-4C30-8C54-CEC9D9023B13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EDB161CA-7E11-414E-B351-EAD8C9475A17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E44CDE7-39CA-422F-8718-5D4E4E698B9D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121B33D4-82BB-4EE8-8105-D9DB08B0048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B240D7B1-4B99-4E33-8513-9C4B65AB7A79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D00072F-DF48-47A5-B159-6A25EEBF77A8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3B21D0A-878A-4D2A-B912-C524217301EC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6781AA2-902F-43E7-8524-0A4A2EE7F006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CD18816-7285-4DE9-9DDC-71EF7BEE33D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29C4B1F-66D8-44B9-9DCB-5EA808143694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F27F74A7-EBA9-4D92-B701-B68A25744794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8349EB6-FBD9-4892-B559-568CB7506698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C7F7824-6B9B-46EF-A15D-FAB86FA0C8D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0287798-80E0-49AB-8FA9-A7802A4BA50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454F467-A1F4-4F72-9271-42EBD14BE8EB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83720D2-CFCA-4B1C-9031-8590404EC8CD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4014799-7763-4F5E-B627-E20ED15E9164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9FDD39B-3138-4807-B4B3-385554B82372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E6C9DD6-5487-417E-9F60-2D6E8560168B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FEB6FA-3CAD-46B7-8D68-B7AA84793B04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9C49B8E4-8A51-4538-AE79-AF434DDED268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42CB422-11F2-4F02-8408-1968AE9F0B4A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0971886-809A-4633-B2A0-BFF14EF6EE8D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E4E6EDF-3FCD-4859-A7FA-00DA1EA40453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B8E1A26-27B5-43EB-BCC4-C7EDD1745154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C7350A6F-AEF2-40D5-B18A-25F40CB1AE29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94A77134-1757-4B16-9CCB-89DFC24F4583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1E690A31-8E26-41E0-9B9F-013D263A32F0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83EEED3-728F-4244-95FE-E7CBB4E571FE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25B4E81-689A-4F11-B3FC-0109065DF5A0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9BD00AC2-D5A5-4018-8E4C-A3FE601BED21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C6C38B0F-FAF9-4838-9513-DD81F66BE36C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9DECCA2-8126-4621-B1E9-225B9CC8BD1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9F48B69-C336-48B4-90B8-DF787E1ED845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8569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EA00-F8E5-4E05-9FF6-C36C32B81BA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865705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943A-FE13-4159-9DE2-CC40F1C59D9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7542BA39-D316-470E-9589-E46EE29AC52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5298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6B7E74-0805-4959-B4C8-E6B1F59AFD0A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37E6B3DF-5023-4389-B81D-D5693ABB5B67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AED8277-653C-47D2-B038-A1B365F0C07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5C92A5BB-6532-457C-BF70-CEA37B3D00B9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D83E51-3651-43AF-A758-D8EAB7F1DE6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AE9DE47-2100-441A-AF8F-B6656A85A29E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82F9C808-C971-4C71-8B8E-8E1522DEB033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4A9192D8-3754-405F-94AA-F053F2FE366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E3CCAF0-731A-462F-B849-752B7AAC53A8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6E3476-867D-49C9-BD5E-B4FD54ED947D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93A481-2E85-4A20-A917-C5A1CC10727E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75B00E1-A444-45AA-B896-18C695BD10C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6F38E875-EDA6-45E4-830B-9D992D035F07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EB5182F2-73FB-4CB9-9E91-947D019A8F17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67D886F-6FC9-401B-9251-AD38C062F48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1795BE12-FA44-4375-99C7-2C21B9038021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CC4F8284-C36D-43D0-94D8-3341EC9E4FD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739AA9B-F674-4AC7-9697-E665D1C5E54E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87A3CBCA-9587-4F2E-89F4-52C56F0E667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D20A0AC3-BB00-4222-8E0C-DF0BFFDC810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995FA418-1D22-47ED-8473-BF05C355BBCD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F468C89-F681-439A-98C4-0D6A60EE62F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D04D7ADC-1CF7-4E3F-A016-713FACCEC58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ECFFFB2-B9A1-420F-9BEE-D629610BD89B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F9FCDCD-D972-43CE-A40C-8CC813FDFD51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3B066928-1E72-487B-AFB2-2C383A73BBC9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F415682-683E-4CEB-9D53-084796374DF1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AB4C0555-F376-4AE3-9FC2-9D548F5895C3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17A4FA34-7CC1-43D7-9085-E14A26FC9D7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79E7E56E-40BD-4374-BF2B-EE9542AF8E66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770D6381-A1FE-4650-9108-C09FA97B64F1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B565826-CB23-4587-94FB-0DC86DDE3CE4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DD1E3C0D-9B7F-464A-AF5A-F74FF099F79A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7451BE7-0DEA-4CF8-9081-F22E71D71274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1D302C50-8640-4F59-84E8-36E787BA7CB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A0C7172-E728-4345-9EB9-B763EB657A4C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7560A71D-130F-449E-9B2D-45E1FA681F0F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A034AAE-CC36-44D1-836B-C9672154B99C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6D70CEE-A5F6-429D-8CAD-D64B6E3F5236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CD8B3A5C-E7FE-4826-BA96-35522A693DA6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16294A6D-0599-48F4-9E25-DF46F942F3DD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503A72C-ADC9-40A2-B16B-83B1ACE63DD7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AA51582-9061-45B0-9C3E-108F97B81C62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2C9D6E4-59B3-414F-A8E2-D27DC7CFE67E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D6ED093-8664-4317-B1E7-E8FAE51D600C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6025B4-5C05-4AF6-8667-2A4E502AE20E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F4DC551-B3E9-4D00-8D61-206ED592821B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FDE9C04-36BF-475E-8DCB-FD0638FABB6B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CC26329-58FC-4D62-98EE-42F2B60B572E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3842BEF-B994-4D4F-A6EA-60CEACBC26BC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0B5D89D-F190-4A59-9F15-FACF108FD217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CEB17902-223E-4202-8701-F792034C4DD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05E5A2-ED12-433D-9020-609383C06DE8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5947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53AF1-C633-461E-ACFF-5AFBDFFA0015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88656BC-571E-48AD-A882-67551EA60E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486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FD9E-6BE3-4D1A-AA44-86D4F1975D4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C54F3FA-5C25-44AA-90BB-73B1AF7891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4986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8C84-E9D3-4309-A7EC-0F9ACF98214A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5B4A737-48DD-4B17-9EE4-2BFBAEA3BA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0375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86225-D856-4E14-86B6-41B7AABB95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668C6C1-D6B3-4AA0-8796-F8CCC97278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3703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AED20-A480-43B2-A4AB-B582F2F79E53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08D3B7E-E8A7-4B29-B063-A4BB038B40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29507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467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2BAE-500C-470C-863A-D17D73DCD84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67A175-1D22-4413-9F52-E2DE02F017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9267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16FC-0CAB-4890-BB2E-C24F273B6A3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2BFC85-9F5D-48DC-8AD9-31F8731D99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118137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68A6-FD53-4FBE-943C-64428AB8F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B81ED5-F90B-4E10-A216-1402013051A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5881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D2D9-4800-470A-BE03-7651C8FBA3C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A864028-DE14-4674-AA2E-E09C2B5EB6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12385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5BC2-B98D-43EB-9492-A2038CEA242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7E99F22-1523-43E5-AE41-9E7E4BDDCB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16249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DAC14-0C7A-473A-80CF-67CD1B7B551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ADA30F9-282E-42EE-B40C-6EC25D7E71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76991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Hell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B6BFB4-144E-44B8-8923-9ED8AA858AB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20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D373-B0BD-44BE-8DE1-137264AB3BE3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F1156E9-9BD3-4A52-A0E9-EADD666CA5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3504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3A6B-65B8-4838-A35D-5D9C1B7906D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B7054D-298D-4124-A74B-3C62E029C7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43669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4779E26-A476-42EA-AD8D-4B07F6EB993B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8AF7F99-64EC-419E-A9FE-C7BE6D171430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DAED7EA-DCF7-4860-B84B-121D7047C943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D8548502-EFF1-44E6-A928-F93F3B6F1EFE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E12015F6-6ED8-4580-B33E-BEBFC6FDDA03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CA680B9-0002-469D-B19F-8AB1ABDFBDF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551F0BB-C381-430F-81E6-0FAA45096EF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C38FBB-BE52-4B89-9B54-0948294853E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9FD5BD7-B9C3-43E5-8516-25B362786EE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8AF7167-E2F6-4B95-B4FB-C31F86B73E29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CC128E6B-175C-415A-9742-57588087E60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65A94EDD-4550-4A39-A867-4A8D6BBA9DF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A0347CB-06AA-463D-8B58-8B6629F36FC3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29919BA9-FA5D-417E-B7D4-5AB0A600FDE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30556B4C-AC06-475E-A5F8-60FC751F3BA2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E1A8FD0-EE23-407A-B290-A55B79F5849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80E6152-0944-43C9-A284-001F9AB95DA1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D1F8BA2-2302-4D66-95AA-E9110063E77F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15AB86C-CC73-4CF0-BBB0-A3908BAB5E7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E14FADC3-3A10-437F-9828-8A6A3FB9A133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F3173C-710E-4BAE-AAEB-19FA56F0C963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2C3D6E61-85EB-405B-893B-F26EB72BAAB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3C3AEADC-A3D3-456A-9957-A4E839B897F4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56B0E1F-0AE2-4EE0-A8E6-C7D3A19B8EDB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E597644-4C56-413F-B61D-BB6A4A21871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2594EEEE-C9AE-44FF-9237-725D045E495E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69B8C1D-E7E6-41A7-B65F-E92630333CA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E9327CA4-0626-4305-8400-F3606E570A3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BAB7582-502F-4C33-BF2E-6A6C0D6D3E77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7BF0676A-C499-46C7-87F5-268E3B0716C7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62D3462-3BB5-4D11-8E9C-AB6B60F6261F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19943262-94A9-46A3-BE23-E2560BE8AF56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20274D3E-3890-49F2-833D-9928CB4B7279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5DE667E-B935-4405-BC8C-F21A4C493E9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D2928E97-2746-4149-BAE5-4AE6B968646B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91513253-1B85-4489-B643-D8AEDC610F81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9291906-37D9-44EE-8FC6-C09841BC0716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DE2B0C2-A6C9-4D64-A0F0-54264B64D1FB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E9CDB743-2203-45F3-9005-B6A6BEE56E6A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65084F-7B62-4FA3-819D-F0DD52EE3BC9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1ED3F01-F23A-42F0-B153-318BBE6AD2DC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DEAA916-72EC-431E-BC57-9F297CC81456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FC34AFA-C448-4AD5-8BB2-A737A249D9CF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00A833-4342-43F0-97C0-45736A97759A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6CE2337-43AB-431F-A6B0-A234EE91C196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BC3A9A0C-35DA-497E-AAEF-E8C16E3C88D6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667A68B-9A78-450D-8063-29EB96A7534A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277A812-5920-496B-87C7-B393D29BE953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9E2AB75-052F-40D2-A9F6-2026DB82E76E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2D013DF-4D88-42F7-BA58-EB565F3484AD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DEBF3C4-F570-40D5-B49F-FB772D6610F5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02E9FAD9-60AD-4C62-9E52-5842A2EDEEE4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37066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1" name="Grafik 3">
            <a:extLst>
              <a:ext uri="{FF2B5EF4-FFF2-40B4-BE49-F238E27FC236}">
                <a16:creationId xmlns:a16="http://schemas.microsoft.com/office/drawing/2014/main" id="{5ED2637B-07F7-4775-987A-93DC85F97AFC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8EE16B07-A759-4BBC-A314-9BCAD261EF08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B63840AC-1E7B-4C28-BC2C-1C029656797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4DA475E-3745-406F-88D2-74303AA02D0B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2524AFF1-A6EF-4725-B777-0C9645F467AE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31BE8262-CF45-420A-ACA3-A8F39E57A171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1855C8A2-06ED-4920-8016-BD619D8D10E1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1A266FFA-D919-4187-9FFE-9F96B3EEA0A8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16CA38C7-02DE-42D7-839D-4E104D320881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7E80BB0-7258-4BCD-AA21-9F28D0E1468E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1310413C-FD25-48E9-A1EF-86367CAF5262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B821BE6-5A92-4DD1-99B4-168630F4D42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37D8227-F07D-4985-8720-D397D1BABF3C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D6ECD825-8509-4FC7-8F36-1388F0F441BA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556B67C4-1CE4-4FF5-B5B6-35A65D082FC7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608E3BC-17FA-490E-98D4-A4EC5ADA8C54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6A1B34C9-D7CE-4912-870A-D442BC7AC1C3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B6BBEE1-67DD-4150-84CA-F44265322768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BB36E697-0A79-445E-9543-822501A316D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D6A5235-4406-49B8-9431-36103C871D41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C8A01E-4A50-4E72-95E6-1E6C059E4777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C00FF19-F5E2-41D0-A86A-587D215E4413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65284B-B43E-4869-995E-03E9EF24FED9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CEDCCDB-6473-4929-A39A-339B891A4342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12897B1-DBCD-4E91-B5A6-A1D097CC016F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0F992F86-490C-49E8-A49C-EBE355E80549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382B1E9-D95A-44CD-A2C1-B488EC588946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94A75078-E929-457E-A5DB-126D23196FA2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2FE959-5A44-4879-9A15-7D6AA4FA740D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E630AD0-5153-4382-A12E-AD9144EBE047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45CD047C-D0DA-46DE-AD6E-93892DEB2DA9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DF65D36-B05E-4E89-BDB1-3C2FEE67475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B490D5D-4736-4339-925F-F285DEBE385C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3411A6E-3B6F-4024-9CE6-F6370472904D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5951FAF-F82F-4540-9DD6-D917FDD30674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FCD3DA8-AF7F-4089-9A63-F59C7F1E0A37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F0E0CC6-4E11-4938-B832-2AA66A5C786A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85FDD9B-14C1-4F9F-BB48-D94CA292EF5C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A31B10F-FD3B-48BC-9E7D-ED8D4E8246E4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D4E63FFB-C322-4D48-BAC4-F9F4CE9CC98F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9831F038-E584-4260-8C9F-E79A896D20C4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7315109-6E9F-48C3-898F-C1C492D1DEAB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700FBD3F-6E1D-4AFC-9AAA-788473C4FF35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1DD09B0-F370-4FAF-9908-33E0C9A5A1BC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CFC69081-2BBF-4A0F-8D5E-7C499C54182A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0D0C467-BF24-415D-A20C-A4B322A30D34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CCB0406-1162-417D-A7B5-56D204B932B7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E1F5B04D-004B-4501-8B0F-D976156E7753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2F5B88F3-1DD0-4AFC-9094-44C73671622C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5D3857D6-3A80-453A-A07D-657071631618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F2B45F15-F1EA-4568-BD85-4A2DE314BC3E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CCBC40A-98D6-42A9-80B9-5DC279BC5859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04D48BDA-2032-4C6E-B507-3F893B02206E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F0C9D7CF-6834-48B2-8EDC-25AF0FF9957E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7FAD7038-7556-4322-B088-027FF5EA7129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FD69EC3A-6073-41F6-BB94-809D254546F0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722DEE24-7892-4493-8701-609CCE42CEA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D93E693-26D8-4770-BECA-F0D3FF0C4A87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A2C34963-C2BA-4B9E-837E-0092D92ABBE4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750F881-A269-49B0-81B9-8BEB26E0D0A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9C228C4-1ACD-43EA-AFEB-3E65945F1EA5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2E970C3-AE5B-41B5-ABD0-8EA1D1EA3FE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4257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684-F7F2-47EE-B3E7-EE006132D9D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304541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D19A2-CB31-4C12-9277-9DEF6CB956FC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36C1D058-784C-4D36-B8A1-0A562AEA81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1001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390BD4-93A7-4458-BF00-3B6A08C3651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067EF033-A919-4E3E-89A9-FAF1E7798028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16FCAB3-A3E5-4531-B1EA-59B8F2934F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E4B3AE-096F-4974-8350-4F4D93FC320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CDC0A16-E123-4D13-9DD9-28C8FE5AA6F5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CA0B94AD-8D34-4B40-8458-0866BBCC464F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A94F107-4E11-4806-8DDC-3CC7C1891196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4E53509-1364-44FD-92B4-FF3CC9A96D45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685A3D39-53BC-4038-BFDA-851F9712E06F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62E33717-F4F0-4CF8-8E15-202A2B827DF3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6B2EF321-D1A4-40C9-B09D-2892881315E5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6E939899-66C7-4914-8269-47E3D303060F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33D2C18-DB64-478C-9F57-B3373239E9F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9EDAA5-9D2D-46A0-A1B3-A9E065EA2F38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9FEE96A4-D7EC-4B2B-B2E7-DE8D3474F32B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FBB05E1-F158-4DD8-ADA9-4C6CE098B48D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9577D94-AD2F-49C6-AC94-666AD3E18043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AB054986-638F-4DEF-9C64-237D5B52C051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3D306362-98AD-47FC-9A6B-F2E497E9140C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E146F0C-5076-4628-A8D1-C1B97209CB4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0862F46-80E1-4CE8-91D0-C59CDA9CCD2E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0ED134C-C407-4575-BA70-944D3875C3CD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8D99356B-BDF0-44E7-805D-D835620BEF7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65221D-BE15-4278-9DD4-9652DEFFC46C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706F29FA-7384-4969-AE69-A3B336309767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F1737542-B8EA-4138-9EFC-CA08C510198D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621C53F6-23C0-41BC-802B-9F26870C79F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DB0D785-F93D-442F-A947-7E14014D300C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FAB3F5B-7F27-4A74-B5A4-FDEF77100298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E56269C-9BE6-4114-A1E9-B8686D151C53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2E2F426-2F3B-445E-9C34-07795D634931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19170892-58A8-4B19-B59D-B0D499A2D297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DE0A1F9-537A-4CFA-8011-2EBAE2C5B73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EA90FB1-EF3F-43A7-9270-8C967FC74BC1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07BF4DE7-D1AC-45FD-8C04-8A1641E45F08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1276A6B2-8B8C-4EA5-B836-76DFE5B9C1D0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3B2BC34-A59E-4FE0-B560-E9569CF298B5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D49C95CE-D5FB-4124-9055-11F36AEADC6C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93A76C5E-2F41-4F31-B9FB-4D0839D43C9E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140756E-2574-44F0-9074-9328392ACB97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4D5A781-CCB6-4733-A1CC-7B66AF07F2B7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286052C-725E-4196-95ED-5A73339E7927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5A311D4-BCEE-41FE-95E3-C6146127B40C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B3C5380D-6CFA-43B9-A443-290AB0C2A300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8A1881A-1CE6-4B6F-8C59-66E76F02A448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9FAED69-7B35-458E-A35F-6DDE087471F1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C1D47F6-986A-41D8-BD7A-54ABDA896F33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CDA601C-2229-42A2-A7F2-6D0D0B14CE0E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85F4A99-D669-4967-BBBD-C0E6C914F4BD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9269C21-4B9A-40F4-B0EC-4302D1D81285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3DCF50B-B7E2-4B9A-A9F1-72C2786856E5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3378C80-94EA-4CB0-840E-7D1524EF66B2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578B968-B064-4B8A-B630-315830A91186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F571248A-4AB2-457F-AD4B-B1C61842CDE5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A6FFBD8C-20FE-49A8-AD93-91F6AB916004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9726AFCB-1AD9-483A-9650-9FF07CF67281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F2DF3C25-6C88-4662-A6A6-42B5BB22B511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5A3CF1A-6032-4872-927C-735172F42726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27D5CCD2-63F8-48A8-947F-AB27C9C2F838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2F709A41-6092-4CCF-82D7-E877063EEB9F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581773BF-ABD0-407E-AB97-E68F240BC3D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DB7A116-4CDE-41A8-8D2D-EF85A5B70166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F16F757-9510-463A-A785-07309AE306C9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731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E38A-EB2B-4D3A-BA3A-60E06453793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F3463B9-219F-47BA-A610-FB7E4EFC87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70223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C082-19BF-4D34-BDBA-EB322D18BEAC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0B1B70-928F-438A-A4F8-3D6D25006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5358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C556-645C-42D3-87FB-030FC3158F6C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8037CEF-DC8D-42F8-A101-D7A662C38F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801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5246-EA9D-44AC-8282-2F0AC2B129E1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009F8A-4A00-4A24-A6D8-404B72DE25C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30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71A9-818B-4A2E-8A37-E98B7E8971F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FCDCB26-1E50-4916-A928-F93F50FC82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65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972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7457-C8AB-4044-B935-CD3DF3246568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1068D0-85DC-484A-8BF9-5725F4DBB2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52483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81F1-A701-4B80-A32E-B610E9E63C09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39FC616-E693-41C1-BD19-698B285144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0509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C28-30E4-4A43-BE3F-F394179AD869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DD60A60-C176-4FB0-8C31-9E7D248512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64004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1D27A-84E3-4260-80ED-4B4705F39F8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96D627D-C6DC-4A75-911F-5FBF1AB867D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8492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09FD-4214-4F3A-AE46-EBDE80A3F977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47B7883-3336-4077-90F0-B93089418A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2510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093A-86DE-4C89-BE82-A64D3AE7403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7DEC5F5-096F-46B9-AD07-8FF78ABF34B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763442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ü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4A8EF0-C4BB-4FF1-A087-1828A861A7A2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2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FB9A-2C34-4553-8D0B-FB25F8E93665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ECE24E6-4A5A-4343-B2C1-436122DA9D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34164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69FA-0A6C-4EF9-A6A0-29B5A0966AE3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79F5836-BEF7-4EB3-8486-34259F1745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9660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011B2CF-5596-40FB-835C-D450C93B6163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B0449415-1C6A-4A64-8E2F-F702863ADC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738B0DA3-FE01-4AE2-A303-09F23CA731E7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D6AD124-56CB-4E6C-AA90-A81031F6BDB3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61C4E282-28A6-498E-9040-A910141F1EFD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73C68822-B829-45A4-BBE9-36FFB1E83213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D77A74DB-FD82-47F9-8878-37803B7AB3D7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19522EFA-8CEC-4EE0-9442-39E9ADAB2CCC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0DF3FC5F-9F16-467C-B353-4E19CECDB559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54D5478D-625E-4820-BE3F-5A2A1D1D92CB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FDF2471-44E2-421C-AC3B-D064ACCDB94C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F7D1821-AC51-4D3F-9530-6B9F6703662A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B17AE7F-A04B-467A-9306-87FE75DF0E04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6339B94-749D-4AB3-A33D-B33FA5BAE446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40C8837A-0B5F-4A13-B684-B3EB1FF4F1B5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79E37DC-409A-4084-8BCE-C5917C2A84A1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484E8C0-76B0-4B1C-9BF9-74EE12367B72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12417C7-0430-4F81-BBD4-AA6D1ED1EBE6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596D4F29-6C7C-4E6D-AF8B-430889FA2F92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C78C5412-D97D-4017-B0C7-8AEC1552AEF0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0A92F4-5A6E-4593-B6AA-859530A02DAA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EAAE5B0-8E68-4059-9692-6EA74FCE9E8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268B4AAB-F3FC-4A54-AE59-11D4B13AF48D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CE185222-A5ED-406F-996B-85DC26BD01B4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3B0202CA-7509-4877-85C8-CACDC758DC37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1547BA79-BB16-48DF-8A3E-A4E312335A4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D9038C9-BA8B-4732-A59B-84A026AFA342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94B26F25-E866-4555-9CFA-54479F3BDC9B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13C4216-5CFC-4D30-81F4-6398173809B8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ED719F3-A124-4E3F-B15E-D51E0B0B16B9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9FEC83F-D466-45C2-9AC2-A4F2E3C49543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E04CB4EC-8DC6-45C9-B808-C96E8C5508C4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58AC431-F147-488F-B059-EA67234AB074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11E2C39-461E-4E9E-87BB-0C375FF08B3A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D56B961-4367-4BC5-9ECE-62828F08D1C2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0A6D61-3390-4476-8EB0-7DE9776449B1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C2E152D-6891-4B91-B9F0-47DB3B128BBE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F487762-1320-482B-AA1F-A775BAF19905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39F0DE7-3D07-4192-947C-90054D2045DE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635A2E71-4279-4C10-85D7-36329C8072A8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4F6612F-7FFD-43C4-8253-5F26F2FA8205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618FC839-7C8D-47CE-8EA1-08C1B33D2966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BF38685-A8C4-4C94-89FB-0ED4A3F66456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E74C300-BF3D-407C-B075-3AEC8CCABF80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694207B-F80C-48C1-95D4-851EEEE6D0F5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2F0F18D-4450-4104-A4C5-D960B4A1B571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4FBC7316-BDD7-429B-8210-6AC7F92BB84D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3A88007-D673-4001-9BC9-61D23CFC79F4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8DA8B809-24B2-4D90-9ED8-0EC1864BB1A6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D83D1A9-8840-46E3-A56E-2CA2BE14E7DE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C2CD6EC0-4F06-472B-95CC-C377820B6039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23C2F5C-B201-44AE-B4CD-5354E822D5AA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A01C539-3230-423D-8CB5-A0C5433E0D2D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BB47ECAD-BFE7-4710-BBB7-917B6C9A65FC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878E39A-661B-49C2-B48C-16FA017BAF30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58A27F7B-B619-410F-95CC-104496B43D8A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7644607-6274-4D03-90D7-71C48FCB5FB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EFC3B667-AEDC-4D5D-8AD4-793D19B406D4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AB3C5DC-4B24-4663-BBB8-DA9B4BE7B3A6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F25D25-8968-4D14-84F0-DCC5050A42B9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D182938-751B-4CBB-8340-A6FD2C5AF3F3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1F386436-DD68-4971-B1BC-54269868F691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97301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63B15E59-1DC8-4E69-A2E3-B7C301F85A74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31479838-9F74-4673-9EBF-71D7160465D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853C65E7-B88C-42F7-937F-8DB98A4E9FCC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758B2ACA-719E-43F3-9EC0-0034F9047CBB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35EE226D-3234-43F6-8BB4-C0E371601E92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7EFAE98-DF8E-4D8F-BA4F-2EDBA3177CF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44E1B9-32E5-4A3A-8DDB-8859CA78DEA6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A113CC62-1A03-4F2F-81E6-89FD73E2054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AEAF2AAD-7F92-4C68-919A-54ED1D8E07B7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5FFE12AD-2431-47E8-ABC4-3D8E3A605297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DAA0DE08-F7C2-4423-8FFE-8532F2A5C6FD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FA5E0D5-28AF-4E95-B133-86F7102C0A96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BF7A4DF-5D86-43D9-A178-B2D1212251F4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A7958CCB-2330-4A17-B5C3-425A7C3D83AC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FA7F979D-C5F8-486C-A37D-020E7D3D317B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1770F-AEF4-4C86-94F7-682AFD95DE4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C2E010-BDCD-474A-A6F8-8BD52E984837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8AF4BC2-37FE-4D4C-97FA-D42EB65D0C5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0202D10A-B967-464F-8305-AA6FAA93839B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7E67764-C4B8-41B0-B9C5-C4DF345626E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B81E770-0087-40A5-A3DA-94AC0A24BAF6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A875C85-F2F5-46FB-B389-D71C46A1DE24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4E2D03D-0830-486A-A6A9-F40A5230F968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02E3471-A6EC-4D18-B2A8-8BAE25AF636D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EDACA6D-F2B5-49EA-A2BB-7F2DA522AD37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DC4084CA-5DB9-4485-8430-F048E5F868DC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DD49516-EA60-4B95-B9D2-C3E7F48B2ACE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BCEF951-365A-47DF-B144-DA13EF292D6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83A02B9-87B9-42C6-A66E-EE963D0E48AB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3E1D314-1BE4-4D91-906A-39A39510A06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2CCDC97-7480-43E2-A280-1F630D229367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50BE68B-7749-4F77-9172-E959A95D111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40B095B-7AF5-4ED7-A633-F4D6D308DCA7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C087BE32-DA94-4094-A1C5-68E43E197CD9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10EF90D-D961-4886-A667-E29488DD3B72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CC725CA-1995-466A-BBFB-E4CC489DC9A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679DB96-810C-4354-B51A-032CFEFED6D5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128EA777-D1F4-47DC-93D5-A5DF6BD4D2D2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ED8FD9A-7134-4B69-86C9-5584AABA0DA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136C0CB-E9EC-4D79-ABB6-F229DA9FF52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6B10647-27C1-42C9-9CE4-63BC66AAEC60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694EE07-7C6D-4AEB-9248-C77C0C2DA2C9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4C49C4B4-927F-405D-9CBA-4D5DAADCBB4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CE5A6C1-7169-4363-BD9D-A2503A01234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285BC79-E7CB-41E4-9EAF-48FA16725D9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FE4AEB4-A994-48BE-B61D-C6EC2698C0BE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C18043D-1369-4E6D-9211-DD23A824E7CB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6281DAD0-3872-400E-8D26-FFA07493297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A238B80F-CEC5-4808-AF03-A33208CDDBB0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55691878-494C-4687-9A55-8351DD5972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DB224C-20EA-4E58-9D0D-992C660EA7C3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F0062D9-7FA7-487E-B266-465DCCF076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E64F3B7C-CB4A-4496-94EF-731E99CC6D26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C8F2FE3-8BCF-4388-9D18-C9FDBDA8F54F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DD335225-272F-4571-BDD9-C4D260933D6A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BF69BAD7-575C-4929-A903-11EBC948B0D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FD20AC73-D10C-4D22-8487-42E7948AA40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8D9FDD-C5F5-4349-BD5F-D81FB30DB6DE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52F4FC91-2197-434F-A278-42EE431CF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70989457-73C8-4AE9-A3E6-E132F67ADA2C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7405C47-1DB1-40F6-BCEC-9BCDAEC7A2FE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8B65F82E-B0A2-4FE8-850E-F63AE810CA1C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A00446A1-9174-4182-AFBD-F7FDFC75E70F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AA100-7EC2-47E0-8C69-9A45AA44476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428011-BD3C-4C8D-8D99-4841E1FFC0AF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6C7C54C-A8CF-4444-AC59-BF72E47F72A6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50FAB8E-78AE-4621-92B7-50E022AAB55A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AC24D8DA-7994-4FBE-8591-E8A44FF7C7F7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C26A421C-A8D4-4825-8BA4-943B818B8D2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022EA131-DFDB-431F-A60F-CCAACE5F847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75B85351-FC36-4EAA-ADAC-848C5CE8CF20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864D1068-6C88-4E64-9CE8-709F2115AB93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060D30F5-7860-4FEF-9867-6D902CB11985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732D5F25-F623-49DA-B9D2-8BB8C68F24F2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0FAC63F4-9971-49C4-8827-AF6DFF0CACC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0C9B571-3A50-4743-B6C5-E6337F5E3872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454C239-1FB1-4A92-A3A3-00D362D352B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B477F16-4711-4484-85E1-93965BBDAEC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0A65D7A-5744-468F-9625-38183D07B3A0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72308F4-C46D-44F7-A941-546D6F81040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410975B0-0BB1-4600-901F-1A785AB533DC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E5E3A78-B400-4E3E-A684-1AF24E10D831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9AC3075-8837-4AFD-8F75-890D1D9AF8CF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F2E48AF-510F-486C-BDB2-4FA9AE217CDF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B965C2F-CC59-477C-B69E-2D51A0CDD5D4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0A9408CB-7970-4EA5-8BBC-971D93830404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9118195-76D4-4209-ACC9-AFF1E0377B21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90E8F94-9DF5-4633-A4DA-1E970ED17EF0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8CB1B880-DFBA-47FA-A0D1-80F79DCEF058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F7BC3AF-0B66-4B22-B031-DE626CAAD637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A283BC6-ABA7-4329-B3E5-10C461ACE247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6ECD116-CF25-4465-B5AC-8F2569E130E0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E34A90A-432D-4C60-9F16-7923D1D0B494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B854A39-3934-43E9-8CFE-175EC7FE0A9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53C14EFA-5A1A-4D01-9767-9A186FA29B5B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69D2715-AF0E-46E1-8FF2-F91E9406D07D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59E0035D-2A73-49EA-B365-FBBEE42775B2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8BFC058-3B6C-4338-940F-5C6277708C38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367B7B8-EDCE-43FA-BEAF-423CF7A90572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E97F9C3D-43CA-488F-B0D8-FAC6A2FE2A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483382-E7B2-461A-9BAD-3207C8F404A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2E8F5DC4-B3AD-4456-8E9B-9A5F7EF38D3B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3005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B5713F8-C1BB-444E-8351-6C81D55886A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520C-8A68-4EF9-96ED-AA67836076D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A4B336B0-5AA0-4184-BF29-90BF37A678FA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5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16C11D-8DF3-4A2A-A058-67BF98A1B96A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B9C3F00-7FB2-4003-A482-01BAC23713A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21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9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3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112EB-8770-760D-D257-860FD98ADED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077DC152-99F0-8AEE-73F4-65D04FC959AA}"/>
              </a:ext>
            </a:extLst>
          </p:cNvPr>
          <p:cNvGrpSpPr/>
          <p:nvPr/>
        </p:nvGrpSpPr>
        <p:grpSpPr>
          <a:xfrm>
            <a:off x="608350" y="1621726"/>
            <a:ext cx="5760000" cy="2660073"/>
            <a:chOff x="608350" y="1621726"/>
            <a:chExt cx="5760000" cy="2660073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A3F78FA1-61CB-5863-BA79-0AEBEA898B7F}"/>
                </a:ext>
              </a:extLst>
            </p:cNvPr>
            <p:cNvSpPr/>
            <p:nvPr/>
          </p:nvSpPr>
          <p:spPr>
            <a:xfrm>
              <a:off x="608350" y="1621726"/>
              <a:ext cx="5760000" cy="26600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16A3DC4D-CF50-0CA6-40A8-C44E7E0005A5}"/>
                </a:ext>
              </a:extLst>
            </p:cNvPr>
            <p:cNvGrpSpPr/>
            <p:nvPr/>
          </p:nvGrpSpPr>
          <p:grpSpPr>
            <a:xfrm>
              <a:off x="760748" y="1892611"/>
              <a:ext cx="3901309" cy="2376587"/>
              <a:chOff x="3515528" y="2330761"/>
              <a:chExt cx="3901309" cy="2376587"/>
            </a:xfrm>
          </p:grpSpPr>
          <p:sp>
            <p:nvSpPr>
              <p:cNvPr id="129" name="Rechteck: abgerundete Ecken 128">
                <a:extLst>
                  <a:ext uri="{FF2B5EF4-FFF2-40B4-BE49-F238E27FC236}">
                    <a16:creationId xmlns:a16="http://schemas.microsoft.com/office/drawing/2014/main" id="{21DF9058-E888-125F-B79E-800BA8C8F59D}"/>
                  </a:ext>
                </a:extLst>
              </p:cNvPr>
              <p:cNvSpPr/>
              <p:nvPr/>
            </p:nvSpPr>
            <p:spPr>
              <a:xfrm>
                <a:off x="3943350" y="2653926"/>
                <a:ext cx="3060290" cy="172390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130" name="Gruppieren 129">
                <a:extLst>
                  <a:ext uri="{FF2B5EF4-FFF2-40B4-BE49-F238E27FC236}">
                    <a16:creationId xmlns:a16="http://schemas.microsoft.com/office/drawing/2014/main" id="{DDA2919F-4E86-F6B1-7BA8-993A03E48E56}"/>
                  </a:ext>
                </a:extLst>
              </p:cNvPr>
              <p:cNvGrpSpPr/>
              <p:nvPr/>
            </p:nvGrpSpPr>
            <p:grpSpPr>
              <a:xfrm>
                <a:off x="3515528" y="2330761"/>
                <a:ext cx="3901309" cy="2376587"/>
                <a:chOff x="2682176" y="2248531"/>
                <a:chExt cx="3901309" cy="2376587"/>
              </a:xfrm>
            </p:grpSpPr>
            <p:sp>
              <p:nvSpPr>
                <p:cNvPr id="17" name="Rechteck: abgerundete Ecken 16">
                  <a:extLst>
                    <a:ext uri="{FF2B5EF4-FFF2-40B4-BE49-F238E27FC236}">
                      <a16:creationId xmlns:a16="http://schemas.microsoft.com/office/drawing/2014/main" id="{7E94D328-FC7B-0E15-668B-862ED9057B45}"/>
                    </a:ext>
                  </a:extLst>
                </p:cNvPr>
                <p:cNvSpPr/>
                <p:nvPr/>
              </p:nvSpPr>
              <p:spPr>
                <a:xfrm>
                  <a:off x="5116982" y="3699472"/>
                  <a:ext cx="360000" cy="180000"/>
                </a:xfrm>
                <a:prstGeom prst="roundRect">
                  <a:avLst/>
                </a:prstGeom>
                <a:solidFill>
                  <a:schemeClr val="accent5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l-GR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σ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Rechteck: abgerundete Ecken 18">
                  <a:extLst>
                    <a:ext uri="{FF2B5EF4-FFF2-40B4-BE49-F238E27FC236}">
                      <a16:creationId xmlns:a16="http://schemas.microsoft.com/office/drawing/2014/main" id="{8703DD98-12FE-7F5E-465B-775896C315A6}"/>
                    </a:ext>
                  </a:extLst>
                </p:cNvPr>
                <p:cNvSpPr/>
                <p:nvPr/>
              </p:nvSpPr>
              <p:spPr>
                <a:xfrm>
                  <a:off x="3450643" y="3699472"/>
                  <a:ext cx="360000" cy="180000"/>
                </a:xfrm>
                <a:prstGeom prst="roundRect">
                  <a:avLst/>
                </a:prstGeom>
                <a:solidFill>
                  <a:schemeClr val="accent5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l-GR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σ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hteck: abgerundete Ecken 20">
                  <a:extLst>
                    <a:ext uri="{FF2B5EF4-FFF2-40B4-BE49-F238E27FC236}">
                      <a16:creationId xmlns:a16="http://schemas.microsoft.com/office/drawing/2014/main" id="{1C8DD816-6DE0-F185-CC9F-7C7533331018}"/>
                    </a:ext>
                  </a:extLst>
                </p:cNvPr>
                <p:cNvSpPr/>
                <p:nvPr/>
              </p:nvSpPr>
              <p:spPr>
                <a:xfrm>
                  <a:off x="4557848" y="3699472"/>
                  <a:ext cx="360000" cy="180000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de-DE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tanh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42A196EC-515E-9FEC-89F9-DEBAF20FD113}"/>
                    </a:ext>
                  </a:extLst>
                </p:cNvPr>
                <p:cNvSpPr/>
                <p:nvPr/>
              </p:nvSpPr>
              <p:spPr>
                <a:xfrm>
                  <a:off x="4629848" y="2628851"/>
                  <a:ext cx="216000" cy="216000"/>
                </a:xfrm>
                <a:prstGeom prst="ellipse">
                  <a:avLst/>
                </a:prstGeom>
                <a:solidFill>
                  <a:schemeClr val="bg2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11D6AFCC-A25F-D662-5217-C9A6CC0B78A2}"/>
                    </a:ext>
                  </a:extLst>
                </p:cNvPr>
                <p:cNvSpPr/>
                <p:nvPr/>
              </p:nvSpPr>
              <p:spPr>
                <a:xfrm rot="2700000">
                  <a:off x="3522643" y="2628851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600" dirty="0">
                      <a:solidFill>
                        <a:schemeClr val="tx1"/>
                      </a:solidFill>
                      <a:latin typeface="Arial"/>
                    </a:rPr>
                    <a:t>+</a:t>
                  </a: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3" name="Gerade Verbindung mit Pfeil 2">
                  <a:extLst>
                    <a:ext uri="{FF2B5EF4-FFF2-40B4-BE49-F238E27FC236}">
                      <a16:creationId xmlns:a16="http://schemas.microsoft.com/office/drawing/2014/main" id="{611DEA82-7F10-C459-1DEC-1F3EF923A3A4}"/>
                    </a:ext>
                  </a:extLst>
                </p:cNvPr>
                <p:cNvCxnSpPr>
                  <a:cxnSpLocks/>
                  <a:endCxn id="24" idx="3"/>
                </p:cNvCxnSpPr>
                <p:nvPr/>
              </p:nvCxnSpPr>
              <p:spPr>
                <a:xfrm>
                  <a:off x="2987412" y="2733677"/>
                  <a:ext cx="535230" cy="317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" name="Gerade Verbindung mit Pfeil 3">
                  <a:extLst>
                    <a:ext uri="{FF2B5EF4-FFF2-40B4-BE49-F238E27FC236}">
                      <a16:creationId xmlns:a16="http://schemas.microsoft.com/office/drawing/2014/main" id="{853C482A-9510-14BE-FBF8-74286D56ECD2}"/>
                    </a:ext>
                  </a:extLst>
                </p:cNvPr>
                <p:cNvCxnSpPr>
                  <a:cxnSpLocks/>
                  <a:stCxn id="24" idx="7"/>
                  <a:endCxn id="22" idx="2"/>
                </p:cNvCxnSpPr>
                <p:nvPr/>
              </p:nvCxnSpPr>
              <p:spPr>
                <a:xfrm>
                  <a:off x="3738644" y="2736851"/>
                  <a:ext cx="891204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Gerade Verbindung mit Pfeil 4">
                  <a:extLst>
                    <a:ext uri="{FF2B5EF4-FFF2-40B4-BE49-F238E27FC236}">
                      <a16:creationId xmlns:a16="http://schemas.microsoft.com/office/drawing/2014/main" id="{867A1368-5AB8-4D19-EFAD-87AB088C1C9D}"/>
                    </a:ext>
                  </a:extLst>
                </p:cNvPr>
                <p:cNvCxnSpPr>
                  <a:cxnSpLocks/>
                  <a:stCxn id="22" idx="6"/>
                </p:cNvCxnSpPr>
                <p:nvPr/>
              </p:nvCxnSpPr>
              <p:spPr>
                <a:xfrm>
                  <a:off x="4845848" y="2736851"/>
                  <a:ext cx="148351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Gerade Verbindung mit Pfeil 5">
                  <a:extLst>
                    <a:ext uri="{FF2B5EF4-FFF2-40B4-BE49-F238E27FC236}">
                      <a16:creationId xmlns:a16="http://schemas.microsoft.com/office/drawing/2014/main" id="{42C85E30-FBE3-D4BD-5481-92633C2D3E46}"/>
                    </a:ext>
                  </a:extLst>
                </p:cNvPr>
                <p:cNvCxnSpPr>
                  <a:cxnSpLocks/>
                  <a:stCxn id="19" idx="0"/>
                  <a:endCxn id="24" idx="5"/>
                </p:cNvCxnSpPr>
                <p:nvPr/>
              </p:nvCxnSpPr>
              <p:spPr>
                <a:xfrm flipV="1">
                  <a:off x="3630643" y="2844852"/>
                  <a:ext cx="0" cy="85462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C0D5C321-2A14-C544-FA65-6641DCBE452D}"/>
                    </a:ext>
                  </a:extLst>
                </p:cNvPr>
                <p:cNvCxnSpPr>
                  <a:cxnSpLocks/>
                  <a:stCxn id="78" idx="4"/>
                </p:cNvCxnSpPr>
                <p:nvPr/>
              </p:nvCxnSpPr>
              <p:spPr>
                <a:xfrm flipV="1">
                  <a:off x="3629840" y="3879472"/>
                  <a:ext cx="803" cy="2602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Verbinder: gewinkelt 25">
                  <a:extLst>
                    <a:ext uri="{FF2B5EF4-FFF2-40B4-BE49-F238E27FC236}">
                      <a16:creationId xmlns:a16="http://schemas.microsoft.com/office/drawing/2014/main" id="{D5009DC5-5AA5-6659-03E3-F5EF2140FD58}"/>
                    </a:ext>
                  </a:extLst>
                </p:cNvPr>
                <p:cNvCxnSpPr>
                  <a:cxnSpLocks/>
                  <a:endCxn id="17" idx="2"/>
                </p:cNvCxnSpPr>
                <p:nvPr/>
              </p:nvCxnSpPr>
              <p:spPr>
                <a:xfrm flipV="1">
                  <a:off x="3016098" y="3879472"/>
                  <a:ext cx="2280884" cy="242201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Rechteck: abgerundete Ecken 26">
                  <a:extLst>
                    <a:ext uri="{FF2B5EF4-FFF2-40B4-BE49-F238E27FC236}">
                      <a16:creationId xmlns:a16="http://schemas.microsoft.com/office/drawing/2014/main" id="{D26129F8-EEE0-2BE5-B9EA-CEE3D5F52839}"/>
                    </a:ext>
                  </a:extLst>
                </p:cNvPr>
                <p:cNvSpPr/>
                <p:nvPr/>
              </p:nvSpPr>
              <p:spPr>
                <a:xfrm>
                  <a:off x="4006089" y="3699472"/>
                  <a:ext cx="360000" cy="180000"/>
                </a:xfrm>
                <a:prstGeom prst="roundRect">
                  <a:avLst/>
                </a:prstGeom>
                <a:solidFill>
                  <a:schemeClr val="accent5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l-GR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σ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28" name="Gerade Verbindung mit Pfeil 27">
                  <a:extLst>
                    <a:ext uri="{FF2B5EF4-FFF2-40B4-BE49-F238E27FC236}">
                      <a16:creationId xmlns:a16="http://schemas.microsoft.com/office/drawing/2014/main" id="{4C50CD2D-AA9F-061A-005E-D2A703930CF9}"/>
                    </a:ext>
                  </a:extLst>
                </p:cNvPr>
                <p:cNvCxnSpPr>
                  <a:cxnSpLocks/>
                  <a:stCxn id="79" idx="0"/>
                </p:cNvCxnSpPr>
                <p:nvPr/>
              </p:nvCxnSpPr>
              <p:spPr>
                <a:xfrm flipV="1">
                  <a:off x="4185285" y="3879472"/>
                  <a:ext cx="804" cy="2242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Gerade Verbindung mit Pfeil 28">
                  <a:extLst>
                    <a:ext uri="{FF2B5EF4-FFF2-40B4-BE49-F238E27FC236}">
                      <a16:creationId xmlns:a16="http://schemas.microsoft.com/office/drawing/2014/main" id="{D1BBCF9A-3B4F-2428-5094-75E333663C95}"/>
                    </a:ext>
                  </a:extLst>
                </p:cNvPr>
                <p:cNvCxnSpPr>
                  <a:cxnSpLocks/>
                  <a:stCxn id="80" idx="0"/>
                </p:cNvCxnSpPr>
                <p:nvPr/>
              </p:nvCxnSpPr>
              <p:spPr>
                <a:xfrm flipV="1">
                  <a:off x="4740730" y="3879472"/>
                  <a:ext cx="805" cy="2242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id="{602A8314-3916-6222-3930-28C4D4A2BFB4}"/>
                    </a:ext>
                  </a:extLst>
                </p:cNvPr>
                <p:cNvSpPr/>
                <p:nvPr/>
              </p:nvSpPr>
              <p:spPr>
                <a:xfrm rot="2700000">
                  <a:off x="4629848" y="3307683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CFC146FE-A647-CB8A-F642-22A0BEC2DA11}"/>
                    </a:ext>
                  </a:extLst>
                </p:cNvPr>
                <p:cNvSpPr/>
                <p:nvPr/>
              </p:nvSpPr>
              <p:spPr>
                <a:xfrm rot="2700000">
                  <a:off x="5542378" y="3307683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33" name="Rechteck: abgerundete Ecken 32">
                  <a:extLst>
                    <a:ext uri="{FF2B5EF4-FFF2-40B4-BE49-F238E27FC236}">
                      <a16:creationId xmlns:a16="http://schemas.microsoft.com/office/drawing/2014/main" id="{E9583D37-6A40-41E8-0308-2F03FD199CD8}"/>
                    </a:ext>
                  </a:extLst>
                </p:cNvPr>
                <p:cNvSpPr/>
                <p:nvPr/>
              </p:nvSpPr>
              <p:spPr>
                <a:xfrm>
                  <a:off x="5468771" y="2935413"/>
                  <a:ext cx="360000" cy="180000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de-DE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tanh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" name="Gerader Verbinder 36">
                  <a:extLst>
                    <a:ext uri="{FF2B5EF4-FFF2-40B4-BE49-F238E27FC236}">
                      <a16:creationId xmlns:a16="http://schemas.microsoft.com/office/drawing/2014/main" id="{632FCC0F-74B2-4B46-473D-E315482002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5657" y="4127266"/>
                  <a:ext cx="0" cy="19231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6CCD41FA-0B1A-85C1-9185-CAFFD169D2F2}"/>
                    </a:ext>
                  </a:extLst>
                </p:cNvPr>
                <p:cNvCxnSpPr>
                  <a:cxnSpLocks/>
                  <a:stCxn id="21" idx="0"/>
                  <a:endCxn id="31" idx="5"/>
                </p:cNvCxnSpPr>
                <p:nvPr/>
              </p:nvCxnSpPr>
              <p:spPr>
                <a:xfrm flipV="1">
                  <a:off x="4737848" y="3523684"/>
                  <a:ext cx="0" cy="17578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Verbinder: gewinkelt 46">
                  <a:extLst>
                    <a:ext uri="{FF2B5EF4-FFF2-40B4-BE49-F238E27FC236}">
                      <a16:creationId xmlns:a16="http://schemas.microsoft.com/office/drawing/2014/main" id="{490DCF84-EE92-00B7-3693-4028DCDF917C}"/>
                    </a:ext>
                  </a:extLst>
                </p:cNvPr>
                <p:cNvCxnSpPr>
                  <a:cxnSpLocks/>
                  <a:stCxn id="27" idx="0"/>
                  <a:endCxn id="31" idx="3"/>
                </p:cNvCxnSpPr>
                <p:nvPr/>
              </p:nvCxnSpPr>
              <p:spPr>
                <a:xfrm rot="5400000" flipH="1" flipV="1">
                  <a:off x="4266074" y="3335699"/>
                  <a:ext cx="283789" cy="443758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Verbinder: gewinkelt 49">
                  <a:extLst>
                    <a:ext uri="{FF2B5EF4-FFF2-40B4-BE49-F238E27FC236}">
                      <a16:creationId xmlns:a16="http://schemas.microsoft.com/office/drawing/2014/main" id="{102F7667-DA69-1EBC-A89C-1FFFC7A32E62}"/>
                    </a:ext>
                  </a:extLst>
                </p:cNvPr>
                <p:cNvCxnSpPr>
                  <a:cxnSpLocks/>
                  <a:stCxn id="17" idx="0"/>
                  <a:endCxn id="32" idx="3"/>
                </p:cNvCxnSpPr>
                <p:nvPr/>
              </p:nvCxnSpPr>
              <p:spPr>
                <a:xfrm rot="5400000" flipH="1" flipV="1">
                  <a:off x="5277785" y="3434881"/>
                  <a:ext cx="283789" cy="24539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Gerade Verbindung mit Pfeil 52">
                  <a:extLst>
                    <a:ext uri="{FF2B5EF4-FFF2-40B4-BE49-F238E27FC236}">
                      <a16:creationId xmlns:a16="http://schemas.microsoft.com/office/drawing/2014/main" id="{D5F24192-F307-ECFE-FF56-5917A7B2DB99}"/>
                    </a:ext>
                  </a:extLst>
                </p:cNvPr>
                <p:cNvCxnSpPr>
                  <a:cxnSpLocks/>
                  <a:stCxn id="33" idx="2"/>
                  <a:endCxn id="32" idx="1"/>
                </p:cNvCxnSpPr>
                <p:nvPr/>
              </p:nvCxnSpPr>
              <p:spPr>
                <a:xfrm>
                  <a:off x="5648771" y="3115413"/>
                  <a:ext cx="1607" cy="19226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Gerade Verbindung mit Pfeil 55">
                  <a:extLst>
                    <a:ext uri="{FF2B5EF4-FFF2-40B4-BE49-F238E27FC236}">
                      <a16:creationId xmlns:a16="http://schemas.microsoft.com/office/drawing/2014/main" id="{D4AA1698-3319-29BE-EDC7-A6A1CD933BBA}"/>
                    </a:ext>
                  </a:extLst>
                </p:cNvPr>
                <p:cNvCxnSpPr>
                  <a:cxnSpLocks/>
                  <a:endCxn id="33" idx="0"/>
                </p:cNvCxnSpPr>
                <p:nvPr/>
              </p:nvCxnSpPr>
              <p:spPr>
                <a:xfrm>
                  <a:off x="5648771" y="2736851"/>
                  <a:ext cx="0" cy="19856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Gerade Verbindung mit Pfeil 62">
                  <a:extLst>
                    <a:ext uri="{FF2B5EF4-FFF2-40B4-BE49-F238E27FC236}">
                      <a16:creationId xmlns:a16="http://schemas.microsoft.com/office/drawing/2014/main" id="{8433359F-73D2-0F27-38A6-94FA552B8E69}"/>
                    </a:ext>
                  </a:extLst>
                </p:cNvPr>
                <p:cNvCxnSpPr>
                  <a:cxnSpLocks/>
                  <a:stCxn id="31" idx="1"/>
                  <a:endCxn id="22" idx="4"/>
                </p:cNvCxnSpPr>
                <p:nvPr/>
              </p:nvCxnSpPr>
              <p:spPr>
                <a:xfrm flipV="1">
                  <a:off x="4737848" y="2844851"/>
                  <a:ext cx="0" cy="46283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 Verbindung mit Pfeil 74">
                  <a:extLst>
                    <a:ext uri="{FF2B5EF4-FFF2-40B4-BE49-F238E27FC236}">
                      <a16:creationId xmlns:a16="http://schemas.microsoft.com/office/drawing/2014/main" id="{B4D9F25F-D512-36D7-683E-58E69325E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5684" y="2420361"/>
                  <a:ext cx="0" cy="28057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Gerader Verbinder 75">
                  <a:extLst>
                    <a:ext uri="{FF2B5EF4-FFF2-40B4-BE49-F238E27FC236}">
                      <a16:creationId xmlns:a16="http://schemas.microsoft.com/office/drawing/2014/main" id="{8A8B1A15-3569-58A8-024D-31D55037860F}"/>
                    </a:ext>
                  </a:extLst>
                </p:cNvPr>
                <p:cNvCxnSpPr>
                  <a:cxnSpLocks/>
                  <a:endCxn id="81" idx="0"/>
                </p:cNvCxnSpPr>
                <p:nvPr/>
              </p:nvCxnSpPr>
              <p:spPr>
                <a:xfrm>
                  <a:off x="5945684" y="2692404"/>
                  <a:ext cx="0" cy="141126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E070E17E-708E-E423-55F1-94942911FFAD}"/>
                    </a:ext>
                  </a:extLst>
                </p:cNvPr>
                <p:cNvSpPr/>
                <p:nvPr/>
              </p:nvSpPr>
              <p:spPr>
                <a:xfrm>
                  <a:off x="3611840" y="410367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B9B0DF64-5110-0452-1EC0-1B01C1177938}"/>
                    </a:ext>
                  </a:extLst>
                </p:cNvPr>
                <p:cNvSpPr/>
                <p:nvPr/>
              </p:nvSpPr>
              <p:spPr>
                <a:xfrm>
                  <a:off x="4167285" y="410367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Ellipse 79">
                  <a:extLst>
                    <a:ext uri="{FF2B5EF4-FFF2-40B4-BE49-F238E27FC236}">
                      <a16:creationId xmlns:a16="http://schemas.microsoft.com/office/drawing/2014/main" id="{49A26CF1-3E01-44CE-BE33-78132B838C3A}"/>
                    </a:ext>
                  </a:extLst>
                </p:cNvPr>
                <p:cNvSpPr/>
                <p:nvPr/>
              </p:nvSpPr>
              <p:spPr>
                <a:xfrm>
                  <a:off x="4722730" y="410367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Ellipse 80">
                  <a:extLst>
                    <a:ext uri="{FF2B5EF4-FFF2-40B4-BE49-F238E27FC236}">
                      <a16:creationId xmlns:a16="http://schemas.microsoft.com/office/drawing/2014/main" id="{B9A1DD0F-1E87-8E0D-D0BB-34FF60FC7FD4}"/>
                    </a:ext>
                  </a:extLst>
                </p:cNvPr>
                <p:cNvSpPr/>
                <p:nvPr/>
              </p:nvSpPr>
              <p:spPr>
                <a:xfrm>
                  <a:off x="5927684" y="410367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feld 81">
                      <a:extLst>
                        <a:ext uri="{FF2B5EF4-FFF2-40B4-BE49-F238E27FC236}">
                          <a16:creationId xmlns:a16="http://schemas.microsoft.com/office/drawing/2014/main" id="{74199AA9-0073-E94F-4FA1-32305C01EF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82176" y="2628851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2" name="Textfeld 81">
                      <a:extLst>
                        <a:ext uri="{FF2B5EF4-FFF2-40B4-BE49-F238E27FC236}">
                          <a16:creationId xmlns:a16="http://schemas.microsoft.com/office/drawing/2014/main" id="{74199AA9-0073-E94F-4FA1-32305C01EF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82176" y="2628851"/>
                      <a:ext cx="288000" cy="32316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42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Textfeld 82">
                      <a:extLst>
                        <a:ext uri="{FF2B5EF4-FFF2-40B4-BE49-F238E27FC236}">
                          <a16:creationId xmlns:a16="http://schemas.microsoft.com/office/drawing/2014/main" id="{BFA24AB3-9D9A-0B23-1501-66027788C5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83033" y="4051574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3" name="Textfeld 82">
                      <a:extLst>
                        <a:ext uri="{FF2B5EF4-FFF2-40B4-BE49-F238E27FC236}">
                          <a16:creationId xmlns:a16="http://schemas.microsoft.com/office/drawing/2014/main" id="{BFA24AB3-9D9A-0B23-1501-66027788C5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83033" y="4051574"/>
                      <a:ext cx="288000" cy="3231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2766" r="-212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Textfeld 85">
                      <a:extLst>
                        <a:ext uri="{FF2B5EF4-FFF2-40B4-BE49-F238E27FC236}">
                          <a16:creationId xmlns:a16="http://schemas.microsoft.com/office/drawing/2014/main" id="{CDC02525-1C88-FCBC-70B3-4D496D4141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65946" y="4301953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6" name="Textfeld 85">
                      <a:extLst>
                        <a:ext uri="{FF2B5EF4-FFF2-40B4-BE49-F238E27FC236}">
                          <a16:creationId xmlns:a16="http://schemas.microsoft.com/office/drawing/2014/main" id="{CDC02525-1C88-FCBC-70B3-4D496D4141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65946" y="4301953"/>
                      <a:ext cx="288000" cy="3231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Textfeld 88">
                      <a:extLst>
                        <a:ext uri="{FF2B5EF4-FFF2-40B4-BE49-F238E27FC236}">
                          <a16:creationId xmlns:a16="http://schemas.microsoft.com/office/drawing/2014/main" id="{29934A95-FF9E-2334-43C5-BC2C63C13F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95485" y="4051573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feld 88">
                      <a:extLst>
                        <a:ext uri="{FF2B5EF4-FFF2-40B4-BE49-F238E27FC236}">
                          <a16:creationId xmlns:a16="http://schemas.microsoft.com/office/drawing/2014/main" id="{29934A95-FF9E-2334-43C5-BC2C63C13F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95485" y="4051573"/>
                      <a:ext cx="288000" cy="3231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feld 91">
                      <a:extLst>
                        <a:ext uri="{FF2B5EF4-FFF2-40B4-BE49-F238E27FC236}">
                          <a16:creationId xmlns:a16="http://schemas.microsoft.com/office/drawing/2014/main" id="{42BBCF16-8028-45C0-FD73-7C9BD9E85F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95485" y="2642396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Textfeld 91">
                      <a:extLst>
                        <a:ext uri="{FF2B5EF4-FFF2-40B4-BE49-F238E27FC236}">
                          <a16:creationId xmlns:a16="http://schemas.microsoft.com/office/drawing/2014/main" id="{42BBCF16-8028-45C0-FD73-7C9BD9E85F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95485" y="2642396"/>
                      <a:ext cx="288000" cy="3231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feld 92">
                      <a:extLst>
                        <a:ext uri="{FF2B5EF4-FFF2-40B4-BE49-F238E27FC236}">
                          <a16:creationId xmlns:a16="http://schemas.microsoft.com/office/drawing/2014/main" id="{030C128E-E8D4-CC16-FACD-E4BD90B22E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28771" y="2248531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Textfeld 92">
                      <a:extLst>
                        <a:ext uri="{FF2B5EF4-FFF2-40B4-BE49-F238E27FC236}">
                          <a16:creationId xmlns:a16="http://schemas.microsoft.com/office/drawing/2014/main" id="{030C128E-E8D4-CC16-FACD-E4BD90B22E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28771" y="2248531"/>
                      <a:ext cx="288000" cy="3231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4" name="Verbinder: gewinkelt 93">
                  <a:extLst>
                    <a:ext uri="{FF2B5EF4-FFF2-40B4-BE49-F238E27FC236}">
                      <a16:creationId xmlns:a16="http://schemas.microsoft.com/office/drawing/2014/main" id="{FD590CFF-6F3F-C576-B731-698429DFA1D0}"/>
                    </a:ext>
                  </a:extLst>
                </p:cNvPr>
                <p:cNvCxnSpPr>
                  <a:cxnSpLocks/>
                  <a:stCxn id="32" idx="5"/>
                </p:cNvCxnSpPr>
                <p:nvPr/>
              </p:nvCxnSpPr>
              <p:spPr>
                <a:xfrm rot="10800000" flipH="1" flipV="1">
                  <a:off x="5650378" y="3523683"/>
                  <a:ext cx="691066" cy="597465"/>
                </a:xfrm>
                <a:prstGeom prst="bentConnector3">
                  <a:avLst>
                    <a:gd name="adj1" fmla="val -811"/>
                  </a:avLst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6A2941C0-C33F-47AB-908D-A2842DABE058}"/>
                    </a:ext>
                  </a:extLst>
                </p:cNvPr>
                <p:cNvSpPr txBox="1"/>
                <p:nvPr/>
              </p:nvSpPr>
              <p:spPr>
                <a:xfrm>
                  <a:off x="1455079" y="3133249"/>
                  <a:ext cx="288000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de-DE" sz="1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𝒇</m:t>
                            </m:r>
                          </m:e>
                          <m:sub>
                            <m:r>
                              <a:rPr kumimoji="0" lang="de-DE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6A2941C0-C33F-47AB-908D-A2842DABE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5079" y="3133249"/>
                  <a:ext cx="288000" cy="3231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C4FE1A3-AFD8-C42F-6384-05B2E31CECC7}"/>
                    </a:ext>
                  </a:extLst>
                </p:cNvPr>
                <p:cNvSpPr txBox="1"/>
                <p:nvPr/>
              </p:nvSpPr>
              <p:spPr>
                <a:xfrm>
                  <a:off x="2013148" y="3133249"/>
                  <a:ext cx="288000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de-DE" sz="1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𝒊</m:t>
                            </m:r>
                          </m:e>
                          <m:sub>
                            <m:r>
                              <a:rPr kumimoji="0" lang="de-DE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C4FE1A3-AFD8-C42F-6384-05B2E31CE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148" y="3133249"/>
                  <a:ext cx="288000" cy="3231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A3DA34E4-2FA1-2280-2009-18A5D6E0D054}"/>
                    </a:ext>
                  </a:extLst>
                </p:cNvPr>
                <p:cNvSpPr txBox="1"/>
                <p:nvPr/>
              </p:nvSpPr>
              <p:spPr>
                <a:xfrm>
                  <a:off x="3122082" y="3133249"/>
                  <a:ext cx="288000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de-DE" sz="1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𝒐</m:t>
                            </m:r>
                          </m:e>
                          <m:sub>
                            <m:r>
                              <a:rPr kumimoji="0" lang="de-DE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A3DA34E4-2FA1-2280-2009-18A5D6E0D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2082" y="3133249"/>
                  <a:ext cx="288000" cy="3231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285F4860-D319-5B46-1721-C1023DE9B7F6}"/>
                </a:ext>
              </a:extLst>
            </p:cNvPr>
            <p:cNvGrpSpPr/>
            <p:nvPr/>
          </p:nvGrpSpPr>
          <p:grpSpPr>
            <a:xfrm>
              <a:off x="5002071" y="2215776"/>
              <a:ext cx="1173798" cy="1832717"/>
              <a:chOff x="8216900" y="2620689"/>
              <a:chExt cx="1173798" cy="1832717"/>
            </a:xfrm>
          </p:grpSpPr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C15F1115-F68D-F5ED-C941-B12BA387ACE6}"/>
                  </a:ext>
                </a:extLst>
              </p:cNvPr>
              <p:cNvGrpSpPr/>
              <p:nvPr/>
            </p:nvGrpSpPr>
            <p:grpSpPr>
              <a:xfrm>
                <a:off x="8282985" y="2893654"/>
                <a:ext cx="1005756" cy="1559752"/>
                <a:chOff x="9077360" y="3031580"/>
                <a:chExt cx="1005756" cy="1559752"/>
              </a:xfrm>
            </p:grpSpPr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E0D64A16-A164-9C8F-F705-FDC9C272D015}"/>
                    </a:ext>
                  </a:extLst>
                </p:cNvPr>
                <p:cNvSpPr txBox="1"/>
                <p:nvPr/>
              </p:nvSpPr>
              <p:spPr>
                <a:xfrm>
                  <a:off x="9368177" y="3042118"/>
                  <a:ext cx="714939" cy="14026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Input</a:t>
                  </a:r>
                </a:p>
                <a:p>
                  <a:pPr>
                    <a:lnSpc>
                      <a:spcPct val="110000"/>
                    </a:lnSpc>
                    <a:spcAft>
                      <a:spcPts val="300"/>
                    </a:spcAft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Hidden state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Forget gate</a:t>
                  </a:r>
                </a:p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Input gate</a:t>
                  </a:r>
                </a:p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Cell state</a:t>
                  </a:r>
                </a:p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Output gate</a:t>
                  </a:r>
                </a:p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Output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feld 38">
                      <a:extLst>
                        <a:ext uri="{FF2B5EF4-FFF2-40B4-BE49-F238E27FC236}">
                          <a16:creationId xmlns:a16="http://schemas.microsoft.com/office/drawing/2014/main" id="{A3B2253F-FB20-644C-E983-D177498E79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3031580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Textfeld 38">
                      <a:extLst>
                        <a:ext uri="{FF2B5EF4-FFF2-40B4-BE49-F238E27FC236}">
                          <a16:creationId xmlns:a16="http://schemas.microsoft.com/office/drawing/2014/main" id="{A3B2253F-FB20-644C-E983-D177498E79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3031580"/>
                      <a:ext cx="288000" cy="32316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feld 39">
                      <a:extLst>
                        <a:ext uri="{FF2B5EF4-FFF2-40B4-BE49-F238E27FC236}">
                          <a16:creationId xmlns:a16="http://schemas.microsoft.com/office/drawing/2014/main" id="{523CC717-74EE-F086-E912-36A02D2B8C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3237678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feld 39">
                      <a:extLst>
                        <a:ext uri="{FF2B5EF4-FFF2-40B4-BE49-F238E27FC236}">
                          <a16:creationId xmlns:a16="http://schemas.microsoft.com/office/drawing/2014/main" id="{523CC717-74EE-F086-E912-36A02D2B8CD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3237678"/>
                      <a:ext cx="288000" cy="32316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860668F4-4E2C-425B-EE33-860AD98FE4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3443776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860668F4-4E2C-425B-EE33-860AD98FE4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3443776"/>
                      <a:ext cx="288000" cy="3231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feld 42">
                      <a:extLst>
                        <a:ext uri="{FF2B5EF4-FFF2-40B4-BE49-F238E27FC236}">
                          <a16:creationId xmlns:a16="http://schemas.microsoft.com/office/drawing/2014/main" id="{C31B3F93-4866-B190-6B6B-11E2BF7F91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3649874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3" name="Textfeld 42">
                      <a:extLst>
                        <a:ext uri="{FF2B5EF4-FFF2-40B4-BE49-F238E27FC236}">
                          <a16:creationId xmlns:a16="http://schemas.microsoft.com/office/drawing/2014/main" id="{C31B3F93-4866-B190-6B6B-11E2BF7F91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3649874"/>
                      <a:ext cx="288000" cy="32316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feld 1">
                      <a:extLst>
                        <a:ext uri="{FF2B5EF4-FFF2-40B4-BE49-F238E27FC236}">
                          <a16:creationId xmlns:a16="http://schemas.microsoft.com/office/drawing/2014/main" id="{858AF507-363D-E165-8465-A3BBC15E0F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3855972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" name="Textfeld 1">
                      <a:extLst>
                        <a:ext uri="{FF2B5EF4-FFF2-40B4-BE49-F238E27FC236}">
                          <a16:creationId xmlns:a16="http://schemas.microsoft.com/office/drawing/2014/main" id="{858AF507-363D-E165-8465-A3BBC15E0FF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3855972"/>
                      <a:ext cx="288000" cy="32316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DF0A368A-F936-BF82-0C48-AFCE00B786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4062070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𝒐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DF0A368A-F936-BF82-0C48-AFCE00B786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4062070"/>
                      <a:ext cx="288000" cy="323165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67FD2F3C-C428-1F92-F809-BEE4A0F0A4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7360" y="4268167"/>
                      <a:ext cx="2880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de-DE" sz="1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kumimoji="0" lang="de-DE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67FD2F3C-C428-1F92-F809-BEE4A0F0A4D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7360" y="4268167"/>
                      <a:ext cx="288000" cy="323165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" name="Rechteck: abgerundete Ecken 11">
                <a:extLst>
                  <a:ext uri="{FF2B5EF4-FFF2-40B4-BE49-F238E27FC236}">
                    <a16:creationId xmlns:a16="http://schemas.microsoft.com/office/drawing/2014/main" id="{9A32E507-5F33-F967-57AD-A5B9C1C730A5}"/>
                  </a:ext>
                </a:extLst>
              </p:cNvPr>
              <p:cNvSpPr/>
              <p:nvPr/>
            </p:nvSpPr>
            <p:spPr>
              <a:xfrm>
                <a:off x="8216900" y="2620689"/>
                <a:ext cx="1173798" cy="1723909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0" bIns="180000" rtlCol="0" anchor="t"/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Legend: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723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112EB-8770-760D-D257-860FD98ADED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CB9536-C2F7-7860-F3D7-F57DF6FA055D}"/>
              </a:ext>
            </a:extLst>
          </p:cNvPr>
          <p:cNvGrpSpPr/>
          <p:nvPr/>
        </p:nvGrpSpPr>
        <p:grpSpPr>
          <a:xfrm>
            <a:off x="4548540" y="2200360"/>
            <a:ext cx="4056428" cy="2362767"/>
            <a:chOff x="4448807" y="1996836"/>
            <a:chExt cx="4056428" cy="2362767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38F40389-F8C1-94B2-4F28-8FD54A598A76}"/>
                </a:ext>
              </a:extLst>
            </p:cNvPr>
            <p:cNvGrpSpPr/>
            <p:nvPr/>
          </p:nvGrpSpPr>
          <p:grpSpPr>
            <a:xfrm>
              <a:off x="4448807" y="1996836"/>
              <a:ext cx="982641" cy="2362767"/>
              <a:chOff x="4448807" y="1996836"/>
              <a:chExt cx="982641" cy="2362767"/>
            </a:xfrm>
          </p:grpSpPr>
          <p:sp>
            <p:nvSpPr>
              <p:cNvPr id="349" name="Textfeld 348">
                <a:extLst>
                  <a:ext uri="{FF2B5EF4-FFF2-40B4-BE49-F238E27FC236}">
                    <a16:creationId xmlns:a16="http://schemas.microsoft.com/office/drawing/2014/main" id="{1C8B4BAC-770E-BE65-732B-D801162B602D}"/>
                  </a:ext>
                </a:extLst>
              </p:cNvPr>
              <p:cNvSpPr txBox="1"/>
              <p:nvPr/>
            </p:nvSpPr>
            <p:spPr>
              <a:xfrm>
                <a:off x="4448807" y="1996836"/>
                <a:ext cx="98264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b="1" dirty="0">
                    <a:solidFill>
                      <a:prstClr val="black"/>
                    </a:solidFill>
                    <a:latin typeface="Arial"/>
                  </a:rPr>
                  <a:t>High-resolution </a:t>
                </a:r>
                <a:endPara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483" name="Gruppieren 482">
                <a:extLst>
                  <a:ext uri="{FF2B5EF4-FFF2-40B4-BE49-F238E27FC236}">
                    <a16:creationId xmlns:a16="http://schemas.microsoft.com/office/drawing/2014/main" id="{29B2305C-C598-5E4E-E637-E240A566F9D2}"/>
                  </a:ext>
                </a:extLst>
              </p:cNvPr>
              <p:cNvGrpSpPr/>
              <p:nvPr/>
            </p:nvGrpSpPr>
            <p:grpSpPr>
              <a:xfrm>
                <a:off x="4497215" y="2196494"/>
                <a:ext cx="885825" cy="2163109"/>
                <a:chOff x="4149724" y="2199341"/>
                <a:chExt cx="885825" cy="2163109"/>
              </a:xfrm>
            </p:grpSpPr>
            <p:sp>
              <p:nvSpPr>
                <p:cNvPr id="16" name="Rechteck: abgerundete Ecken 15">
                  <a:extLst>
                    <a:ext uri="{FF2B5EF4-FFF2-40B4-BE49-F238E27FC236}">
                      <a16:creationId xmlns:a16="http://schemas.microsoft.com/office/drawing/2014/main" id="{A4B6BE68-DEBF-5C0C-1A86-313925700E7D}"/>
                    </a:ext>
                  </a:extLst>
                </p:cNvPr>
                <p:cNvSpPr/>
                <p:nvPr/>
              </p:nvSpPr>
              <p:spPr>
                <a:xfrm>
                  <a:off x="4149724" y="2199341"/>
                  <a:ext cx="885825" cy="216310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482" name="Gruppieren 481">
                  <a:extLst>
                    <a:ext uri="{FF2B5EF4-FFF2-40B4-BE49-F238E27FC236}">
                      <a16:creationId xmlns:a16="http://schemas.microsoft.com/office/drawing/2014/main" id="{D2024150-5AE9-A4F8-B185-20A8778C332C}"/>
                    </a:ext>
                  </a:extLst>
                </p:cNvPr>
                <p:cNvGrpSpPr/>
                <p:nvPr/>
              </p:nvGrpSpPr>
              <p:grpSpPr>
                <a:xfrm>
                  <a:off x="4245486" y="2293499"/>
                  <a:ext cx="694300" cy="1974792"/>
                  <a:chOff x="4065087" y="2875265"/>
                  <a:chExt cx="694300" cy="1974792"/>
                </a:xfrm>
              </p:grpSpPr>
              <p:grpSp>
                <p:nvGrpSpPr>
                  <p:cNvPr id="369" name="Gruppieren 368">
                    <a:extLst>
                      <a:ext uri="{FF2B5EF4-FFF2-40B4-BE49-F238E27FC236}">
                        <a16:creationId xmlns:a16="http://schemas.microsoft.com/office/drawing/2014/main" id="{0853CB71-2EDB-3119-FF31-C8A88FF0976F}"/>
                      </a:ext>
                    </a:extLst>
                  </p:cNvPr>
                  <p:cNvGrpSpPr/>
                  <p:nvPr/>
                </p:nvGrpSpPr>
                <p:grpSpPr>
                  <a:xfrm>
                    <a:off x="4065087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20" name="Ellipse 19">
                      <a:extLst>
                        <a:ext uri="{FF2B5EF4-FFF2-40B4-BE49-F238E27FC236}">
                          <a16:creationId xmlns:a16="http://schemas.microsoft.com/office/drawing/2014/main" id="{72A8E4A8-6074-7165-4FCF-368436D000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" name="Ellipse 43">
                      <a:extLst>
                        <a:ext uri="{FF2B5EF4-FFF2-40B4-BE49-F238E27FC236}">
                          <a16:creationId xmlns:a16="http://schemas.microsoft.com/office/drawing/2014/main" id="{6FADBFA5-9D33-E5A3-144A-C4A37350A2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48243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6" name="Ellipse 45">
                      <a:extLst>
                        <a:ext uri="{FF2B5EF4-FFF2-40B4-BE49-F238E27FC236}">
                          <a16:creationId xmlns:a16="http://schemas.microsoft.com/office/drawing/2014/main" id="{D7B69E40-9429-B492-0FD0-2C659ED0BD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1" name="Ellipse 50">
                      <a:extLst>
                        <a:ext uri="{FF2B5EF4-FFF2-40B4-BE49-F238E27FC236}">
                          <a16:creationId xmlns:a16="http://schemas.microsoft.com/office/drawing/2014/main" id="{FADCDC06-0F21-E0E1-E6E6-FEBE3CE2E9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11669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4" name="Ellipse 63">
                      <a:extLst>
                        <a:ext uri="{FF2B5EF4-FFF2-40B4-BE49-F238E27FC236}">
                          <a16:creationId xmlns:a16="http://schemas.microsoft.com/office/drawing/2014/main" id="{E936A22D-F6B5-6B25-F896-7E3C8AE4F9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" name="Ellipse 64">
                      <a:extLst>
                        <a:ext uri="{FF2B5EF4-FFF2-40B4-BE49-F238E27FC236}">
                          <a16:creationId xmlns:a16="http://schemas.microsoft.com/office/drawing/2014/main" id="{7A6AF6E3-7B91-5C1E-DCDC-031EF4EB8A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9" name="Ellipse 68">
                      <a:extLst>
                        <a:ext uri="{FF2B5EF4-FFF2-40B4-BE49-F238E27FC236}">
                          <a16:creationId xmlns:a16="http://schemas.microsoft.com/office/drawing/2014/main" id="{58D4FE14-7FAC-50CA-3E70-73170A53B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6" name="Ellipse 355">
                      <a:extLst>
                        <a:ext uri="{FF2B5EF4-FFF2-40B4-BE49-F238E27FC236}">
                          <a16:creationId xmlns:a16="http://schemas.microsoft.com/office/drawing/2014/main" id="{F702F1C0-A543-8BD0-42FC-D43670656B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79956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9" name="Ellipse 358">
                      <a:extLst>
                        <a:ext uri="{FF2B5EF4-FFF2-40B4-BE49-F238E27FC236}">
                          <a16:creationId xmlns:a16="http://schemas.microsoft.com/office/drawing/2014/main" id="{9479DB36-9F72-58E6-ACB2-6C7CC388A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75095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3" name="Ellipse 362">
                      <a:extLst>
                        <a:ext uri="{FF2B5EF4-FFF2-40B4-BE49-F238E27FC236}">
                          <a16:creationId xmlns:a16="http://schemas.microsoft.com/office/drawing/2014/main" id="{41059194-ADEA-004D-B23A-BCE46C6ED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43382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4" name="Ellipse 363">
                      <a:extLst>
                        <a:ext uri="{FF2B5EF4-FFF2-40B4-BE49-F238E27FC236}">
                          <a16:creationId xmlns:a16="http://schemas.microsoft.com/office/drawing/2014/main" id="{8428D0EA-61CD-546C-D430-CCEF6F3EA4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5" name="Ellipse 364">
                      <a:extLst>
                        <a:ext uri="{FF2B5EF4-FFF2-40B4-BE49-F238E27FC236}">
                          <a16:creationId xmlns:a16="http://schemas.microsoft.com/office/drawing/2014/main" id="{099EE9D5-C037-D137-E871-D3F1BE340C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06809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7" name="Ellipse 366">
                      <a:extLst>
                        <a:ext uri="{FF2B5EF4-FFF2-40B4-BE49-F238E27FC236}">
                          <a16:creationId xmlns:a16="http://schemas.microsoft.com/office/drawing/2014/main" id="{F24AD301-D301-50B3-8D13-DFB204B08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70" name="Gruppieren 369">
                    <a:extLst>
                      <a:ext uri="{FF2B5EF4-FFF2-40B4-BE49-F238E27FC236}">
                        <a16:creationId xmlns:a16="http://schemas.microsoft.com/office/drawing/2014/main" id="{FAB40711-2AA1-308F-400F-102874AC7061}"/>
                      </a:ext>
                    </a:extLst>
                  </p:cNvPr>
                  <p:cNvGrpSpPr/>
                  <p:nvPr/>
                </p:nvGrpSpPr>
                <p:grpSpPr>
                  <a:xfrm>
                    <a:off x="4220661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371" name="Ellipse 370">
                      <a:extLst>
                        <a:ext uri="{FF2B5EF4-FFF2-40B4-BE49-F238E27FC236}">
                          <a16:creationId xmlns:a16="http://schemas.microsoft.com/office/drawing/2014/main" id="{2670DDA2-45C6-93D2-ABFB-894362048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2" name="Ellipse 371">
                      <a:extLst>
                        <a:ext uri="{FF2B5EF4-FFF2-40B4-BE49-F238E27FC236}">
                          <a16:creationId xmlns:a16="http://schemas.microsoft.com/office/drawing/2014/main" id="{F76DC5D8-058A-12D5-5F57-4D01A3C454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48243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3" name="Ellipse 372">
                      <a:extLst>
                        <a:ext uri="{FF2B5EF4-FFF2-40B4-BE49-F238E27FC236}">
                          <a16:creationId xmlns:a16="http://schemas.microsoft.com/office/drawing/2014/main" id="{2BE103C8-BCA0-8C32-B359-FAD926F26B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4" name="Ellipse 373">
                      <a:extLst>
                        <a:ext uri="{FF2B5EF4-FFF2-40B4-BE49-F238E27FC236}">
                          <a16:creationId xmlns:a16="http://schemas.microsoft.com/office/drawing/2014/main" id="{7B62E94E-C3CE-8FBC-DD7F-B70941E4A4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11669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5" name="Ellipse 374">
                      <a:extLst>
                        <a:ext uri="{FF2B5EF4-FFF2-40B4-BE49-F238E27FC236}">
                          <a16:creationId xmlns:a16="http://schemas.microsoft.com/office/drawing/2014/main" id="{604008CB-BDDD-35EC-AF81-15D54D447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6" name="Ellipse 375">
                      <a:extLst>
                        <a:ext uri="{FF2B5EF4-FFF2-40B4-BE49-F238E27FC236}">
                          <a16:creationId xmlns:a16="http://schemas.microsoft.com/office/drawing/2014/main" id="{533B226F-A011-A93F-0619-222A726A8D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7" name="Ellipse 376">
                      <a:extLst>
                        <a:ext uri="{FF2B5EF4-FFF2-40B4-BE49-F238E27FC236}">
                          <a16:creationId xmlns:a16="http://schemas.microsoft.com/office/drawing/2014/main" id="{7808DA25-7513-476B-8108-B642887DA1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8" name="Ellipse 377">
                      <a:extLst>
                        <a:ext uri="{FF2B5EF4-FFF2-40B4-BE49-F238E27FC236}">
                          <a16:creationId xmlns:a16="http://schemas.microsoft.com/office/drawing/2014/main" id="{E1CFEE88-5467-77FC-CFA0-4F3B92980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79956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9" name="Ellipse 378">
                      <a:extLst>
                        <a:ext uri="{FF2B5EF4-FFF2-40B4-BE49-F238E27FC236}">
                          <a16:creationId xmlns:a16="http://schemas.microsoft.com/office/drawing/2014/main" id="{43839095-B62D-7CEC-7EC4-4612354192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75095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0" name="Ellipse 379">
                      <a:extLst>
                        <a:ext uri="{FF2B5EF4-FFF2-40B4-BE49-F238E27FC236}">
                          <a16:creationId xmlns:a16="http://schemas.microsoft.com/office/drawing/2014/main" id="{BB0FBD1B-9DFA-3960-AB04-4F5C81CD75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43382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1" name="Ellipse 380">
                      <a:extLst>
                        <a:ext uri="{FF2B5EF4-FFF2-40B4-BE49-F238E27FC236}">
                          <a16:creationId xmlns:a16="http://schemas.microsoft.com/office/drawing/2014/main" id="{4C1D2DB3-3E91-36A1-5E76-0484B1E29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2" name="Ellipse 381">
                      <a:extLst>
                        <a:ext uri="{FF2B5EF4-FFF2-40B4-BE49-F238E27FC236}">
                          <a16:creationId xmlns:a16="http://schemas.microsoft.com/office/drawing/2014/main" id="{9CDF7A68-F465-11E9-565D-672F43BBD7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06809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3" name="Ellipse 382">
                      <a:extLst>
                        <a:ext uri="{FF2B5EF4-FFF2-40B4-BE49-F238E27FC236}">
                          <a16:creationId xmlns:a16="http://schemas.microsoft.com/office/drawing/2014/main" id="{05D01FAC-415A-C05A-AE6A-19C892E0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84" name="Gruppieren 383">
                    <a:extLst>
                      <a:ext uri="{FF2B5EF4-FFF2-40B4-BE49-F238E27FC236}">
                        <a16:creationId xmlns:a16="http://schemas.microsoft.com/office/drawing/2014/main" id="{AE7CEEDC-C8BB-9A82-5F7F-4DC51DBA7C52}"/>
                      </a:ext>
                    </a:extLst>
                  </p:cNvPr>
                  <p:cNvGrpSpPr/>
                  <p:nvPr/>
                </p:nvGrpSpPr>
                <p:grpSpPr>
                  <a:xfrm>
                    <a:off x="4376235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385" name="Ellipse 384">
                      <a:extLst>
                        <a:ext uri="{FF2B5EF4-FFF2-40B4-BE49-F238E27FC236}">
                          <a16:creationId xmlns:a16="http://schemas.microsoft.com/office/drawing/2014/main" id="{CFF0CCB1-0D62-1ED8-B82C-9D9870D3B8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6" name="Ellipse 385">
                      <a:extLst>
                        <a:ext uri="{FF2B5EF4-FFF2-40B4-BE49-F238E27FC236}">
                          <a16:creationId xmlns:a16="http://schemas.microsoft.com/office/drawing/2014/main" id="{BDF9F4BE-55A3-84B8-3414-7F16F8425D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48243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7" name="Ellipse 386">
                      <a:extLst>
                        <a:ext uri="{FF2B5EF4-FFF2-40B4-BE49-F238E27FC236}">
                          <a16:creationId xmlns:a16="http://schemas.microsoft.com/office/drawing/2014/main" id="{69DFF603-D21E-7642-044A-4B51EEA274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8" name="Ellipse 387">
                      <a:extLst>
                        <a:ext uri="{FF2B5EF4-FFF2-40B4-BE49-F238E27FC236}">
                          <a16:creationId xmlns:a16="http://schemas.microsoft.com/office/drawing/2014/main" id="{BB68474C-75C6-F4A4-D868-D01737E567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11669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9" name="Ellipse 388">
                      <a:extLst>
                        <a:ext uri="{FF2B5EF4-FFF2-40B4-BE49-F238E27FC236}">
                          <a16:creationId xmlns:a16="http://schemas.microsoft.com/office/drawing/2014/main" id="{70F0E02B-4CF8-A3A5-B21E-5049327BF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0" name="Ellipse 389">
                      <a:extLst>
                        <a:ext uri="{FF2B5EF4-FFF2-40B4-BE49-F238E27FC236}">
                          <a16:creationId xmlns:a16="http://schemas.microsoft.com/office/drawing/2014/main" id="{EABA13FD-998A-1C2A-9A7D-B3D607F9CB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1" name="Ellipse 390">
                      <a:extLst>
                        <a:ext uri="{FF2B5EF4-FFF2-40B4-BE49-F238E27FC236}">
                          <a16:creationId xmlns:a16="http://schemas.microsoft.com/office/drawing/2014/main" id="{732F8D10-0AF3-089E-D89D-C4819CD11B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2" name="Ellipse 391">
                      <a:extLst>
                        <a:ext uri="{FF2B5EF4-FFF2-40B4-BE49-F238E27FC236}">
                          <a16:creationId xmlns:a16="http://schemas.microsoft.com/office/drawing/2014/main" id="{66A6A4CD-FA7C-2D33-285F-1615CF90FB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79956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3" name="Ellipse 392">
                      <a:extLst>
                        <a:ext uri="{FF2B5EF4-FFF2-40B4-BE49-F238E27FC236}">
                          <a16:creationId xmlns:a16="http://schemas.microsoft.com/office/drawing/2014/main" id="{F3813A9F-60BF-842D-7632-485A9331D2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75095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4" name="Ellipse 393">
                      <a:extLst>
                        <a:ext uri="{FF2B5EF4-FFF2-40B4-BE49-F238E27FC236}">
                          <a16:creationId xmlns:a16="http://schemas.microsoft.com/office/drawing/2014/main" id="{FA9C26F1-9DEA-B17C-8C70-1DD2236C76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43382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5" name="Ellipse 394">
                      <a:extLst>
                        <a:ext uri="{FF2B5EF4-FFF2-40B4-BE49-F238E27FC236}">
                          <a16:creationId xmlns:a16="http://schemas.microsoft.com/office/drawing/2014/main" id="{E721A7C8-4D47-7F74-5786-C0EA662753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6" name="Ellipse 395">
                      <a:extLst>
                        <a:ext uri="{FF2B5EF4-FFF2-40B4-BE49-F238E27FC236}">
                          <a16:creationId xmlns:a16="http://schemas.microsoft.com/office/drawing/2014/main" id="{8C2C17B0-95AB-57B2-40B8-4FCB4167C7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06809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7" name="Ellipse 396">
                      <a:extLst>
                        <a:ext uri="{FF2B5EF4-FFF2-40B4-BE49-F238E27FC236}">
                          <a16:creationId xmlns:a16="http://schemas.microsoft.com/office/drawing/2014/main" id="{CC60CC4D-A2F6-BCB2-A36D-737E61E3BB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98" name="Gruppieren 397">
                    <a:extLst>
                      <a:ext uri="{FF2B5EF4-FFF2-40B4-BE49-F238E27FC236}">
                        <a16:creationId xmlns:a16="http://schemas.microsoft.com/office/drawing/2014/main" id="{BD2330A5-53D2-DF44-C387-979E2135012B}"/>
                      </a:ext>
                    </a:extLst>
                  </p:cNvPr>
                  <p:cNvGrpSpPr/>
                  <p:nvPr/>
                </p:nvGrpSpPr>
                <p:grpSpPr>
                  <a:xfrm>
                    <a:off x="4531810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399" name="Ellipse 398">
                      <a:extLst>
                        <a:ext uri="{FF2B5EF4-FFF2-40B4-BE49-F238E27FC236}">
                          <a16:creationId xmlns:a16="http://schemas.microsoft.com/office/drawing/2014/main" id="{0EF13AC3-F415-69FF-102F-A15903D3D4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0" name="Ellipse 399">
                      <a:extLst>
                        <a:ext uri="{FF2B5EF4-FFF2-40B4-BE49-F238E27FC236}">
                          <a16:creationId xmlns:a16="http://schemas.microsoft.com/office/drawing/2014/main" id="{41A025C3-955C-3607-42DF-2B077CED7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48243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1" name="Ellipse 400">
                      <a:extLst>
                        <a:ext uri="{FF2B5EF4-FFF2-40B4-BE49-F238E27FC236}">
                          <a16:creationId xmlns:a16="http://schemas.microsoft.com/office/drawing/2014/main" id="{1E8BD8D6-214B-F6D4-EC7D-087A579D60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2" name="Ellipse 401">
                      <a:extLst>
                        <a:ext uri="{FF2B5EF4-FFF2-40B4-BE49-F238E27FC236}">
                          <a16:creationId xmlns:a16="http://schemas.microsoft.com/office/drawing/2014/main" id="{A216CD6F-0DAC-07A3-765A-D407E3AC35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11669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3" name="Ellipse 402">
                      <a:extLst>
                        <a:ext uri="{FF2B5EF4-FFF2-40B4-BE49-F238E27FC236}">
                          <a16:creationId xmlns:a16="http://schemas.microsoft.com/office/drawing/2014/main" id="{CA0EA527-4410-EA2E-E500-E7C0F938C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4" name="Ellipse 403">
                      <a:extLst>
                        <a:ext uri="{FF2B5EF4-FFF2-40B4-BE49-F238E27FC236}">
                          <a16:creationId xmlns:a16="http://schemas.microsoft.com/office/drawing/2014/main" id="{1680CC26-C58C-9F5D-377F-7E77F37EB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5" name="Ellipse 404">
                      <a:extLst>
                        <a:ext uri="{FF2B5EF4-FFF2-40B4-BE49-F238E27FC236}">
                          <a16:creationId xmlns:a16="http://schemas.microsoft.com/office/drawing/2014/main" id="{E977DBCE-A911-FF24-5CE2-B95E18857D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6" name="Ellipse 405">
                      <a:extLst>
                        <a:ext uri="{FF2B5EF4-FFF2-40B4-BE49-F238E27FC236}">
                          <a16:creationId xmlns:a16="http://schemas.microsoft.com/office/drawing/2014/main" id="{2865AAAF-A97C-4A00-AD92-B28B143B45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79956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7" name="Ellipse 406">
                      <a:extLst>
                        <a:ext uri="{FF2B5EF4-FFF2-40B4-BE49-F238E27FC236}">
                          <a16:creationId xmlns:a16="http://schemas.microsoft.com/office/drawing/2014/main" id="{B15CF81E-F594-E74E-5CDE-94E60852EB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75095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8" name="Ellipse 407">
                      <a:extLst>
                        <a:ext uri="{FF2B5EF4-FFF2-40B4-BE49-F238E27FC236}">
                          <a16:creationId xmlns:a16="http://schemas.microsoft.com/office/drawing/2014/main" id="{35B90F23-BEBF-7881-D052-49E733E32F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43382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9" name="Ellipse 408">
                      <a:extLst>
                        <a:ext uri="{FF2B5EF4-FFF2-40B4-BE49-F238E27FC236}">
                          <a16:creationId xmlns:a16="http://schemas.microsoft.com/office/drawing/2014/main" id="{C9344D15-B411-6AFB-CBCA-DA87855EB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0" name="Ellipse 409">
                      <a:extLst>
                        <a:ext uri="{FF2B5EF4-FFF2-40B4-BE49-F238E27FC236}">
                          <a16:creationId xmlns:a16="http://schemas.microsoft.com/office/drawing/2014/main" id="{FD383C14-CA53-DE9C-500C-B41466F1B9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06809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1" name="Ellipse 410">
                      <a:extLst>
                        <a:ext uri="{FF2B5EF4-FFF2-40B4-BE49-F238E27FC236}">
                          <a16:creationId xmlns:a16="http://schemas.microsoft.com/office/drawing/2014/main" id="{8619FDFE-9505-B7E7-2939-5479C7096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68" name="Gruppieren 467">
                    <a:extLst>
                      <a:ext uri="{FF2B5EF4-FFF2-40B4-BE49-F238E27FC236}">
                        <a16:creationId xmlns:a16="http://schemas.microsoft.com/office/drawing/2014/main" id="{4ECF2734-FC20-5D1D-FB3B-8A35847B19B2}"/>
                      </a:ext>
                    </a:extLst>
                  </p:cNvPr>
                  <p:cNvGrpSpPr/>
                  <p:nvPr/>
                </p:nvGrpSpPr>
                <p:grpSpPr>
                  <a:xfrm>
                    <a:off x="4687387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469" name="Ellipse 468">
                      <a:extLst>
                        <a:ext uri="{FF2B5EF4-FFF2-40B4-BE49-F238E27FC236}">
                          <a16:creationId xmlns:a16="http://schemas.microsoft.com/office/drawing/2014/main" id="{1E209E62-271C-C033-E0EC-82C9FA7D14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0" name="Ellipse 469">
                      <a:extLst>
                        <a:ext uri="{FF2B5EF4-FFF2-40B4-BE49-F238E27FC236}">
                          <a16:creationId xmlns:a16="http://schemas.microsoft.com/office/drawing/2014/main" id="{DB97FFF7-A69B-4F7F-C2D7-7D6E7FDC86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48243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1" name="Ellipse 470">
                      <a:extLst>
                        <a:ext uri="{FF2B5EF4-FFF2-40B4-BE49-F238E27FC236}">
                          <a16:creationId xmlns:a16="http://schemas.microsoft.com/office/drawing/2014/main" id="{25B9366F-4C84-CEFC-3974-48092CE71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2" name="Ellipse 471">
                      <a:extLst>
                        <a:ext uri="{FF2B5EF4-FFF2-40B4-BE49-F238E27FC236}">
                          <a16:creationId xmlns:a16="http://schemas.microsoft.com/office/drawing/2014/main" id="{937F974D-4A80-6237-EBC2-D8F3520376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116695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3" name="Ellipse 472">
                      <a:extLst>
                        <a:ext uri="{FF2B5EF4-FFF2-40B4-BE49-F238E27FC236}">
                          <a16:creationId xmlns:a16="http://schemas.microsoft.com/office/drawing/2014/main" id="{7A8ED1F7-EEC4-ADE4-6CBF-2377A741D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4" name="Ellipse 473">
                      <a:extLst>
                        <a:ext uri="{FF2B5EF4-FFF2-40B4-BE49-F238E27FC236}">
                          <a16:creationId xmlns:a16="http://schemas.microsoft.com/office/drawing/2014/main" id="{CE73A77C-E89D-A6C5-2C47-DA1A176FE5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5" name="Ellipse 474">
                      <a:extLst>
                        <a:ext uri="{FF2B5EF4-FFF2-40B4-BE49-F238E27FC236}">
                          <a16:creationId xmlns:a16="http://schemas.microsoft.com/office/drawing/2014/main" id="{AF9D6CBC-2D76-D51E-F4C1-9B57066D0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6" name="Ellipse 475">
                      <a:extLst>
                        <a:ext uri="{FF2B5EF4-FFF2-40B4-BE49-F238E27FC236}">
                          <a16:creationId xmlns:a16="http://schemas.microsoft.com/office/drawing/2014/main" id="{0A6EB5F4-5B12-B888-E565-E33A1F8F08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799563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7" name="Ellipse 476">
                      <a:extLst>
                        <a:ext uri="{FF2B5EF4-FFF2-40B4-BE49-F238E27FC236}">
                          <a16:creationId xmlns:a16="http://schemas.microsoft.com/office/drawing/2014/main" id="{9E00C758-23C9-0836-A011-0F075E7492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750959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8" name="Ellipse 477">
                      <a:extLst>
                        <a:ext uri="{FF2B5EF4-FFF2-40B4-BE49-F238E27FC236}">
                          <a16:creationId xmlns:a16="http://schemas.microsoft.com/office/drawing/2014/main" id="{B36DA77E-92DA-0DFB-E272-5061927BF1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433827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9" name="Ellipse 478">
                      <a:extLst>
                        <a:ext uri="{FF2B5EF4-FFF2-40B4-BE49-F238E27FC236}">
                          <a16:creationId xmlns:a16="http://schemas.microsoft.com/office/drawing/2014/main" id="{1D6E2F72-035E-A699-D012-7609D007E1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80" name="Ellipse 479">
                      <a:extLst>
                        <a:ext uri="{FF2B5EF4-FFF2-40B4-BE49-F238E27FC236}">
                          <a16:creationId xmlns:a16="http://schemas.microsoft.com/office/drawing/2014/main" id="{8F1A768F-F169-BDCC-5FCF-FB10F0D45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068091"/>
                      <a:ext cx="72000" cy="72000"/>
                    </a:xfrm>
                    <a:prstGeom prst="ellips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81" name="Ellipse 480">
                      <a:extLst>
                        <a:ext uri="{FF2B5EF4-FFF2-40B4-BE49-F238E27FC236}">
                          <a16:creationId xmlns:a16="http://schemas.microsoft.com/office/drawing/2014/main" id="{A4036A4A-9F53-3748-C2C6-0F872FA8E1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80F6BD83-F872-2C9C-C6CA-4F60F2120E76}"/>
                </a:ext>
              </a:extLst>
            </p:cNvPr>
            <p:cNvGrpSpPr/>
            <p:nvPr/>
          </p:nvGrpSpPr>
          <p:grpSpPr>
            <a:xfrm>
              <a:off x="5906910" y="1996836"/>
              <a:ext cx="953787" cy="2362767"/>
              <a:chOff x="5874488" y="1996836"/>
              <a:chExt cx="953787" cy="2362767"/>
            </a:xfrm>
          </p:grpSpPr>
          <p:sp>
            <p:nvSpPr>
              <p:cNvPr id="486" name="Textfeld 485">
                <a:extLst>
                  <a:ext uri="{FF2B5EF4-FFF2-40B4-BE49-F238E27FC236}">
                    <a16:creationId xmlns:a16="http://schemas.microsoft.com/office/drawing/2014/main" id="{BB0728D6-E80A-948B-A266-6B27609081C1}"/>
                  </a:ext>
                </a:extLst>
              </p:cNvPr>
              <p:cNvSpPr txBox="1"/>
              <p:nvPr/>
            </p:nvSpPr>
            <p:spPr>
              <a:xfrm>
                <a:off x="5874488" y="1996836"/>
                <a:ext cx="953787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b="1" dirty="0">
                    <a:solidFill>
                      <a:prstClr val="black"/>
                    </a:solidFill>
                    <a:latin typeface="Arial"/>
                  </a:rPr>
                  <a:t>Low-resolution </a:t>
                </a:r>
                <a:endPara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487" name="Gruppieren 486">
                <a:extLst>
                  <a:ext uri="{FF2B5EF4-FFF2-40B4-BE49-F238E27FC236}">
                    <a16:creationId xmlns:a16="http://schemas.microsoft.com/office/drawing/2014/main" id="{10E77B87-E56D-5D86-39B9-80C209B8C49C}"/>
                  </a:ext>
                </a:extLst>
              </p:cNvPr>
              <p:cNvGrpSpPr/>
              <p:nvPr/>
            </p:nvGrpSpPr>
            <p:grpSpPr>
              <a:xfrm>
                <a:off x="5908469" y="2196494"/>
                <a:ext cx="885825" cy="2163109"/>
                <a:chOff x="4149724" y="2199341"/>
                <a:chExt cx="885825" cy="2163109"/>
              </a:xfrm>
            </p:grpSpPr>
            <p:sp>
              <p:nvSpPr>
                <p:cNvPr id="488" name="Rechteck: abgerundete Ecken 487">
                  <a:extLst>
                    <a:ext uri="{FF2B5EF4-FFF2-40B4-BE49-F238E27FC236}">
                      <a16:creationId xmlns:a16="http://schemas.microsoft.com/office/drawing/2014/main" id="{FD628B25-97F0-75EA-06CA-8B5AE2CED17C}"/>
                    </a:ext>
                  </a:extLst>
                </p:cNvPr>
                <p:cNvSpPr/>
                <p:nvPr/>
              </p:nvSpPr>
              <p:spPr>
                <a:xfrm>
                  <a:off x="4149724" y="2199341"/>
                  <a:ext cx="885825" cy="216310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489" name="Gruppieren 488">
                  <a:extLst>
                    <a:ext uri="{FF2B5EF4-FFF2-40B4-BE49-F238E27FC236}">
                      <a16:creationId xmlns:a16="http://schemas.microsoft.com/office/drawing/2014/main" id="{822BB369-4AAF-EB4A-5DB1-2414A93D6944}"/>
                    </a:ext>
                  </a:extLst>
                </p:cNvPr>
                <p:cNvGrpSpPr/>
                <p:nvPr/>
              </p:nvGrpSpPr>
              <p:grpSpPr>
                <a:xfrm>
                  <a:off x="4245486" y="2293499"/>
                  <a:ext cx="694300" cy="1974792"/>
                  <a:chOff x="4065087" y="2875265"/>
                  <a:chExt cx="694300" cy="1974792"/>
                </a:xfrm>
              </p:grpSpPr>
              <p:grpSp>
                <p:nvGrpSpPr>
                  <p:cNvPr id="490" name="Gruppieren 489">
                    <a:extLst>
                      <a:ext uri="{FF2B5EF4-FFF2-40B4-BE49-F238E27FC236}">
                        <a16:creationId xmlns:a16="http://schemas.microsoft.com/office/drawing/2014/main" id="{4DDC0E0F-D43A-D8CA-0D9B-D0C68726E5B9}"/>
                      </a:ext>
                    </a:extLst>
                  </p:cNvPr>
                  <p:cNvGrpSpPr/>
                  <p:nvPr/>
                </p:nvGrpSpPr>
                <p:grpSpPr>
                  <a:xfrm>
                    <a:off x="4065087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547" name="Ellipse 546">
                      <a:extLst>
                        <a:ext uri="{FF2B5EF4-FFF2-40B4-BE49-F238E27FC236}">
                          <a16:creationId xmlns:a16="http://schemas.microsoft.com/office/drawing/2014/main" id="{0194B01F-1865-FDB5-5439-0463F7D27B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9" name="Ellipse 548">
                      <a:extLst>
                        <a:ext uri="{FF2B5EF4-FFF2-40B4-BE49-F238E27FC236}">
                          <a16:creationId xmlns:a16="http://schemas.microsoft.com/office/drawing/2014/main" id="{8B0044E3-9847-6704-5D42-F31573781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1" name="Ellipse 550">
                      <a:extLst>
                        <a:ext uri="{FF2B5EF4-FFF2-40B4-BE49-F238E27FC236}">
                          <a16:creationId xmlns:a16="http://schemas.microsoft.com/office/drawing/2014/main" id="{49759E1A-ABAD-70B0-2DF7-570B3AD18F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2" name="Ellipse 551">
                      <a:extLst>
                        <a:ext uri="{FF2B5EF4-FFF2-40B4-BE49-F238E27FC236}">
                          <a16:creationId xmlns:a16="http://schemas.microsoft.com/office/drawing/2014/main" id="{0BFE0713-409D-B796-8DF0-06F8FCB9B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3" name="Ellipse 552">
                      <a:extLst>
                        <a:ext uri="{FF2B5EF4-FFF2-40B4-BE49-F238E27FC236}">
                          <a16:creationId xmlns:a16="http://schemas.microsoft.com/office/drawing/2014/main" id="{0807CD91-4512-7A6A-F3CE-9C3D70A6A7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7" name="Ellipse 556">
                      <a:extLst>
                        <a:ext uri="{FF2B5EF4-FFF2-40B4-BE49-F238E27FC236}">
                          <a16:creationId xmlns:a16="http://schemas.microsoft.com/office/drawing/2014/main" id="{7EC9A788-DC86-63B4-5587-E6784F319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9" name="Ellipse 558">
                      <a:extLst>
                        <a:ext uri="{FF2B5EF4-FFF2-40B4-BE49-F238E27FC236}">
                          <a16:creationId xmlns:a16="http://schemas.microsoft.com/office/drawing/2014/main" id="{FE1ACFBD-3DD2-3E89-AFDD-CF14F7D0C1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92" name="Gruppieren 491">
                    <a:extLst>
                      <a:ext uri="{FF2B5EF4-FFF2-40B4-BE49-F238E27FC236}">
                        <a16:creationId xmlns:a16="http://schemas.microsoft.com/office/drawing/2014/main" id="{1786B429-CFD4-1661-11D6-CA8404BF892D}"/>
                      </a:ext>
                    </a:extLst>
                  </p:cNvPr>
                  <p:cNvGrpSpPr/>
                  <p:nvPr/>
                </p:nvGrpSpPr>
                <p:grpSpPr>
                  <a:xfrm>
                    <a:off x="4376235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521" name="Ellipse 520">
                      <a:extLst>
                        <a:ext uri="{FF2B5EF4-FFF2-40B4-BE49-F238E27FC236}">
                          <a16:creationId xmlns:a16="http://schemas.microsoft.com/office/drawing/2014/main" id="{CE2CEA20-84D9-B88D-8276-29EAA4688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3" name="Ellipse 522">
                      <a:extLst>
                        <a:ext uri="{FF2B5EF4-FFF2-40B4-BE49-F238E27FC236}">
                          <a16:creationId xmlns:a16="http://schemas.microsoft.com/office/drawing/2014/main" id="{7CF8D55D-8F0B-EBC3-8999-6F7921003D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5" name="Ellipse 524">
                      <a:extLst>
                        <a:ext uri="{FF2B5EF4-FFF2-40B4-BE49-F238E27FC236}">
                          <a16:creationId xmlns:a16="http://schemas.microsoft.com/office/drawing/2014/main" id="{CF01BD1E-422E-E6D9-90D2-63B4D2113C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6" name="Ellipse 525">
                      <a:extLst>
                        <a:ext uri="{FF2B5EF4-FFF2-40B4-BE49-F238E27FC236}">
                          <a16:creationId xmlns:a16="http://schemas.microsoft.com/office/drawing/2014/main" id="{462CFE09-A06E-48ED-9387-A13F840FDC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7" name="Ellipse 526">
                      <a:extLst>
                        <a:ext uri="{FF2B5EF4-FFF2-40B4-BE49-F238E27FC236}">
                          <a16:creationId xmlns:a16="http://schemas.microsoft.com/office/drawing/2014/main" id="{1E07B1F6-5F0F-5B09-B8A2-A49DB0840A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1" name="Ellipse 530">
                      <a:extLst>
                        <a:ext uri="{FF2B5EF4-FFF2-40B4-BE49-F238E27FC236}">
                          <a16:creationId xmlns:a16="http://schemas.microsoft.com/office/drawing/2014/main" id="{1510498F-CBAD-A440-9927-3413F57545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3" name="Ellipse 532">
                      <a:extLst>
                        <a:ext uri="{FF2B5EF4-FFF2-40B4-BE49-F238E27FC236}">
                          <a16:creationId xmlns:a16="http://schemas.microsoft.com/office/drawing/2014/main" id="{0DCA0A4C-92F2-14AA-3054-2DCC44F72F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94" name="Gruppieren 493">
                    <a:extLst>
                      <a:ext uri="{FF2B5EF4-FFF2-40B4-BE49-F238E27FC236}">
                        <a16:creationId xmlns:a16="http://schemas.microsoft.com/office/drawing/2014/main" id="{304F8C71-8962-372E-E5AE-41836319A9BD}"/>
                      </a:ext>
                    </a:extLst>
                  </p:cNvPr>
                  <p:cNvGrpSpPr/>
                  <p:nvPr/>
                </p:nvGrpSpPr>
                <p:grpSpPr>
                  <a:xfrm>
                    <a:off x="4687387" y="2875265"/>
                    <a:ext cx="72000" cy="1974792"/>
                    <a:chOff x="4065087" y="2323865"/>
                    <a:chExt cx="72000" cy="1974792"/>
                  </a:xfrm>
                </p:grpSpPr>
                <p:sp>
                  <p:nvSpPr>
                    <p:cNvPr id="495" name="Ellipse 494">
                      <a:extLst>
                        <a:ext uri="{FF2B5EF4-FFF2-40B4-BE49-F238E27FC236}">
                          <a16:creationId xmlns:a16="http://schemas.microsoft.com/office/drawing/2014/main" id="{99ED6B3A-33D1-EA87-257C-C4CBDAC0F7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32386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97" name="Ellipse 496">
                      <a:extLst>
                        <a:ext uri="{FF2B5EF4-FFF2-40B4-BE49-F238E27FC236}">
                          <a16:creationId xmlns:a16="http://schemas.microsoft.com/office/drawing/2014/main" id="{9D09B7A4-A565-EA47-43FF-3E63556002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64099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99" name="Ellipse 498">
                      <a:extLst>
                        <a:ext uri="{FF2B5EF4-FFF2-40B4-BE49-F238E27FC236}">
                          <a16:creationId xmlns:a16="http://schemas.microsoft.com/office/drawing/2014/main" id="{4652FD03-42E2-9EA1-7748-9A48132329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2958129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00" name="Ellipse 499">
                      <a:extLst>
                        <a:ext uri="{FF2B5EF4-FFF2-40B4-BE49-F238E27FC236}">
                          <a16:creationId xmlns:a16="http://schemas.microsoft.com/office/drawing/2014/main" id="{438BA9A2-9F9F-9D25-133F-FA723F6BA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275261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01" name="Ellipse 500">
                      <a:extLst>
                        <a:ext uri="{FF2B5EF4-FFF2-40B4-BE49-F238E27FC236}">
                          <a16:creationId xmlns:a16="http://schemas.microsoft.com/office/drawing/2014/main" id="{E0CF74BE-9DD5-58EA-2CF3-E6FF7B8173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592393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05" name="Ellipse 504">
                      <a:extLst>
                        <a:ext uri="{FF2B5EF4-FFF2-40B4-BE49-F238E27FC236}">
                          <a16:creationId xmlns:a16="http://schemas.microsoft.com/office/drawing/2014/main" id="{B76C2E97-45C5-F806-8EC7-A2BFDD5EF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3909525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07" name="Ellipse 506">
                      <a:extLst>
                        <a:ext uri="{FF2B5EF4-FFF2-40B4-BE49-F238E27FC236}">
                          <a16:creationId xmlns:a16="http://schemas.microsoft.com/office/drawing/2014/main" id="{BC0F5C72-352D-82C4-9E1F-9AB1306EB9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087" y="4226657"/>
                      <a:ext cx="72000" cy="72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071AACF-7C41-4E7D-761B-43867BE5DD79}"/>
                </a:ext>
              </a:extLst>
            </p:cNvPr>
            <p:cNvGrpSpPr/>
            <p:nvPr/>
          </p:nvGrpSpPr>
          <p:grpSpPr>
            <a:xfrm>
              <a:off x="7336158" y="2247452"/>
              <a:ext cx="1169077" cy="342306"/>
              <a:chOff x="7336158" y="2247452"/>
              <a:chExt cx="1169077" cy="342306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64742DB9-EC10-8A4A-C3FC-4897F7B680D2}"/>
                  </a:ext>
                </a:extLst>
              </p:cNvPr>
              <p:cNvGrpSpPr/>
              <p:nvPr/>
            </p:nvGrpSpPr>
            <p:grpSpPr>
              <a:xfrm>
                <a:off x="7336158" y="2247452"/>
                <a:ext cx="967593" cy="156133"/>
                <a:chOff x="7124715" y="2154303"/>
                <a:chExt cx="967593" cy="156133"/>
              </a:xfrm>
            </p:grpSpPr>
            <p:sp>
              <p:nvSpPr>
                <p:cNvPr id="3" name="Ellipse 2">
                  <a:extLst>
                    <a:ext uri="{FF2B5EF4-FFF2-40B4-BE49-F238E27FC236}">
                      <a16:creationId xmlns:a16="http://schemas.microsoft.com/office/drawing/2014/main" id="{D9CC1C93-11BD-9FC6-5948-B8C72CC32FB2}"/>
                    </a:ext>
                  </a:extLst>
                </p:cNvPr>
                <p:cNvSpPr/>
                <p:nvPr/>
              </p:nvSpPr>
              <p:spPr>
                <a:xfrm>
                  <a:off x="7124715" y="2196369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48974C42-597E-789C-1C54-E0E3C7024A16}"/>
                    </a:ext>
                  </a:extLst>
                </p:cNvPr>
                <p:cNvSpPr txBox="1"/>
                <p:nvPr/>
              </p:nvSpPr>
              <p:spPr>
                <a:xfrm>
                  <a:off x="7277982" y="2154303"/>
                  <a:ext cx="814326" cy="156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Given channel</a:t>
                  </a:r>
                  <a:endParaRPr kumimoji="0" lang="en-GB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5D2CF264-1C1E-41A5-6802-CE8F98FF380C}"/>
                  </a:ext>
                </a:extLst>
              </p:cNvPr>
              <p:cNvGrpSpPr/>
              <p:nvPr/>
            </p:nvGrpSpPr>
            <p:grpSpPr>
              <a:xfrm>
                <a:off x="7336158" y="2433625"/>
                <a:ext cx="1169077" cy="156133"/>
                <a:chOff x="7124715" y="2340476"/>
                <a:chExt cx="1169077" cy="156133"/>
              </a:xfrm>
            </p:grpSpPr>
            <p:sp>
              <p:nvSpPr>
                <p:cNvPr id="4" name="Ellipse 3">
                  <a:extLst>
                    <a:ext uri="{FF2B5EF4-FFF2-40B4-BE49-F238E27FC236}">
                      <a16:creationId xmlns:a16="http://schemas.microsoft.com/office/drawing/2014/main" id="{FA429129-E982-A22E-F237-FFB3CBAE0405}"/>
                    </a:ext>
                  </a:extLst>
                </p:cNvPr>
                <p:cNvSpPr/>
                <p:nvPr/>
              </p:nvSpPr>
              <p:spPr>
                <a:xfrm>
                  <a:off x="7124715" y="2382542"/>
                  <a:ext cx="72000" cy="720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180000" rIns="180000" bIns="180000" rtlCol="0" anchor="ctr"/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09FD67FA-2770-115E-7C2C-FAD767D53AF4}"/>
                    </a:ext>
                  </a:extLst>
                </p:cNvPr>
                <p:cNvSpPr txBox="1"/>
                <p:nvPr/>
              </p:nvSpPr>
              <p:spPr>
                <a:xfrm>
                  <a:off x="7274281" y="2340476"/>
                  <a:ext cx="1019511" cy="156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Predicted channel</a:t>
                  </a:r>
                  <a:endParaRPr kumimoji="0" lang="en-GB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8876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74447" y="6634666"/>
            <a:ext cx="692497" cy="153888"/>
          </a:xfrm>
        </p:spPr>
        <p:txBody>
          <a:bodyPr/>
          <a:lstStyle/>
          <a:p>
            <a:fld id="{0B4FCF17-48A0-4939-9B86-4A0E590241E6}" type="datetime4">
              <a:rPr lang="de-DE" sz="1000" smtClean="0"/>
              <a:t>27. Juni 2024</a:t>
            </a:fld>
            <a:endParaRPr lang="de-DE" sz="10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B4611C-2B45-913B-14B0-B574DCB3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53888"/>
          </a:xfrm>
        </p:spPr>
        <p:txBody>
          <a:bodyPr/>
          <a:lstStyle/>
          <a:p>
            <a:r>
              <a:rPr lang="de-DE" sz="1000"/>
              <a:t>Technische Fakultät</a:t>
            </a:r>
            <a:endParaRPr lang="de-DE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531" y="6634666"/>
            <a:ext cx="70532" cy="153888"/>
          </a:xfrm>
        </p:spPr>
        <p:txBody>
          <a:bodyPr/>
          <a:lstStyle/>
          <a:p>
            <a:fld id="{D949F9DF-37BD-4CD6-BF49-65BA579E1D7A}" type="slidenum">
              <a:rPr lang="de-DE" sz="1000" smtClean="0"/>
              <a:pPr/>
              <a:t>3</a:t>
            </a:fld>
            <a:endParaRPr lang="de-DE" sz="100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38499"/>
          </a:xfrm>
        </p:spPr>
        <p:txBody>
          <a:bodyPr/>
          <a:lstStyle/>
          <a:p>
            <a:r>
              <a:rPr lang="en-GB" sz="1000" dirty="0"/>
              <a:t>Generator 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>
            <a:normAutofit/>
          </a:bodyPr>
          <a:lstStyle/>
          <a:p>
            <a:endParaRPr lang="en-GB" sz="100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156133"/>
          </a:xfrm>
        </p:spPr>
        <p:txBody>
          <a:bodyPr/>
          <a:lstStyle/>
          <a:p>
            <a:r>
              <a:rPr lang="en-GB" sz="1000" dirty="0" err="1">
                <a:solidFill>
                  <a:srgbClr val="FF0000"/>
                </a:solidFill>
              </a:rPr>
              <a:t>Residua´l</a:t>
            </a:r>
            <a:r>
              <a:rPr lang="en-GB" sz="1000" dirty="0">
                <a:solidFill>
                  <a:srgbClr val="FF0000"/>
                </a:solidFill>
              </a:rPr>
              <a:t> connections </a:t>
            </a:r>
            <a:r>
              <a:rPr lang="en-GB" sz="1000" dirty="0" err="1">
                <a:solidFill>
                  <a:srgbClr val="FF0000"/>
                </a:solidFill>
              </a:rPr>
              <a:t>fehlen</a:t>
            </a:r>
            <a:r>
              <a:rPr lang="en-GB" sz="1000" dirty="0">
                <a:solidFill>
                  <a:srgbClr val="FF0000"/>
                </a:solidFill>
              </a:rPr>
              <a:t> </a:t>
            </a:r>
            <a:r>
              <a:rPr lang="en-GB" sz="1000" dirty="0" err="1">
                <a:solidFill>
                  <a:srgbClr val="FF0000"/>
                </a:solidFill>
              </a:rPr>
              <a:t>noch</a:t>
            </a:r>
            <a:r>
              <a:rPr lang="en-GB" sz="1000" dirty="0">
                <a:solidFill>
                  <a:srgbClr val="FF0000"/>
                </a:solidFill>
              </a:rPr>
              <a:t>!!!!!!!! + </a:t>
            </a:r>
            <a:r>
              <a:rPr lang="en-GB" sz="1000" dirty="0" err="1">
                <a:solidFill>
                  <a:srgbClr val="FF0000"/>
                </a:solidFill>
              </a:rPr>
              <a:t>inpiut</a:t>
            </a:r>
            <a:r>
              <a:rPr lang="en-GB" sz="1000" dirty="0">
                <a:solidFill>
                  <a:srgbClr val="FF0000"/>
                </a:solidFill>
              </a:rPr>
              <a:t> und output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7867B0EB-A43A-E793-F072-922FE7286974}"/>
              </a:ext>
            </a:extLst>
          </p:cNvPr>
          <p:cNvGrpSpPr/>
          <p:nvPr/>
        </p:nvGrpSpPr>
        <p:grpSpPr>
          <a:xfrm>
            <a:off x="1602132" y="2759566"/>
            <a:ext cx="5760000" cy="2846104"/>
            <a:chOff x="1602132" y="2759566"/>
            <a:chExt cx="5760000" cy="2846104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2D31750-01F1-CAC6-A670-1E8807F98562}"/>
                </a:ext>
              </a:extLst>
            </p:cNvPr>
            <p:cNvSpPr/>
            <p:nvPr/>
          </p:nvSpPr>
          <p:spPr>
            <a:xfrm>
              <a:off x="1602132" y="2759566"/>
              <a:ext cx="5760000" cy="284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3001EBD7-11C6-4A8B-73B4-BE3DE0B92F2B}"/>
                </a:ext>
              </a:extLst>
            </p:cNvPr>
            <p:cNvGrpSpPr/>
            <p:nvPr/>
          </p:nvGrpSpPr>
          <p:grpSpPr>
            <a:xfrm>
              <a:off x="1638021" y="3054982"/>
              <a:ext cx="5688223" cy="2458702"/>
              <a:chOff x="573020" y="3104683"/>
              <a:chExt cx="5688223" cy="2458702"/>
            </a:xfrm>
          </p:grpSpPr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872139FA-363F-BEBA-BCCF-3B87C5D46E79}"/>
                  </a:ext>
                </a:extLst>
              </p:cNvPr>
              <p:cNvCxnSpPr>
                <a:cxnSpLocks/>
                <a:stCxn id="217" idx="3"/>
              </p:cNvCxnSpPr>
              <p:nvPr/>
            </p:nvCxnSpPr>
            <p:spPr>
              <a:xfrm>
                <a:off x="903910" y="3750132"/>
                <a:ext cx="4413065" cy="0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453CE044-F8E0-C533-5276-CEFB9CF193E0}"/>
                  </a:ext>
                </a:extLst>
              </p:cNvPr>
              <p:cNvSpPr/>
              <p:nvPr/>
            </p:nvSpPr>
            <p:spPr>
              <a:xfrm>
                <a:off x="994679" y="3104685"/>
                <a:ext cx="165445" cy="12908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ysClr val="windowText" lastClr="000000"/>
                    </a:solidFill>
                  </a:rPr>
                  <a:t>2D Conv</a:t>
                </a:r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001EE6F3-F4A3-EADC-B830-8FC606573BF8}"/>
                  </a:ext>
                </a:extLst>
              </p:cNvPr>
              <p:cNvSpPr/>
              <p:nvPr/>
            </p:nvSpPr>
            <p:spPr>
              <a:xfrm>
                <a:off x="1198501" y="3104685"/>
                <a:ext cx="165445" cy="1290893"/>
              </a:xfrm>
              <a:prstGeom prst="rect">
                <a:avLst/>
              </a:prstGeom>
              <a:solidFill>
                <a:srgbClr val="FDB7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 err="1">
                    <a:solidFill>
                      <a:sysClr val="windowText" lastClr="000000"/>
                    </a:solidFill>
                  </a:rPr>
                  <a:t>PReLU</a:t>
                </a:r>
                <a:endParaRPr lang="en-GB" sz="100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80" name="Gruppieren 79">
                <a:extLst>
                  <a:ext uri="{FF2B5EF4-FFF2-40B4-BE49-F238E27FC236}">
                    <a16:creationId xmlns:a16="http://schemas.microsoft.com/office/drawing/2014/main" id="{11C49906-80B3-4518-1087-7EC1C35A98BA}"/>
                  </a:ext>
                </a:extLst>
              </p:cNvPr>
              <p:cNvGrpSpPr/>
              <p:nvPr/>
            </p:nvGrpSpPr>
            <p:grpSpPr>
              <a:xfrm>
                <a:off x="1507109" y="3104685"/>
                <a:ext cx="1187168" cy="1290893"/>
                <a:chOff x="2404116" y="2967524"/>
                <a:chExt cx="1291608" cy="1548000"/>
              </a:xfrm>
            </p:grpSpPr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0F62EF03-0A69-23E9-9F65-528CAD462C47}"/>
                    </a:ext>
                  </a:extLst>
                </p:cNvPr>
                <p:cNvSpPr/>
                <p:nvPr/>
              </p:nvSpPr>
              <p:spPr>
                <a:xfrm>
                  <a:off x="2404116" y="2967524"/>
                  <a:ext cx="1291608" cy="1548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/>
                </a:p>
              </p:txBody>
            </p:sp>
            <p:grpSp>
              <p:nvGrpSpPr>
                <p:cNvPr id="79" name="Gruppieren 78">
                  <a:extLst>
                    <a:ext uri="{FF2B5EF4-FFF2-40B4-BE49-F238E27FC236}">
                      <a16:creationId xmlns:a16="http://schemas.microsoft.com/office/drawing/2014/main" id="{D97957FD-47FE-5953-48D0-4B53A9AA35D6}"/>
                    </a:ext>
                  </a:extLst>
                </p:cNvPr>
                <p:cNvGrpSpPr/>
                <p:nvPr/>
              </p:nvGrpSpPr>
              <p:grpSpPr>
                <a:xfrm>
                  <a:off x="2442095" y="3037888"/>
                  <a:ext cx="1215650" cy="1407273"/>
                  <a:chOff x="2445761" y="3037888"/>
                  <a:chExt cx="1215650" cy="1407273"/>
                </a:xfrm>
              </p:grpSpPr>
              <p:sp>
                <p:nvSpPr>
                  <p:cNvPr id="63" name="Rechteck 62">
                    <a:extLst>
                      <a:ext uri="{FF2B5EF4-FFF2-40B4-BE49-F238E27FC236}">
                        <a16:creationId xmlns:a16="http://schemas.microsoft.com/office/drawing/2014/main" id="{9ADCD265-FAF7-9AE8-C86E-8CC995D3EC85}"/>
                      </a:ext>
                    </a:extLst>
                  </p:cNvPr>
                  <p:cNvSpPr/>
                  <p:nvPr/>
                </p:nvSpPr>
                <p:spPr>
                  <a:xfrm>
                    <a:off x="2445761" y="3037888"/>
                    <a:ext cx="180000" cy="140727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ysClr val="windowText" lastClr="000000"/>
                        </a:solidFill>
                      </a:rPr>
                      <a:t>2D Conv</a:t>
                    </a:r>
                  </a:p>
                </p:txBody>
              </p:sp>
              <p:sp>
                <p:nvSpPr>
                  <p:cNvPr id="64" name="Rechteck 63">
                    <a:extLst>
                      <a:ext uri="{FF2B5EF4-FFF2-40B4-BE49-F238E27FC236}">
                        <a16:creationId xmlns:a16="http://schemas.microsoft.com/office/drawing/2014/main" id="{E742D3C8-1149-3CE3-FDA6-A708BE7D5075}"/>
                      </a:ext>
                    </a:extLst>
                  </p:cNvPr>
                  <p:cNvSpPr/>
                  <p:nvPr/>
                </p:nvSpPr>
                <p:spPr>
                  <a:xfrm>
                    <a:off x="2860021" y="3037888"/>
                    <a:ext cx="180000" cy="1407273"/>
                  </a:xfrm>
                  <a:prstGeom prst="rect">
                    <a:avLst/>
                  </a:prstGeom>
                  <a:solidFill>
                    <a:srgbClr val="FDB7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 err="1">
                        <a:solidFill>
                          <a:sysClr val="windowText" lastClr="000000"/>
                        </a:solidFill>
                      </a:rPr>
                      <a:t>PReLU</a:t>
                    </a:r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5" name="Rechteck 64">
                    <a:extLst>
                      <a:ext uri="{FF2B5EF4-FFF2-40B4-BE49-F238E27FC236}">
                        <a16:creationId xmlns:a16="http://schemas.microsoft.com/office/drawing/2014/main" id="{6DF7B22D-0DD9-0078-0B41-B1F7607383F3}"/>
                      </a:ext>
                    </a:extLst>
                  </p:cNvPr>
                  <p:cNvSpPr/>
                  <p:nvPr/>
                </p:nvSpPr>
                <p:spPr>
                  <a:xfrm>
                    <a:off x="2652891" y="3037888"/>
                    <a:ext cx="180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chemeClr val="tx1"/>
                        </a:solidFill>
                      </a:rPr>
                      <a:t>Batch norm</a:t>
                    </a:r>
                  </a:p>
                </p:txBody>
              </p:sp>
              <p:sp>
                <p:nvSpPr>
                  <p:cNvPr id="66" name="Rechteck 65">
                    <a:extLst>
                      <a:ext uri="{FF2B5EF4-FFF2-40B4-BE49-F238E27FC236}">
                        <a16:creationId xmlns:a16="http://schemas.microsoft.com/office/drawing/2014/main" id="{6F160F2D-ED92-4E57-4904-FA2271CA3C75}"/>
                      </a:ext>
                    </a:extLst>
                  </p:cNvPr>
                  <p:cNvSpPr/>
                  <p:nvPr/>
                </p:nvSpPr>
                <p:spPr>
                  <a:xfrm>
                    <a:off x="3067151" y="3037888"/>
                    <a:ext cx="180000" cy="140727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ysClr val="windowText" lastClr="000000"/>
                        </a:solidFill>
                      </a:rPr>
                      <a:t>2D Conv</a:t>
                    </a:r>
                  </a:p>
                </p:txBody>
              </p:sp>
              <p:sp>
                <p:nvSpPr>
                  <p:cNvPr id="67" name="Rechteck 66">
                    <a:extLst>
                      <a:ext uri="{FF2B5EF4-FFF2-40B4-BE49-F238E27FC236}">
                        <a16:creationId xmlns:a16="http://schemas.microsoft.com/office/drawing/2014/main" id="{CDE48A2E-359F-3389-3073-4CE7F32C81F3}"/>
                      </a:ext>
                    </a:extLst>
                  </p:cNvPr>
                  <p:cNvSpPr/>
                  <p:nvPr/>
                </p:nvSpPr>
                <p:spPr>
                  <a:xfrm>
                    <a:off x="3274281" y="3037888"/>
                    <a:ext cx="180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chemeClr val="tx1"/>
                        </a:solidFill>
                      </a:rPr>
                      <a:t>Batch norm</a:t>
                    </a:r>
                  </a:p>
                </p:txBody>
              </p:sp>
              <p:sp>
                <p:nvSpPr>
                  <p:cNvPr id="68" name="Rechteck 67">
                    <a:extLst>
                      <a:ext uri="{FF2B5EF4-FFF2-40B4-BE49-F238E27FC236}">
                        <a16:creationId xmlns:a16="http://schemas.microsoft.com/office/drawing/2014/main" id="{5D651939-FA74-7F02-AD3B-8EEAA65B1AE1}"/>
                      </a:ext>
                    </a:extLst>
                  </p:cNvPr>
                  <p:cNvSpPr/>
                  <p:nvPr/>
                </p:nvSpPr>
                <p:spPr>
                  <a:xfrm>
                    <a:off x="3481411" y="3037888"/>
                    <a:ext cx="180000" cy="1407273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chemeClr val="tx1"/>
                        </a:solidFill>
                      </a:rPr>
                      <a:t>Elementwise Sum</a:t>
                    </a:r>
                  </a:p>
                </p:txBody>
              </p:sp>
            </p:grpSp>
          </p:grpSp>
          <p:grpSp>
            <p:nvGrpSpPr>
              <p:cNvPr id="99" name="Gruppieren 98">
                <a:extLst>
                  <a:ext uri="{FF2B5EF4-FFF2-40B4-BE49-F238E27FC236}">
                    <a16:creationId xmlns:a16="http://schemas.microsoft.com/office/drawing/2014/main" id="{19F85D97-4B95-408F-8C51-973620441062}"/>
                  </a:ext>
                </a:extLst>
              </p:cNvPr>
              <p:cNvGrpSpPr/>
              <p:nvPr/>
            </p:nvGrpSpPr>
            <p:grpSpPr>
              <a:xfrm>
                <a:off x="2785046" y="3104685"/>
                <a:ext cx="328007" cy="1290893"/>
                <a:chOff x="2999113" y="2967524"/>
                <a:chExt cx="356863" cy="1548000"/>
              </a:xfrm>
            </p:grpSpPr>
            <p:sp>
              <p:nvSpPr>
                <p:cNvPr id="55" name="Rechteck 54">
                  <a:extLst>
                    <a:ext uri="{FF2B5EF4-FFF2-40B4-BE49-F238E27FC236}">
                      <a16:creationId xmlns:a16="http://schemas.microsoft.com/office/drawing/2014/main" id="{85BE360A-C5E9-4933-480A-9A3ED02E4350}"/>
                    </a:ext>
                  </a:extLst>
                </p:cNvPr>
                <p:cNvSpPr/>
                <p:nvPr/>
              </p:nvSpPr>
              <p:spPr>
                <a:xfrm>
                  <a:off x="2999113" y="2967524"/>
                  <a:ext cx="356863" cy="1548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/>
                </a:p>
              </p:txBody>
            </p:sp>
            <p:grpSp>
              <p:nvGrpSpPr>
                <p:cNvPr id="98" name="Gruppieren 97">
                  <a:extLst>
                    <a:ext uri="{FF2B5EF4-FFF2-40B4-BE49-F238E27FC236}">
                      <a16:creationId xmlns:a16="http://schemas.microsoft.com/office/drawing/2014/main" id="{6D49EB5A-0D13-297E-4D0D-8D6690E11051}"/>
                    </a:ext>
                  </a:extLst>
                </p:cNvPr>
                <p:cNvGrpSpPr/>
                <p:nvPr/>
              </p:nvGrpSpPr>
              <p:grpSpPr>
                <a:xfrm>
                  <a:off x="3022427" y="3037888"/>
                  <a:ext cx="310235" cy="1407273"/>
                  <a:chOff x="3023228" y="3037888"/>
                  <a:chExt cx="310235" cy="1407273"/>
                </a:xfrm>
              </p:grpSpPr>
              <p:sp>
                <p:nvSpPr>
                  <p:cNvPr id="56" name="Rechteck 55">
                    <a:extLst>
                      <a:ext uri="{FF2B5EF4-FFF2-40B4-BE49-F238E27FC236}">
                        <a16:creationId xmlns:a16="http://schemas.microsoft.com/office/drawing/2014/main" id="{63EDC684-4431-6B33-60ED-24CD899A16CC}"/>
                      </a:ext>
                    </a:extLst>
                  </p:cNvPr>
                  <p:cNvSpPr/>
                  <p:nvPr/>
                </p:nvSpPr>
                <p:spPr>
                  <a:xfrm>
                    <a:off x="3023228" y="3037888"/>
                    <a:ext cx="36000" cy="1407273"/>
                  </a:xfrm>
                  <a:prstGeom prst="rect">
                    <a:avLst/>
                  </a:prstGeom>
                  <a:solidFill>
                    <a:srgbClr val="BDD7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57" name="Rechteck 56">
                    <a:extLst>
                      <a:ext uri="{FF2B5EF4-FFF2-40B4-BE49-F238E27FC236}">
                        <a16:creationId xmlns:a16="http://schemas.microsoft.com/office/drawing/2014/main" id="{CD190896-F66B-5884-FCB2-6074BD99718A}"/>
                      </a:ext>
                    </a:extLst>
                  </p:cNvPr>
                  <p:cNvSpPr/>
                  <p:nvPr/>
                </p:nvSpPr>
                <p:spPr>
                  <a:xfrm>
                    <a:off x="3132922" y="3037888"/>
                    <a:ext cx="36000" cy="1407273"/>
                  </a:xfrm>
                  <a:prstGeom prst="rect">
                    <a:avLst/>
                  </a:prstGeom>
                  <a:solidFill>
                    <a:srgbClr val="FDB7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58" name="Rechteck 57">
                    <a:extLst>
                      <a:ext uri="{FF2B5EF4-FFF2-40B4-BE49-F238E27FC236}">
                        <a16:creationId xmlns:a16="http://schemas.microsoft.com/office/drawing/2014/main" id="{47EA9E93-C216-7BAA-6DCB-5BD4485203D0}"/>
                      </a:ext>
                    </a:extLst>
                  </p:cNvPr>
                  <p:cNvSpPr/>
                  <p:nvPr/>
                </p:nvSpPr>
                <p:spPr>
                  <a:xfrm>
                    <a:off x="3078075" y="3037888"/>
                    <a:ext cx="36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Rechteck 58">
                    <a:extLst>
                      <a:ext uri="{FF2B5EF4-FFF2-40B4-BE49-F238E27FC236}">
                        <a16:creationId xmlns:a16="http://schemas.microsoft.com/office/drawing/2014/main" id="{BAF58418-FB95-C913-CDCC-6EB9B65B8F79}"/>
                      </a:ext>
                    </a:extLst>
                  </p:cNvPr>
                  <p:cNvSpPr/>
                  <p:nvPr/>
                </p:nvSpPr>
                <p:spPr>
                  <a:xfrm>
                    <a:off x="3187769" y="3037888"/>
                    <a:ext cx="36000" cy="1407273"/>
                  </a:xfrm>
                  <a:prstGeom prst="rect">
                    <a:avLst/>
                  </a:prstGeom>
                  <a:solidFill>
                    <a:srgbClr val="BDD7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0" name="Rechteck 59">
                    <a:extLst>
                      <a:ext uri="{FF2B5EF4-FFF2-40B4-BE49-F238E27FC236}">
                        <a16:creationId xmlns:a16="http://schemas.microsoft.com/office/drawing/2014/main" id="{FAA35B8E-71EC-E300-602C-007C8510CBE8}"/>
                      </a:ext>
                    </a:extLst>
                  </p:cNvPr>
                  <p:cNvSpPr/>
                  <p:nvPr/>
                </p:nvSpPr>
                <p:spPr>
                  <a:xfrm>
                    <a:off x="3242616" y="3037888"/>
                    <a:ext cx="36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Rechteck 60">
                    <a:extLst>
                      <a:ext uri="{FF2B5EF4-FFF2-40B4-BE49-F238E27FC236}">
                        <a16:creationId xmlns:a16="http://schemas.microsoft.com/office/drawing/2014/main" id="{438D6DD6-B4CC-C4ED-2F9F-D72A59BE4986}"/>
                      </a:ext>
                    </a:extLst>
                  </p:cNvPr>
                  <p:cNvSpPr/>
                  <p:nvPr/>
                </p:nvSpPr>
                <p:spPr>
                  <a:xfrm>
                    <a:off x="3297463" y="3037888"/>
                    <a:ext cx="36000" cy="1407273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71C5EADF-6427-851C-7D08-3EA6BEBE2467}"/>
                  </a:ext>
                </a:extLst>
              </p:cNvPr>
              <p:cNvSpPr/>
              <p:nvPr/>
            </p:nvSpPr>
            <p:spPr>
              <a:xfrm>
                <a:off x="3622598" y="3104685"/>
                <a:ext cx="165445" cy="12908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ysClr val="windowText" lastClr="000000"/>
                    </a:solidFill>
                  </a:rPr>
                  <a:t>2D Conv</a:t>
                </a:r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34F7ECBE-989B-1F18-A432-A5D264E15AF6}"/>
                  </a:ext>
                </a:extLst>
              </p:cNvPr>
              <p:cNvSpPr/>
              <p:nvPr/>
            </p:nvSpPr>
            <p:spPr>
              <a:xfrm>
                <a:off x="3831183" y="3104685"/>
                <a:ext cx="165445" cy="129089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chemeClr val="tx1"/>
                    </a:solidFill>
                  </a:rPr>
                  <a:t>Batch norm</a:t>
                </a: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E05F3272-5B66-CA96-46E3-3DD977B5FAC6}"/>
                  </a:ext>
                </a:extLst>
              </p:cNvPr>
              <p:cNvSpPr/>
              <p:nvPr/>
            </p:nvSpPr>
            <p:spPr>
              <a:xfrm>
                <a:off x="4039768" y="3104685"/>
                <a:ext cx="165445" cy="129089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chemeClr val="tx1"/>
                    </a:solidFill>
                  </a:rPr>
                  <a:t>Elementwise Sum</a:t>
                </a:r>
              </a:p>
            </p:txBody>
          </p:sp>
          <p:grpSp>
            <p:nvGrpSpPr>
              <p:cNvPr id="93" name="Gruppieren 92">
                <a:extLst>
                  <a:ext uri="{FF2B5EF4-FFF2-40B4-BE49-F238E27FC236}">
                    <a16:creationId xmlns:a16="http://schemas.microsoft.com/office/drawing/2014/main" id="{43D38B46-B9DA-5A14-D918-A2A519BEA3A2}"/>
                  </a:ext>
                </a:extLst>
              </p:cNvPr>
              <p:cNvGrpSpPr/>
              <p:nvPr/>
            </p:nvGrpSpPr>
            <p:grpSpPr>
              <a:xfrm>
                <a:off x="4310272" y="3104685"/>
                <a:ext cx="631906" cy="1290893"/>
                <a:chOff x="7513187" y="2967524"/>
                <a:chExt cx="687498" cy="1548000"/>
              </a:xfrm>
            </p:grpSpPr>
            <p:sp>
              <p:nvSpPr>
                <p:cNvPr id="51" name="Rechteck 50">
                  <a:extLst>
                    <a:ext uri="{FF2B5EF4-FFF2-40B4-BE49-F238E27FC236}">
                      <a16:creationId xmlns:a16="http://schemas.microsoft.com/office/drawing/2014/main" id="{35E15619-1EA6-71EC-C096-7B9107054F6D}"/>
                    </a:ext>
                  </a:extLst>
                </p:cNvPr>
                <p:cNvSpPr/>
                <p:nvPr/>
              </p:nvSpPr>
              <p:spPr>
                <a:xfrm>
                  <a:off x="7513187" y="2967524"/>
                  <a:ext cx="687498" cy="154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2" name="Gruppieren 91">
                  <a:extLst>
                    <a:ext uri="{FF2B5EF4-FFF2-40B4-BE49-F238E27FC236}">
                      <a16:creationId xmlns:a16="http://schemas.microsoft.com/office/drawing/2014/main" id="{9C75830A-D03C-74E1-47BA-35C7BB209675}"/>
                    </a:ext>
                  </a:extLst>
                </p:cNvPr>
                <p:cNvGrpSpPr/>
                <p:nvPr/>
              </p:nvGrpSpPr>
              <p:grpSpPr>
                <a:xfrm>
                  <a:off x="7556758" y="3037724"/>
                  <a:ext cx="600356" cy="1407600"/>
                  <a:chOff x="7540699" y="3037724"/>
                  <a:chExt cx="600356" cy="1407600"/>
                </a:xfrm>
              </p:grpSpPr>
              <p:sp>
                <p:nvSpPr>
                  <p:cNvPr id="52" name="Rechteck 51">
                    <a:extLst>
                      <a:ext uri="{FF2B5EF4-FFF2-40B4-BE49-F238E27FC236}">
                        <a16:creationId xmlns:a16="http://schemas.microsoft.com/office/drawing/2014/main" id="{B19B8086-84CF-887C-A2A8-C0A29E7DFD8B}"/>
                      </a:ext>
                    </a:extLst>
                  </p:cNvPr>
                  <p:cNvSpPr/>
                  <p:nvPr/>
                </p:nvSpPr>
                <p:spPr>
                  <a:xfrm>
                    <a:off x="7540699" y="3037724"/>
                    <a:ext cx="180000" cy="140760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ysClr val="windowText" lastClr="000000"/>
                        </a:solidFill>
                      </a:rPr>
                      <a:t>2D Conv</a:t>
                    </a:r>
                  </a:p>
                </p:txBody>
              </p:sp>
              <p:sp>
                <p:nvSpPr>
                  <p:cNvPr id="53" name="Rechteck 52">
                    <a:extLst>
                      <a:ext uri="{FF2B5EF4-FFF2-40B4-BE49-F238E27FC236}">
                        <a16:creationId xmlns:a16="http://schemas.microsoft.com/office/drawing/2014/main" id="{054CB768-2585-5D24-6E58-A0818D7BBBC7}"/>
                      </a:ext>
                    </a:extLst>
                  </p:cNvPr>
                  <p:cNvSpPr/>
                  <p:nvPr/>
                </p:nvSpPr>
                <p:spPr>
                  <a:xfrm>
                    <a:off x="7961055" y="3037724"/>
                    <a:ext cx="180000" cy="1407600"/>
                  </a:xfrm>
                  <a:prstGeom prst="rect">
                    <a:avLst/>
                  </a:prstGeom>
                  <a:solidFill>
                    <a:srgbClr val="FDB7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 err="1">
                        <a:solidFill>
                          <a:sysClr val="windowText" lastClr="000000"/>
                        </a:solidFill>
                      </a:rPr>
                      <a:t>PReLU</a:t>
                    </a:r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54" name="Rechteck 53">
                    <a:extLst>
                      <a:ext uri="{FF2B5EF4-FFF2-40B4-BE49-F238E27FC236}">
                        <a16:creationId xmlns:a16="http://schemas.microsoft.com/office/drawing/2014/main" id="{5A297018-D96C-E7A9-0B7F-5F7881D0A888}"/>
                      </a:ext>
                    </a:extLst>
                  </p:cNvPr>
                  <p:cNvSpPr/>
                  <p:nvPr/>
                </p:nvSpPr>
                <p:spPr>
                  <a:xfrm>
                    <a:off x="7750877" y="3037724"/>
                    <a:ext cx="180000" cy="1407600"/>
                  </a:xfrm>
                  <a:prstGeom prst="rect">
                    <a:avLst/>
                  </a:prstGeom>
                  <a:solidFill>
                    <a:srgbClr val="C75B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r>
                      <a:rPr lang="en-GB" sz="1000" dirty="0">
                        <a:solidFill>
                          <a:schemeClr val="tx1"/>
                        </a:solidFill>
                      </a:rPr>
                      <a:t>Pixel Shuffler x2</a:t>
                    </a:r>
                  </a:p>
                </p:txBody>
              </p:sp>
            </p:grpSp>
          </p:grpSp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6B0116A5-E3C0-B42A-05CF-9C7C4A587A64}"/>
                  </a:ext>
                </a:extLst>
              </p:cNvPr>
              <p:cNvGrpSpPr/>
              <p:nvPr/>
            </p:nvGrpSpPr>
            <p:grpSpPr>
              <a:xfrm>
                <a:off x="5023424" y="3104685"/>
                <a:ext cx="171651" cy="1290893"/>
                <a:chOff x="5675518" y="2967524"/>
                <a:chExt cx="186752" cy="1548000"/>
              </a:xfrm>
            </p:grpSpPr>
            <p:sp>
              <p:nvSpPr>
                <p:cNvPr id="46" name="Rechteck 45">
                  <a:extLst>
                    <a:ext uri="{FF2B5EF4-FFF2-40B4-BE49-F238E27FC236}">
                      <a16:creationId xmlns:a16="http://schemas.microsoft.com/office/drawing/2014/main" id="{7EA0C3FC-9A18-3D62-82D8-ED3FF9F2C6BE}"/>
                    </a:ext>
                  </a:extLst>
                </p:cNvPr>
                <p:cNvSpPr/>
                <p:nvPr/>
              </p:nvSpPr>
              <p:spPr>
                <a:xfrm>
                  <a:off x="5675518" y="2967524"/>
                  <a:ext cx="186752" cy="154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6" name="Gruppieren 95">
                  <a:extLst>
                    <a:ext uri="{FF2B5EF4-FFF2-40B4-BE49-F238E27FC236}">
                      <a16:creationId xmlns:a16="http://schemas.microsoft.com/office/drawing/2014/main" id="{E5D9C1C4-B2FE-C82C-620E-11C89C8BCB25}"/>
                    </a:ext>
                  </a:extLst>
                </p:cNvPr>
                <p:cNvGrpSpPr/>
                <p:nvPr/>
              </p:nvGrpSpPr>
              <p:grpSpPr>
                <a:xfrm>
                  <a:off x="5698762" y="3037888"/>
                  <a:ext cx="140264" cy="1407273"/>
                  <a:chOff x="5706297" y="3037888"/>
                  <a:chExt cx="140264" cy="1407273"/>
                </a:xfrm>
              </p:grpSpPr>
              <p:sp>
                <p:nvSpPr>
                  <p:cNvPr id="48" name="Rechteck 47">
                    <a:extLst>
                      <a:ext uri="{FF2B5EF4-FFF2-40B4-BE49-F238E27FC236}">
                        <a16:creationId xmlns:a16="http://schemas.microsoft.com/office/drawing/2014/main" id="{B16A6C1F-880C-9B26-538F-F29898C2604C}"/>
                      </a:ext>
                    </a:extLst>
                  </p:cNvPr>
                  <p:cNvSpPr/>
                  <p:nvPr/>
                </p:nvSpPr>
                <p:spPr>
                  <a:xfrm>
                    <a:off x="5706297" y="3037888"/>
                    <a:ext cx="36000" cy="140727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49" name="Rechteck 48">
                    <a:extLst>
                      <a:ext uri="{FF2B5EF4-FFF2-40B4-BE49-F238E27FC236}">
                        <a16:creationId xmlns:a16="http://schemas.microsoft.com/office/drawing/2014/main" id="{BF475CB9-0A3D-6009-6372-82E1317AD3CA}"/>
                      </a:ext>
                    </a:extLst>
                  </p:cNvPr>
                  <p:cNvSpPr/>
                  <p:nvPr/>
                </p:nvSpPr>
                <p:spPr>
                  <a:xfrm>
                    <a:off x="5810561" y="3037888"/>
                    <a:ext cx="36000" cy="1407273"/>
                  </a:xfrm>
                  <a:prstGeom prst="rect">
                    <a:avLst/>
                  </a:prstGeom>
                  <a:solidFill>
                    <a:srgbClr val="FDB7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50" name="Rechteck 49">
                    <a:extLst>
                      <a:ext uri="{FF2B5EF4-FFF2-40B4-BE49-F238E27FC236}">
                        <a16:creationId xmlns:a16="http://schemas.microsoft.com/office/drawing/2014/main" id="{9882AB7E-05D2-0C26-C97A-012452666FC1}"/>
                      </a:ext>
                    </a:extLst>
                  </p:cNvPr>
                  <p:cNvSpPr/>
                  <p:nvPr/>
                </p:nvSpPr>
                <p:spPr>
                  <a:xfrm>
                    <a:off x="5758429" y="3037888"/>
                    <a:ext cx="36000" cy="1407273"/>
                  </a:xfrm>
                  <a:prstGeom prst="rect">
                    <a:avLst/>
                  </a:prstGeom>
                  <a:solidFill>
                    <a:srgbClr val="C75B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02555CC2-8365-106C-BD6A-10958C8295C1}"/>
                  </a:ext>
                </a:extLst>
              </p:cNvPr>
              <p:cNvSpPr/>
              <p:nvPr/>
            </p:nvSpPr>
            <p:spPr>
              <a:xfrm>
                <a:off x="5281079" y="3104685"/>
                <a:ext cx="165445" cy="12908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ysClr val="windowText" lastClr="000000"/>
                    </a:solidFill>
                  </a:rPr>
                  <a:t>2D Conv</a:t>
                </a:r>
              </a:p>
            </p:txBody>
          </p:sp>
          <p:sp>
            <p:nvSpPr>
              <p:cNvPr id="35" name="Geschweifte Klammer rechts 34">
                <a:extLst>
                  <a:ext uri="{FF2B5EF4-FFF2-40B4-BE49-F238E27FC236}">
                    <a16:creationId xmlns:a16="http://schemas.microsoft.com/office/drawing/2014/main" id="{350B80C6-11EC-F3FA-107A-3F8C883D1409}"/>
                  </a:ext>
                </a:extLst>
              </p:cNvPr>
              <p:cNvSpPr/>
              <p:nvPr/>
            </p:nvSpPr>
            <p:spPr>
              <a:xfrm rot="5400000" flipV="1">
                <a:off x="2347129" y="4236100"/>
                <a:ext cx="321531" cy="1931657"/>
              </a:xfrm>
              <a:prstGeom prst="rightBrace">
                <a:avLst>
                  <a:gd name="adj1" fmla="val 8672"/>
                  <a:gd name="adj2" fmla="val 50000"/>
                </a:avLst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GB" sz="1000"/>
              </a:p>
            </p:txBody>
          </p: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A435F6B-149F-DFFC-A6E2-D6AC250988A7}"/>
                  </a:ext>
                </a:extLst>
              </p:cNvPr>
              <p:cNvSpPr txBox="1"/>
              <p:nvPr/>
            </p:nvSpPr>
            <p:spPr>
              <a:xfrm>
                <a:off x="1915943" y="5317164"/>
                <a:ext cx="12891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00" b="1" dirty="0"/>
                  <a:t>16 residual blocks</a:t>
                </a:r>
              </a:p>
            </p:txBody>
          </p:sp>
          <p:cxnSp>
            <p:nvCxnSpPr>
              <p:cNvPr id="191" name="Gerade Verbindung mit Pfeil 190">
                <a:extLst>
                  <a:ext uri="{FF2B5EF4-FFF2-40B4-BE49-F238E27FC236}">
                    <a16:creationId xmlns:a16="http://schemas.microsoft.com/office/drawing/2014/main" id="{EFAEB1D6-781E-9901-12AE-EF4C0CFF2B37}"/>
                  </a:ext>
                </a:extLst>
              </p:cNvPr>
              <p:cNvCxnSpPr>
                <a:cxnSpLocks/>
                <a:stCxn id="28" idx="3"/>
                <a:endCxn id="219" idx="1"/>
              </p:cNvCxnSpPr>
              <p:nvPr/>
            </p:nvCxnSpPr>
            <p:spPr>
              <a:xfrm flipV="1">
                <a:off x="5446524" y="3750130"/>
                <a:ext cx="186028" cy="2"/>
              </a:xfrm>
              <a:prstGeom prst="straightConnector1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Rechteck 216">
                <a:extLst>
                  <a:ext uri="{FF2B5EF4-FFF2-40B4-BE49-F238E27FC236}">
                    <a16:creationId xmlns:a16="http://schemas.microsoft.com/office/drawing/2014/main" id="{BC67CE10-BF2B-F4CE-9BC4-8946A7191023}"/>
                  </a:ext>
                </a:extLst>
              </p:cNvPr>
              <p:cNvSpPr/>
              <p:nvPr/>
            </p:nvSpPr>
            <p:spPr>
              <a:xfrm>
                <a:off x="573020" y="3104685"/>
                <a:ext cx="330890" cy="129089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72000" tIns="72000" rIns="72000" bIns="72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sEMG</a:t>
                </a:r>
                <a:r>
                  <a:rPr lang="en-GB" sz="1000" dirty="0">
                    <a:solidFill>
                      <a:schemeClr val="tx1"/>
                    </a:solidFill>
                    <a:latin typeface="Arial"/>
                  </a:rPr>
                  <a:t>                 512 x 21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9" name="Rechteck 218">
                <a:extLst>
                  <a:ext uri="{FF2B5EF4-FFF2-40B4-BE49-F238E27FC236}">
                    <a16:creationId xmlns:a16="http://schemas.microsoft.com/office/drawing/2014/main" id="{3871279A-1D1D-E51C-0126-B32190E0C79D}"/>
                  </a:ext>
                </a:extLst>
              </p:cNvPr>
              <p:cNvSpPr/>
              <p:nvPr/>
            </p:nvSpPr>
            <p:spPr>
              <a:xfrm>
                <a:off x="5632552" y="3104683"/>
                <a:ext cx="628691" cy="129089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</a:pPr>
                <a:r>
                  <a:rPr kumimoji="0" lang="en-GB" sz="10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sEMG</a:t>
                </a:r>
                <a:r>
                  <a:rPr lang="en-GB" sz="1000" dirty="0">
                    <a:solidFill>
                      <a:schemeClr val="tx1"/>
                    </a:solidFill>
                    <a:latin typeface="Arial"/>
                  </a:rPr>
                  <a:t>                512 x 65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30" name="Gruppieren 229">
                <a:extLst>
                  <a:ext uri="{FF2B5EF4-FFF2-40B4-BE49-F238E27FC236}">
                    <a16:creationId xmlns:a16="http://schemas.microsoft.com/office/drawing/2014/main" id="{D49901BE-9583-6D90-BD0C-80B271BF29F5}"/>
                  </a:ext>
                </a:extLst>
              </p:cNvPr>
              <p:cNvGrpSpPr/>
              <p:nvPr/>
            </p:nvGrpSpPr>
            <p:grpSpPr>
              <a:xfrm>
                <a:off x="1018424" y="4432702"/>
                <a:ext cx="403957" cy="561566"/>
                <a:chOff x="1739165" y="3825608"/>
                <a:chExt cx="439495" cy="610769"/>
              </a:xfrm>
            </p:grpSpPr>
            <p:sp>
              <p:nvSpPr>
                <p:cNvPr id="226" name="Textfeld 225">
                  <a:extLst>
                    <a:ext uri="{FF2B5EF4-FFF2-40B4-BE49-F238E27FC236}">
                      <a16:creationId xmlns:a16="http://schemas.microsoft.com/office/drawing/2014/main" id="{5017AC8D-ACBC-F248-0FE6-ED0224A4D495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(9,3)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Textfeld 226">
                  <a:extLst>
                    <a:ext uri="{FF2B5EF4-FFF2-40B4-BE49-F238E27FC236}">
                      <a16:creationId xmlns:a16="http://schemas.microsoft.com/office/drawing/2014/main" id="{ED7A3B06-6A09-4820-1211-9534804C61C0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30694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64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Textfeld 227">
                  <a:extLst>
                    <a:ext uri="{FF2B5EF4-FFF2-40B4-BE49-F238E27FC236}">
                      <a16:creationId xmlns:a16="http://schemas.microsoft.com/office/drawing/2014/main" id="{E4C79E3E-B740-C222-123F-E254E344584A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(4,1)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Textfeld 228">
                  <a:extLst>
                    <a:ext uri="{FF2B5EF4-FFF2-40B4-BE49-F238E27FC236}">
                      <a16:creationId xmlns:a16="http://schemas.microsoft.com/office/drawing/2014/main" id="{BC6A16A0-4BD5-EDAF-4D4D-73C2233EB4AC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(4,1)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1" name="Gruppieren 230">
                <a:extLst>
                  <a:ext uri="{FF2B5EF4-FFF2-40B4-BE49-F238E27FC236}">
                    <a16:creationId xmlns:a16="http://schemas.microsoft.com/office/drawing/2014/main" id="{9E528FD1-D5BE-C375-86EE-99A3F6E1AC5B}"/>
                  </a:ext>
                </a:extLst>
              </p:cNvPr>
              <p:cNvGrpSpPr/>
              <p:nvPr/>
            </p:nvGrpSpPr>
            <p:grpSpPr>
              <a:xfrm>
                <a:off x="1576988" y="4432702"/>
                <a:ext cx="403957" cy="561566"/>
                <a:chOff x="1739165" y="3825608"/>
                <a:chExt cx="439495" cy="610769"/>
              </a:xfrm>
            </p:grpSpPr>
            <p:sp>
              <p:nvSpPr>
                <p:cNvPr id="232" name="Textfeld 231">
                  <a:extLst>
                    <a:ext uri="{FF2B5EF4-FFF2-40B4-BE49-F238E27FC236}">
                      <a16:creationId xmlns:a16="http://schemas.microsoft.com/office/drawing/2014/main" id="{0D7CC34A-3B39-9BD5-4BE0-75AD97BB8E77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(3,3)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Textfeld 232">
                  <a:extLst>
                    <a:ext uri="{FF2B5EF4-FFF2-40B4-BE49-F238E27FC236}">
                      <a16:creationId xmlns:a16="http://schemas.microsoft.com/office/drawing/2014/main" id="{67B37058-D5D6-A86C-2BE3-AD3E1A0DDFC7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30694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64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Textfeld 233">
                  <a:extLst>
                    <a:ext uri="{FF2B5EF4-FFF2-40B4-BE49-F238E27FC236}">
                      <a16:creationId xmlns:a16="http://schemas.microsoft.com/office/drawing/2014/main" id="{E1AD7612-8CAC-0515-771E-40E37322602E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Textfeld 234">
                  <a:extLst>
                    <a:ext uri="{FF2B5EF4-FFF2-40B4-BE49-F238E27FC236}">
                      <a16:creationId xmlns:a16="http://schemas.microsoft.com/office/drawing/2014/main" id="{34697C3A-33B6-1861-DAAE-31A8E45FC677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6" name="Gruppieren 235">
                <a:extLst>
                  <a:ext uri="{FF2B5EF4-FFF2-40B4-BE49-F238E27FC236}">
                    <a16:creationId xmlns:a16="http://schemas.microsoft.com/office/drawing/2014/main" id="{DE4083D9-F87B-3286-B570-40C692543869}"/>
                  </a:ext>
                </a:extLst>
              </p:cNvPr>
              <p:cNvGrpSpPr/>
              <p:nvPr/>
            </p:nvGrpSpPr>
            <p:grpSpPr>
              <a:xfrm>
                <a:off x="2150908" y="4432702"/>
                <a:ext cx="403957" cy="561566"/>
                <a:chOff x="1739165" y="3825608"/>
                <a:chExt cx="439495" cy="610769"/>
              </a:xfrm>
            </p:grpSpPr>
            <p:sp>
              <p:nvSpPr>
                <p:cNvPr id="237" name="Textfeld 236">
                  <a:extLst>
                    <a:ext uri="{FF2B5EF4-FFF2-40B4-BE49-F238E27FC236}">
                      <a16:creationId xmlns:a16="http://schemas.microsoft.com/office/drawing/2014/main" id="{643D79BE-8A31-12ED-6F38-8209572AE122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(3,3)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Textfeld 237">
                  <a:extLst>
                    <a:ext uri="{FF2B5EF4-FFF2-40B4-BE49-F238E27FC236}">
                      <a16:creationId xmlns:a16="http://schemas.microsoft.com/office/drawing/2014/main" id="{0698731C-E984-98BF-668F-698EED6B6305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30694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64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Textfeld 238">
                  <a:extLst>
                    <a:ext uri="{FF2B5EF4-FFF2-40B4-BE49-F238E27FC236}">
                      <a16:creationId xmlns:a16="http://schemas.microsoft.com/office/drawing/2014/main" id="{502AE295-9377-5717-D513-5C10CD999B48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Textfeld 239">
                  <a:extLst>
                    <a:ext uri="{FF2B5EF4-FFF2-40B4-BE49-F238E27FC236}">
                      <a16:creationId xmlns:a16="http://schemas.microsoft.com/office/drawing/2014/main" id="{01B4DA30-89D6-60EE-7B92-0456292196C9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1" name="Gruppieren 240">
                <a:extLst>
                  <a:ext uri="{FF2B5EF4-FFF2-40B4-BE49-F238E27FC236}">
                    <a16:creationId xmlns:a16="http://schemas.microsoft.com/office/drawing/2014/main" id="{91B05F7D-5DB1-E253-116A-6C94A1FEAAB4}"/>
                  </a:ext>
                </a:extLst>
              </p:cNvPr>
              <p:cNvGrpSpPr/>
              <p:nvPr/>
            </p:nvGrpSpPr>
            <p:grpSpPr>
              <a:xfrm>
                <a:off x="3654290" y="4443912"/>
                <a:ext cx="403957" cy="561566"/>
                <a:chOff x="1739165" y="3825608"/>
                <a:chExt cx="439495" cy="610769"/>
              </a:xfrm>
            </p:grpSpPr>
            <p:sp>
              <p:nvSpPr>
                <p:cNvPr id="242" name="Textfeld 241">
                  <a:extLst>
                    <a:ext uri="{FF2B5EF4-FFF2-40B4-BE49-F238E27FC236}">
                      <a16:creationId xmlns:a16="http://schemas.microsoft.com/office/drawing/2014/main" id="{433CF402-5FB1-6918-9FCD-D1CCAA24061A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(3,3)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Textfeld 242">
                  <a:extLst>
                    <a:ext uri="{FF2B5EF4-FFF2-40B4-BE49-F238E27FC236}">
                      <a16:creationId xmlns:a16="http://schemas.microsoft.com/office/drawing/2014/main" id="{1400EB8E-8FB4-9D37-3436-72E7B8EF044E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30694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64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Textfeld 243">
                  <a:extLst>
                    <a:ext uri="{FF2B5EF4-FFF2-40B4-BE49-F238E27FC236}">
                      <a16:creationId xmlns:a16="http://schemas.microsoft.com/office/drawing/2014/main" id="{321FA7A8-99DC-FE92-A8DC-92AE7F84E0B6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Textfeld 244">
                  <a:extLst>
                    <a:ext uri="{FF2B5EF4-FFF2-40B4-BE49-F238E27FC236}">
                      <a16:creationId xmlns:a16="http://schemas.microsoft.com/office/drawing/2014/main" id="{D39501B3-FEB7-98E2-514D-6380388492F7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6" name="Gruppieren 245">
                <a:extLst>
                  <a:ext uri="{FF2B5EF4-FFF2-40B4-BE49-F238E27FC236}">
                    <a16:creationId xmlns:a16="http://schemas.microsoft.com/office/drawing/2014/main" id="{F2146631-BF14-C556-DC1E-2581C801E664}"/>
                  </a:ext>
                </a:extLst>
              </p:cNvPr>
              <p:cNvGrpSpPr/>
              <p:nvPr/>
            </p:nvGrpSpPr>
            <p:grpSpPr>
              <a:xfrm>
                <a:off x="4353986" y="4432702"/>
                <a:ext cx="403957" cy="561566"/>
                <a:chOff x="1739165" y="3825608"/>
                <a:chExt cx="439495" cy="610769"/>
              </a:xfrm>
            </p:grpSpPr>
            <p:sp>
              <p:nvSpPr>
                <p:cNvPr id="247" name="Textfeld 246">
                  <a:extLst>
                    <a:ext uri="{FF2B5EF4-FFF2-40B4-BE49-F238E27FC236}">
                      <a16:creationId xmlns:a16="http://schemas.microsoft.com/office/drawing/2014/main" id="{06E96845-19DC-0FEE-2692-2534CF7C4877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(3,3)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Textfeld 247">
                  <a:extLst>
                    <a:ext uri="{FF2B5EF4-FFF2-40B4-BE49-F238E27FC236}">
                      <a16:creationId xmlns:a16="http://schemas.microsoft.com/office/drawing/2014/main" id="{34659329-C1D7-955A-271A-60DE7DDADF77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383686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256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Textfeld 248">
                  <a:extLst>
                    <a:ext uri="{FF2B5EF4-FFF2-40B4-BE49-F238E27FC236}">
                      <a16:creationId xmlns:a16="http://schemas.microsoft.com/office/drawing/2014/main" id="{4AE45A9A-444C-672F-DCB0-0BF41F5AC5C7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Textfeld 249">
                  <a:extLst>
                    <a:ext uri="{FF2B5EF4-FFF2-40B4-BE49-F238E27FC236}">
                      <a16:creationId xmlns:a16="http://schemas.microsoft.com/office/drawing/2014/main" id="{3C5CB7AE-B1BC-77E8-3F38-764F1B1F7475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1" name="Gruppieren 250">
                <a:extLst>
                  <a:ext uri="{FF2B5EF4-FFF2-40B4-BE49-F238E27FC236}">
                    <a16:creationId xmlns:a16="http://schemas.microsoft.com/office/drawing/2014/main" id="{3EC7D3AB-1B54-0BBF-2CE6-E0FA98472B55}"/>
                  </a:ext>
                </a:extLst>
              </p:cNvPr>
              <p:cNvGrpSpPr/>
              <p:nvPr/>
            </p:nvGrpSpPr>
            <p:grpSpPr>
              <a:xfrm>
                <a:off x="5322711" y="4432702"/>
                <a:ext cx="403957" cy="561566"/>
                <a:chOff x="1739165" y="3825608"/>
                <a:chExt cx="439495" cy="610769"/>
              </a:xfrm>
            </p:grpSpPr>
            <p:sp>
              <p:nvSpPr>
                <p:cNvPr id="252" name="Textfeld 251">
                  <a:extLst>
                    <a:ext uri="{FF2B5EF4-FFF2-40B4-BE49-F238E27FC236}">
                      <a16:creationId xmlns:a16="http://schemas.microsoft.com/office/drawing/2014/main" id="{F99E2400-7BAC-F299-064B-A12C0478EDAE}"/>
                    </a:ext>
                  </a:extLst>
                </p:cNvPr>
                <p:cNvSpPr txBox="1"/>
                <p:nvPr/>
              </p:nvSpPr>
              <p:spPr>
                <a:xfrm>
                  <a:off x="1739165" y="3825608"/>
                  <a:ext cx="432518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k: (9,3)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Textfeld 252">
                  <a:extLst>
                    <a:ext uri="{FF2B5EF4-FFF2-40B4-BE49-F238E27FC236}">
                      <a16:creationId xmlns:a16="http://schemas.microsoft.com/office/drawing/2014/main" id="{F82E0B97-050F-B786-FF8B-B9A0B62CD5D8}"/>
                    </a:ext>
                  </a:extLst>
                </p:cNvPr>
                <p:cNvSpPr txBox="1"/>
                <p:nvPr/>
              </p:nvSpPr>
              <p:spPr>
                <a:xfrm>
                  <a:off x="1739165" y="3972593"/>
                  <a:ext cx="230211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n: 1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Textfeld 253">
                  <a:extLst>
                    <a:ext uri="{FF2B5EF4-FFF2-40B4-BE49-F238E27FC236}">
                      <a16:creationId xmlns:a16="http://schemas.microsoft.com/office/drawing/2014/main" id="{113F01C0-AE9E-0981-2574-6F1FAB9C5DF7}"/>
                    </a:ext>
                  </a:extLst>
                </p:cNvPr>
                <p:cNvSpPr txBox="1"/>
                <p:nvPr/>
              </p:nvSpPr>
              <p:spPr>
                <a:xfrm>
                  <a:off x="1739165" y="4119579"/>
                  <a:ext cx="432519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s: (1,1)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55" name="Textfeld 254">
                  <a:extLst>
                    <a:ext uri="{FF2B5EF4-FFF2-40B4-BE49-F238E27FC236}">
                      <a16:creationId xmlns:a16="http://schemas.microsoft.com/office/drawing/2014/main" id="{2E81422A-DF12-12AE-883E-4DAEBD8F5892}"/>
                    </a:ext>
                  </a:extLst>
                </p:cNvPr>
                <p:cNvSpPr txBox="1"/>
                <p:nvPr/>
              </p:nvSpPr>
              <p:spPr>
                <a:xfrm>
                  <a:off x="1739165" y="4266564"/>
                  <a:ext cx="439495" cy="169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  <a:sym typeface="Wingdings" panose="05000000000000000000" pitchFamily="2" charset="2"/>
                    </a:rPr>
                    <a:t>p: (4,1)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9" name="Verbinder: gewinkelt 8">
                <a:extLst>
                  <a:ext uri="{FF2B5EF4-FFF2-40B4-BE49-F238E27FC236}">
                    <a16:creationId xmlns:a16="http://schemas.microsoft.com/office/drawing/2014/main" id="{881917CC-3603-C942-C0DE-0D59E31A7D31}"/>
                  </a:ext>
                </a:extLst>
              </p:cNvPr>
              <p:cNvCxnSpPr>
                <a:cxnSpLocks/>
                <a:stCxn id="17" idx="3"/>
                <a:endCxn id="68" idx="0"/>
              </p:cNvCxnSpPr>
              <p:nvPr/>
            </p:nvCxnSpPr>
            <p:spPr>
              <a:xfrm flipV="1">
                <a:off x="1363946" y="3163362"/>
                <a:ext cx="1212701" cy="586770"/>
              </a:xfrm>
              <a:prstGeom prst="bentConnector4">
                <a:avLst>
                  <a:gd name="adj1" fmla="val 8102"/>
                  <a:gd name="adj2" fmla="val 122175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erbinder: gewinkelt 10">
                <a:extLst>
                  <a:ext uri="{FF2B5EF4-FFF2-40B4-BE49-F238E27FC236}">
                    <a16:creationId xmlns:a16="http://schemas.microsoft.com/office/drawing/2014/main" id="{E2D2DB7B-A203-C874-060E-30545309E18D}"/>
                  </a:ext>
                </a:extLst>
              </p:cNvPr>
              <p:cNvCxnSpPr>
                <a:cxnSpLocks/>
                <a:endCxn id="25" idx="0"/>
              </p:cNvCxnSpPr>
              <p:nvPr/>
            </p:nvCxnSpPr>
            <p:spPr>
              <a:xfrm flipV="1">
                <a:off x="1363946" y="3104685"/>
                <a:ext cx="2758545" cy="640684"/>
              </a:xfrm>
              <a:prstGeom prst="bentConnector4">
                <a:avLst>
                  <a:gd name="adj1" fmla="val 1369"/>
                  <a:gd name="adj2" fmla="val 12155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erbinder: gewinkelt 18">
                <a:extLst>
                  <a:ext uri="{FF2B5EF4-FFF2-40B4-BE49-F238E27FC236}">
                    <a16:creationId xmlns:a16="http://schemas.microsoft.com/office/drawing/2014/main" id="{65575B07-7447-A024-74D3-F494202AC324}"/>
                  </a:ext>
                </a:extLst>
              </p:cNvPr>
              <p:cNvCxnSpPr>
                <a:cxnSpLocks/>
                <a:stCxn id="68" idx="3"/>
                <a:endCxn id="61" idx="0"/>
              </p:cNvCxnSpPr>
              <p:nvPr/>
            </p:nvCxnSpPr>
            <p:spPr>
              <a:xfrm flipV="1">
                <a:off x="2659369" y="3163362"/>
                <a:ext cx="415712" cy="586770"/>
              </a:xfrm>
              <a:prstGeom prst="bentConnector4">
                <a:avLst>
                  <a:gd name="adj1" fmla="val 18764"/>
                  <a:gd name="adj2" fmla="val 122799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uppieren 99">
                <a:extLst>
                  <a:ext uri="{FF2B5EF4-FFF2-40B4-BE49-F238E27FC236}">
                    <a16:creationId xmlns:a16="http://schemas.microsoft.com/office/drawing/2014/main" id="{889101FD-1745-2AB4-4054-800D37073F57}"/>
                  </a:ext>
                </a:extLst>
              </p:cNvPr>
              <p:cNvGrpSpPr/>
              <p:nvPr/>
            </p:nvGrpSpPr>
            <p:grpSpPr>
              <a:xfrm>
                <a:off x="3203822" y="3104685"/>
                <a:ext cx="328007" cy="1290893"/>
                <a:chOff x="2999113" y="2967524"/>
                <a:chExt cx="356863" cy="1548000"/>
              </a:xfrm>
            </p:grpSpPr>
            <p:sp>
              <p:nvSpPr>
                <p:cNvPr id="101" name="Rechteck 100">
                  <a:extLst>
                    <a:ext uri="{FF2B5EF4-FFF2-40B4-BE49-F238E27FC236}">
                      <a16:creationId xmlns:a16="http://schemas.microsoft.com/office/drawing/2014/main" id="{165A7315-186F-2F09-3ACC-489592328B89}"/>
                    </a:ext>
                  </a:extLst>
                </p:cNvPr>
                <p:cNvSpPr/>
                <p:nvPr/>
              </p:nvSpPr>
              <p:spPr>
                <a:xfrm>
                  <a:off x="2999113" y="2967524"/>
                  <a:ext cx="356863" cy="1548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/>
                </a:p>
              </p:txBody>
            </p:sp>
            <p:grpSp>
              <p:nvGrpSpPr>
                <p:cNvPr id="102" name="Gruppieren 101">
                  <a:extLst>
                    <a:ext uri="{FF2B5EF4-FFF2-40B4-BE49-F238E27FC236}">
                      <a16:creationId xmlns:a16="http://schemas.microsoft.com/office/drawing/2014/main" id="{DE7C9050-03E6-491D-812F-1938D3BDC888}"/>
                    </a:ext>
                  </a:extLst>
                </p:cNvPr>
                <p:cNvGrpSpPr/>
                <p:nvPr/>
              </p:nvGrpSpPr>
              <p:grpSpPr>
                <a:xfrm>
                  <a:off x="3022427" y="3037888"/>
                  <a:ext cx="310235" cy="1407273"/>
                  <a:chOff x="3023228" y="3037888"/>
                  <a:chExt cx="310235" cy="1407273"/>
                </a:xfrm>
              </p:grpSpPr>
              <p:sp>
                <p:nvSpPr>
                  <p:cNvPr id="103" name="Rechteck 102">
                    <a:extLst>
                      <a:ext uri="{FF2B5EF4-FFF2-40B4-BE49-F238E27FC236}">
                        <a16:creationId xmlns:a16="http://schemas.microsoft.com/office/drawing/2014/main" id="{261CE110-B738-A3BD-B4EF-3FEFD51EFDD4}"/>
                      </a:ext>
                    </a:extLst>
                  </p:cNvPr>
                  <p:cNvSpPr/>
                  <p:nvPr/>
                </p:nvSpPr>
                <p:spPr>
                  <a:xfrm>
                    <a:off x="3023228" y="3037888"/>
                    <a:ext cx="36000" cy="1407273"/>
                  </a:xfrm>
                  <a:prstGeom prst="rect">
                    <a:avLst/>
                  </a:prstGeom>
                  <a:solidFill>
                    <a:srgbClr val="BDD7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04" name="Rechteck 103">
                    <a:extLst>
                      <a:ext uri="{FF2B5EF4-FFF2-40B4-BE49-F238E27FC236}">
                        <a16:creationId xmlns:a16="http://schemas.microsoft.com/office/drawing/2014/main" id="{506E76DA-943D-E698-77A9-3C3ECE969316}"/>
                      </a:ext>
                    </a:extLst>
                  </p:cNvPr>
                  <p:cNvSpPr/>
                  <p:nvPr/>
                </p:nvSpPr>
                <p:spPr>
                  <a:xfrm>
                    <a:off x="3132922" y="3037888"/>
                    <a:ext cx="36000" cy="1407273"/>
                  </a:xfrm>
                  <a:prstGeom prst="rect">
                    <a:avLst/>
                  </a:prstGeom>
                  <a:solidFill>
                    <a:srgbClr val="FDB7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05" name="Rechteck 104">
                    <a:extLst>
                      <a:ext uri="{FF2B5EF4-FFF2-40B4-BE49-F238E27FC236}">
                        <a16:creationId xmlns:a16="http://schemas.microsoft.com/office/drawing/2014/main" id="{6036B7E3-0AEF-1BF9-C279-B873795F88AE}"/>
                      </a:ext>
                    </a:extLst>
                  </p:cNvPr>
                  <p:cNvSpPr/>
                  <p:nvPr/>
                </p:nvSpPr>
                <p:spPr>
                  <a:xfrm>
                    <a:off x="3078075" y="3037888"/>
                    <a:ext cx="36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6" name="Rechteck 105">
                    <a:extLst>
                      <a:ext uri="{FF2B5EF4-FFF2-40B4-BE49-F238E27FC236}">
                        <a16:creationId xmlns:a16="http://schemas.microsoft.com/office/drawing/2014/main" id="{3A3D1F33-52F1-19EA-32B6-2834E087FD2C}"/>
                      </a:ext>
                    </a:extLst>
                  </p:cNvPr>
                  <p:cNvSpPr/>
                  <p:nvPr/>
                </p:nvSpPr>
                <p:spPr>
                  <a:xfrm>
                    <a:off x="3187769" y="3037888"/>
                    <a:ext cx="36000" cy="1407273"/>
                  </a:xfrm>
                  <a:prstGeom prst="rect">
                    <a:avLst/>
                  </a:prstGeom>
                  <a:solidFill>
                    <a:srgbClr val="BDD7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endParaRPr lang="en-GB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07" name="Rechteck 106">
                    <a:extLst>
                      <a:ext uri="{FF2B5EF4-FFF2-40B4-BE49-F238E27FC236}">
                        <a16:creationId xmlns:a16="http://schemas.microsoft.com/office/drawing/2014/main" id="{27A4405A-B1D2-B8E4-A950-BDF7C1D7B885}"/>
                      </a:ext>
                    </a:extLst>
                  </p:cNvPr>
                  <p:cNvSpPr/>
                  <p:nvPr/>
                </p:nvSpPr>
                <p:spPr>
                  <a:xfrm>
                    <a:off x="3242616" y="3037888"/>
                    <a:ext cx="36000" cy="14072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Rechteck 107">
                    <a:extLst>
                      <a:ext uri="{FF2B5EF4-FFF2-40B4-BE49-F238E27FC236}">
                        <a16:creationId xmlns:a16="http://schemas.microsoft.com/office/drawing/2014/main" id="{9F7A24DE-E489-9932-4EA2-33BB9EF4EAE1}"/>
                      </a:ext>
                    </a:extLst>
                  </p:cNvPr>
                  <p:cNvSpPr/>
                  <p:nvPr/>
                </p:nvSpPr>
                <p:spPr>
                  <a:xfrm>
                    <a:off x="3297463" y="3037888"/>
                    <a:ext cx="36000" cy="1407273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36000" tIns="36000" rIns="36000" bIns="36000" rtlCol="0" anchor="ctr"/>
                  <a:lstStyle/>
                  <a:p>
                    <a:pPr algn="ctr"/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123" name="Verbinder: gewinkelt 122">
                <a:extLst>
                  <a:ext uri="{FF2B5EF4-FFF2-40B4-BE49-F238E27FC236}">
                    <a16:creationId xmlns:a16="http://schemas.microsoft.com/office/drawing/2014/main" id="{C7DD3A77-042E-6DE1-681C-1D99EC2C2C28}"/>
                  </a:ext>
                </a:extLst>
              </p:cNvPr>
              <p:cNvCxnSpPr>
                <a:cxnSpLocks/>
                <a:stCxn id="55" idx="3"/>
                <a:endCxn id="108" idx="0"/>
              </p:cNvCxnSpPr>
              <p:nvPr/>
            </p:nvCxnSpPr>
            <p:spPr>
              <a:xfrm flipV="1">
                <a:off x="3113053" y="3163362"/>
                <a:ext cx="380804" cy="586770"/>
              </a:xfrm>
              <a:prstGeom prst="bentConnector4">
                <a:avLst>
                  <a:gd name="adj1" fmla="val 12709"/>
                  <a:gd name="adj2" fmla="val 1214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9954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74447" y="6634666"/>
            <a:ext cx="692497" cy="153888"/>
          </a:xfrm>
        </p:spPr>
        <p:txBody>
          <a:bodyPr/>
          <a:lstStyle/>
          <a:p>
            <a:fld id="{0B4FCF17-48A0-4939-9B86-4A0E590241E6}" type="datetime4">
              <a:rPr lang="de-DE" sz="1000" smtClean="0"/>
              <a:t>27. Juni 2024</a:t>
            </a:fld>
            <a:endParaRPr lang="de-DE" sz="10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B4611C-2B45-913B-14B0-B574DCB3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53888"/>
          </a:xfrm>
        </p:spPr>
        <p:txBody>
          <a:bodyPr/>
          <a:lstStyle/>
          <a:p>
            <a:r>
              <a:rPr lang="de-DE" sz="1000"/>
              <a:t>Technische Fakultät</a:t>
            </a:r>
            <a:endParaRPr lang="de-DE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531" y="6634666"/>
            <a:ext cx="70532" cy="153888"/>
          </a:xfrm>
        </p:spPr>
        <p:txBody>
          <a:bodyPr/>
          <a:lstStyle/>
          <a:p>
            <a:fld id="{D949F9DF-37BD-4CD6-BF49-65BA579E1D7A}" type="slidenum">
              <a:rPr lang="de-DE" sz="1000" smtClean="0"/>
              <a:pPr/>
              <a:t>4</a:t>
            </a:fld>
            <a:endParaRPr lang="de-DE" sz="100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38499"/>
          </a:xfrm>
        </p:spPr>
        <p:txBody>
          <a:bodyPr/>
          <a:lstStyle/>
          <a:p>
            <a:r>
              <a:rPr lang="en-GB" sz="1000" dirty="0"/>
              <a:t>Discriminator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>
            <a:normAutofit/>
          </a:bodyPr>
          <a:lstStyle/>
          <a:p>
            <a:endParaRPr lang="en-GB" sz="100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156133"/>
          </a:xfrm>
        </p:spPr>
        <p:txBody>
          <a:bodyPr/>
          <a:lstStyle/>
          <a:p>
            <a:endParaRPr lang="en-GB" sz="1000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CA8BABEB-9240-6F5E-F4F3-68C8675A33D1}"/>
              </a:ext>
            </a:extLst>
          </p:cNvPr>
          <p:cNvGrpSpPr/>
          <p:nvPr/>
        </p:nvGrpSpPr>
        <p:grpSpPr>
          <a:xfrm>
            <a:off x="2677356" y="2225129"/>
            <a:ext cx="5760000" cy="3028139"/>
            <a:chOff x="3538674" y="2271968"/>
            <a:chExt cx="5760000" cy="3028139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B1CE5A4-FD12-F994-73AF-692B4A07A484}"/>
                </a:ext>
              </a:extLst>
            </p:cNvPr>
            <p:cNvSpPr/>
            <p:nvPr/>
          </p:nvSpPr>
          <p:spPr>
            <a:xfrm>
              <a:off x="3538674" y="2271968"/>
              <a:ext cx="5760000" cy="30281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5ADB8EF-C796-66CF-A0B7-BBA9D4871713}"/>
                </a:ext>
              </a:extLst>
            </p:cNvPr>
            <p:cNvCxnSpPr>
              <a:cxnSpLocks/>
              <a:stCxn id="98" idx="3"/>
              <a:endCxn id="26" idx="1"/>
            </p:cNvCxnSpPr>
            <p:nvPr/>
          </p:nvCxnSpPr>
          <p:spPr>
            <a:xfrm>
              <a:off x="4081172" y="3784826"/>
              <a:ext cx="43482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AB029C0A-C6BE-E5D4-29B1-3E337816FA02}"/>
                </a:ext>
              </a:extLst>
            </p:cNvPr>
            <p:cNvSpPr/>
            <p:nvPr/>
          </p:nvSpPr>
          <p:spPr>
            <a:xfrm>
              <a:off x="4190245" y="3082826"/>
              <a:ext cx="180000" cy="140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en-GB" sz="1000" dirty="0">
                  <a:solidFill>
                    <a:sysClr val="windowText" lastClr="000000"/>
                  </a:solidFill>
                </a:rPr>
                <a:t>Conv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D29569B9-6FCD-BAD5-A35B-F9161ED2E8DF}"/>
                </a:ext>
              </a:extLst>
            </p:cNvPr>
            <p:cNvSpPr/>
            <p:nvPr/>
          </p:nvSpPr>
          <p:spPr>
            <a:xfrm>
              <a:off x="4395498" y="3082826"/>
              <a:ext cx="180000" cy="1404000"/>
            </a:xfrm>
            <a:prstGeom prst="rect">
              <a:avLst/>
            </a:prstGeom>
            <a:solidFill>
              <a:srgbClr val="EFA7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en-GB" sz="1000" dirty="0" err="1">
                  <a:solidFill>
                    <a:sysClr val="windowText" lastClr="000000"/>
                  </a:solidFill>
                </a:rPr>
                <a:t>LReLU</a:t>
              </a:r>
              <a:r>
                <a:rPr lang="en-GB" sz="1000" dirty="0">
                  <a:solidFill>
                    <a:sysClr val="windowText" lastClr="000000"/>
                  </a:solidFill>
                </a:rPr>
                <a:t> (α </a:t>
              </a:r>
              <a:r>
                <a:rPr lang="de-DE" sz="1000" dirty="0">
                  <a:solidFill>
                    <a:sysClr val="windowText" lastClr="000000"/>
                  </a:solidFill>
                </a:rPr>
                <a:t>= 0.2)</a:t>
              </a:r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E4D13BB-94FC-AC55-6CFB-7832A176A864}"/>
                </a:ext>
              </a:extLst>
            </p:cNvPr>
            <p:cNvGrpSpPr/>
            <p:nvPr/>
          </p:nvGrpSpPr>
          <p:grpSpPr>
            <a:xfrm>
              <a:off x="4692087" y="3082826"/>
              <a:ext cx="666700" cy="1404000"/>
              <a:chOff x="3152185" y="3108358"/>
              <a:chExt cx="666700" cy="1548000"/>
            </a:xfrm>
          </p:grpSpPr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B2B35D20-3735-FCBD-A417-B6767B1122FD}"/>
                  </a:ext>
                </a:extLst>
              </p:cNvPr>
              <p:cNvSpPr/>
              <p:nvPr/>
            </p:nvSpPr>
            <p:spPr>
              <a:xfrm>
                <a:off x="3152185" y="3108358"/>
                <a:ext cx="666700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97D1DAAE-4024-212A-87D1-27780E346BEA}"/>
                  </a:ext>
                </a:extLst>
              </p:cNvPr>
              <p:cNvGrpSpPr/>
              <p:nvPr/>
            </p:nvGrpSpPr>
            <p:grpSpPr>
              <a:xfrm>
                <a:off x="3181957" y="3178558"/>
                <a:ext cx="607156" cy="1407600"/>
                <a:chOff x="3190775" y="3178558"/>
                <a:chExt cx="607156" cy="1407600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88510CFE-3279-A787-5787-7F4A1945B86A}"/>
                    </a:ext>
                  </a:extLst>
                </p:cNvPr>
                <p:cNvSpPr/>
                <p:nvPr/>
              </p:nvSpPr>
              <p:spPr>
                <a:xfrm>
                  <a:off x="3190775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55" name="Rechteck 54">
                  <a:extLst>
                    <a:ext uri="{FF2B5EF4-FFF2-40B4-BE49-F238E27FC236}">
                      <a16:creationId xmlns:a16="http://schemas.microsoft.com/office/drawing/2014/main" id="{8C4A1408-81EB-7ABD-B56C-A2184DC898BE}"/>
                    </a:ext>
                  </a:extLst>
                </p:cNvPr>
                <p:cNvSpPr/>
                <p:nvPr/>
              </p:nvSpPr>
              <p:spPr>
                <a:xfrm>
                  <a:off x="3617931" y="3178558"/>
                  <a:ext cx="180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 err="1">
                      <a:solidFill>
                        <a:sysClr val="windowText" lastClr="000000"/>
                      </a:solidFill>
                    </a:rPr>
                    <a:t>LReLU</a:t>
                  </a:r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 (α </a:t>
                  </a:r>
                  <a:r>
                    <a:rPr lang="de-DE" sz="1000" dirty="0">
                      <a:solidFill>
                        <a:sysClr val="windowText" lastClr="000000"/>
                      </a:solidFill>
                    </a:rPr>
                    <a:t>= 0.2)</a:t>
                  </a:r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" name="Rechteck 55">
                  <a:extLst>
                    <a:ext uri="{FF2B5EF4-FFF2-40B4-BE49-F238E27FC236}">
                      <a16:creationId xmlns:a16="http://schemas.microsoft.com/office/drawing/2014/main" id="{396B299A-684F-E0E1-5EA8-9D040E4564A4}"/>
                    </a:ext>
                  </a:extLst>
                </p:cNvPr>
                <p:cNvSpPr/>
                <p:nvPr/>
              </p:nvSpPr>
              <p:spPr>
                <a:xfrm>
                  <a:off x="3404353" y="3178558"/>
                  <a:ext cx="180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chemeClr val="tx1"/>
                      </a:solidFill>
                    </a:rPr>
                    <a:t>Batch norm</a:t>
                  </a:r>
                </a:p>
              </p:txBody>
            </p:sp>
          </p:grpSp>
        </p:grp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A30E5946-DB92-7BCD-E73E-DF9393B062C1}"/>
                </a:ext>
              </a:extLst>
            </p:cNvPr>
            <p:cNvCxnSpPr>
              <a:cxnSpLocks/>
              <a:stCxn id="26" idx="3"/>
              <a:endCxn id="9" idx="1"/>
            </p:cNvCxnSpPr>
            <p:nvPr/>
          </p:nvCxnSpPr>
          <p:spPr>
            <a:xfrm>
              <a:off x="8609374" y="3784826"/>
              <a:ext cx="15588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D3A24567-818D-2839-B0D1-BCA87B11B413}"/>
                </a:ext>
              </a:extLst>
            </p:cNvPr>
            <p:cNvGrpSpPr/>
            <p:nvPr/>
          </p:nvGrpSpPr>
          <p:grpSpPr>
            <a:xfrm>
              <a:off x="5390153" y="3082826"/>
              <a:ext cx="351171" cy="1404000"/>
              <a:chOff x="4387956" y="3108358"/>
              <a:chExt cx="351171" cy="1548000"/>
            </a:xfrm>
          </p:grpSpPr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B670D4-6135-D226-442C-5CEB94731F12}"/>
                  </a:ext>
                </a:extLst>
              </p:cNvPr>
              <p:cNvSpPr/>
              <p:nvPr/>
            </p:nvSpPr>
            <p:spPr>
              <a:xfrm>
                <a:off x="4387956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713D1AA6-8285-161C-53D2-B4D88CCC0340}"/>
                  </a:ext>
                </a:extLst>
              </p:cNvPr>
              <p:cNvGrpSpPr/>
              <p:nvPr/>
            </p:nvGrpSpPr>
            <p:grpSpPr>
              <a:xfrm>
                <a:off x="4418541" y="3178558"/>
                <a:ext cx="290000" cy="1407600"/>
                <a:chOff x="4415811" y="3178558"/>
                <a:chExt cx="290000" cy="1407600"/>
              </a:xfrm>
            </p:grpSpPr>
            <p:sp>
              <p:nvSpPr>
                <p:cNvPr id="50" name="Rechteck 49">
                  <a:extLst>
                    <a:ext uri="{FF2B5EF4-FFF2-40B4-BE49-F238E27FC236}">
                      <a16:creationId xmlns:a16="http://schemas.microsoft.com/office/drawing/2014/main" id="{2C1992C0-77BF-1963-CE85-24D7C1902742}"/>
                    </a:ext>
                  </a:extLst>
                </p:cNvPr>
                <p:cNvSpPr/>
                <p:nvPr/>
              </p:nvSpPr>
              <p:spPr>
                <a:xfrm>
                  <a:off x="4415811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51" name="Rechteck 50">
                  <a:extLst>
                    <a:ext uri="{FF2B5EF4-FFF2-40B4-BE49-F238E27FC236}">
                      <a16:creationId xmlns:a16="http://schemas.microsoft.com/office/drawing/2014/main" id="{44933FFA-2D44-0A84-2A43-BB2451A88C8F}"/>
                    </a:ext>
                  </a:extLst>
                </p:cNvPr>
                <p:cNvSpPr/>
                <p:nvPr/>
              </p:nvSpPr>
              <p:spPr>
                <a:xfrm>
                  <a:off x="4669811" y="3178558"/>
                  <a:ext cx="36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2" name="Rechteck 51">
                  <a:extLst>
                    <a:ext uri="{FF2B5EF4-FFF2-40B4-BE49-F238E27FC236}">
                      <a16:creationId xmlns:a16="http://schemas.microsoft.com/office/drawing/2014/main" id="{D21D59B2-87AF-BA14-B00B-52DBF2790044}"/>
                    </a:ext>
                  </a:extLst>
                </p:cNvPr>
                <p:cNvSpPr/>
                <p:nvPr/>
              </p:nvSpPr>
              <p:spPr>
                <a:xfrm>
                  <a:off x="4614811" y="3178558"/>
                  <a:ext cx="36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4ADF7AE4-82A3-3FEC-F255-B51DCD005469}"/>
                </a:ext>
              </a:extLst>
            </p:cNvPr>
            <p:cNvSpPr/>
            <p:nvPr/>
          </p:nvSpPr>
          <p:spPr>
            <a:xfrm>
              <a:off x="7784343" y="3082826"/>
              <a:ext cx="180000" cy="1404000"/>
            </a:xfrm>
            <a:prstGeom prst="rect">
              <a:avLst/>
            </a:prstGeom>
            <a:solidFill>
              <a:srgbClr val="5DC0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de-DE" sz="1000" dirty="0" err="1">
                  <a:solidFill>
                    <a:sysClr val="windowText" lastClr="000000"/>
                  </a:solidFill>
                </a:rPr>
                <a:t>Dense</a:t>
              </a:r>
              <a:r>
                <a:rPr lang="de-DE" sz="1000" dirty="0">
                  <a:solidFill>
                    <a:sysClr val="windowText" lastClr="000000"/>
                  </a:solidFill>
                </a:rPr>
                <a:t> (1024)</a:t>
              </a:r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FA930C0E-4550-BE31-32FB-706B1CC08D64}"/>
                </a:ext>
              </a:extLst>
            </p:cNvPr>
            <p:cNvSpPr/>
            <p:nvPr/>
          </p:nvSpPr>
          <p:spPr>
            <a:xfrm>
              <a:off x="7999353" y="3082826"/>
              <a:ext cx="180000" cy="1404000"/>
            </a:xfrm>
            <a:prstGeom prst="rect">
              <a:avLst/>
            </a:prstGeom>
            <a:solidFill>
              <a:srgbClr val="EFA7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en-GB" sz="1000" dirty="0" err="1">
                  <a:solidFill>
                    <a:sysClr val="windowText" lastClr="000000"/>
                  </a:solidFill>
                </a:rPr>
                <a:t>LReLU</a:t>
              </a:r>
              <a:r>
                <a:rPr lang="en-GB" sz="1000" dirty="0">
                  <a:solidFill>
                    <a:sysClr val="windowText" lastClr="000000"/>
                  </a:solidFill>
                </a:rPr>
                <a:t> (α </a:t>
              </a:r>
              <a:r>
                <a:rPr lang="de-DE" sz="1000" dirty="0">
                  <a:solidFill>
                    <a:sysClr val="windowText" lastClr="000000"/>
                  </a:solidFill>
                </a:rPr>
                <a:t>= 0.2)</a:t>
              </a:r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14F54F2-E337-2D79-310D-4440F25914C2}"/>
                </a:ext>
              </a:extLst>
            </p:cNvPr>
            <p:cNvSpPr/>
            <p:nvPr/>
          </p:nvSpPr>
          <p:spPr>
            <a:xfrm>
              <a:off x="8214363" y="3082826"/>
              <a:ext cx="180000" cy="1404000"/>
            </a:xfrm>
            <a:prstGeom prst="rect">
              <a:avLst/>
            </a:prstGeom>
            <a:solidFill>
              <a:srgbClr val="5DC0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de-DE" sz="1000" dirty="0" err="1">
                  <a:solidFill>
                    <a:sysClr val="windowText" lastClr="000000"/>
                  </a:solidFill>
                </a:rPr>
                <a:t>Dense</a:t>
              </a:r>
              <a:r>
                <a:rPr lang="de-DE" sz="1000" dirty="0">
                  <a:solidFill>
                    <a:sysClr val="windowText" lastClr="000000"/>
                  </a:solidFill>
                </a:rPr>
                <a:t> (1)</a:t>
              </a:r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1A1F9CAC-F552-271C-3368-EEC336B08517}"/>
                </a:ext>
              </a:extLst>
            </p:cNvPr>
            <p:cNvSpPr/>
            <p:nvPr/>
          </p:nvSpPr>
          <p:spPr>
            <a:xfrm>
              <a:off x="8429374" y="3082826"/>
              <a:ext cx="180000" cy="1404000"/>
            </a:xfrm>
            <a:prstGeom prst="rect">
              <a:avLst/>
            </a:prstGeom>
            <a:solidFill>
              <a:srgbClr val="C75B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36000" rIns="36000" bIns="36000" rtlCol="0" anchor="ctr"/>
            <a:lstStyle/>
            <a:p>
              <a:pPr algn="ctr"/>
              <a:r>
                <a:rPr lang="de-DE" sz="1000" dirty="0">
                  <a:solidFill>
                    <a:sysClr val="windowText" lastClr="000000"/>
                  </a:solidFill>
                </a:rPr>
                <a:t>Sigmoid</a:t>
              </a:r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398094D5-96AE-DF42-C2A5-4CB33C7464DE}"/>
                </a:ext>
              </a:extLst>
            </p:cNvPr>
            <p:cNvGrpSpPr/>
            <p:nvPr/>
          </p:nvGrpSpPr>
          <p:grpSpPr>
            <a:xfrm>
              <a:off x="5775888" y="3082826"/>
              <a:ext cx="351171" cy="1404000"/>
              <a:chOff x="5045457" y="3108358"/>
              <a:chExt cx="351171" cy="1548000"/>
            </a:xfrm>
          </p:grpSpPr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974923F5-D3BF-76DA-4DF9-DF7E13CDC7C8}"/>
                  </a:ext>
                </a:extLst>
              </p:cNvPr>
              <p:cNvSpPr/>
              <p:nvPr/>
            </p:nvSpPr>
            <p:spPr>
              <a:xfrm>
                <a:off x="5045457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83680DE-531D-DF39-1C3A-4FCD54B3EB83}"/>
                  </a:ext>
                </a:extLst>
              </p:cNvPr>
              <p:cNvSpPr/>
              <p:nvPr/>
            </p:nvSpPr>
            <p:spPr>
              <a:xfrm>
                <a:off x="5076042" y="3178558"/>
                <a:ext cx="180000" cy="1407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en-GB" sz="1000" dirty="0">
                    <a:solidFill>
                      <a:sysClr val="windowText" lastClr="000000"/>
                    </a:solidFill>
                  </a:rPr>
                  <a:t>Conv</a:t>
                </a:r>
              </a:p>
            </p:txBody>
          </p:sp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BFD28A42-5DBF-4DE3-1CC3-737C085F76B8}"/>
                  </a:ext>
                </a:extLst>
              </p:cNvPr>
              <p:cNvSpPr/>
              <p:nvPr/>
            </p:nvSpPr>
            <p:spPr>
              <a:xfrm>
                <a:off x="5330042" y="3178558"/>
                <a:ext cx="36000" cy="1407600"/>
              </a:xfrm>
              <a:prstGeom prst="rect">
                <a:avLst/>
              </a:prstGeom>
              <a:solidFill>
                <a:srgbClr val="EFA7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230CFD08-BB83-1EF0-DBC9-D790ECB7E4CC}"/>
                  </a:ext>
                </a:extLst>
              </p:cNvPr>
              <p:cNvSpPr/>
              <p:nvPr/>
            </p:nvSpPr>
            <p:spPr>
              <a:xfrm>
                <a:off x="5275042" y="3178558"/>
                <a:ext cx="36000" cy="1407600"/>
              </a:xfrm>
              <a:prstGeom prst="rect">
                <a:avLst/>
              </a:prstGeom>
              <a:solidFill>
                <a:srgbClr val="8C9F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467F9B4E-D3BA-2C0D-CEA5-3C9EF7BE342C}"/>
                </a:ext>
              </a:extLst>
            </p:cNvPr>
            <p:cNvGrpSpPr/>
            <p:nvPr/>
          </p:nvGrpSpPr>
          <p:grpSpPr>
            <a:xfrm>
              <a:off x="6159594" y="3082826"/>
              <a:ext cx="351171" cy="1404000"/>
              <a:chOff x="5702962" y="3108358"/>
              <a:chExt cx="351171" cy="1548000"/>
            </a:xfrm>
          </p:grpSpPr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3BA9DCEE-DA5B-D64E-3991-EAEF066F2891}"/>
                  </a:ext>
                </a:extLst>
              </p:cNvPr>
              <p:cNvSpPr/>
              <p:nvPr/>
            </p:nvSpPr>
            <p:spPr>
              <a:xfrm>
                <a:off x="5702962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3C0B48E1-BEE2-54DA-DB42-6DD2ACA6C424}"/>
                  </a:ext>
                </a:extLst>
              </p:cNvPr>
              <p:cNvGrpSpPr/>
              <p:nvPr/>
            </p:nvGrpSpPr>
            <p:grpSpPr>
              <a:xfrm>
                <a:off x="5733547" y="3178558"/>
                <a:ext cx="290000" cy="1407600"/>
                <a:chOff x="5730817" y="3178558"/>
                <a:chExt cx="290000" cy="1407600"/>
              </a:xfrm>
            </p:grpSpPr>
            <p:sp>
              <p:nvSpPr>
                <p:cNvPr id="75" name="Rechteck 74">
                  <a:extLst>
                    <a:ext uri="{FF2B5EF4-FFF2-40B4-BE49-F238E27FC236}">
                      <a16:creationId xmlns:a16="http://schemas.microsoft.com/office/drawing/2014/main" id="{A4BC4A72-BEC6-9BA1-01DA-C23B6288D907}"/>
                    </a:ext>
                  </a:extLst>
                </p:cNvPr>
                <p:cNvSpPr/>
                <p:nvPr/>
              </p:nvSpPr>
              <p:spPr>
                <a:xfrm>
                  <a:off x="5730817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76" name="Rechteck 75">
                  <a:extLst>
                    <a:ext uri="{FF2B5EF4-FFF2-40B4-BE49-F238E27FC236}">
                      <a16:creationId xmlns:a16="http://schemas.microsoft.com/office/drawing/2014/main" id="{93B41BA9-72BC-98AD-D894-4CDA36E5D5B7}"/>
                    </a:ext>
                  </a:extLst>
                </p:cNvPr>
                <p:cNvSpPr/>
                <p:nvPr/>
              </p:nvSpPr>
              <p:spPr>
                <a:xfrm>
                  <a:off x="5984817" y="3178558"/>
                  <a:ext cx="36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7" name="Rechteck 76">
                  <a:extLst>
                    <a:ext uri="{FF2B5EF4-FFF2-40B4-BE49-F238E27FC236}">
                      <a16:creationId xmlns:a16="http://schemas.microsoft.com/office/drawing/2014/main" id="{FFF186F7-2D21-AC3D-A73A-0C1FD20C6613}"/>
                    </a:ext>
                  </a:extLst>
                </p:cNvPr>
                <p:cNvSpPr/>
                <p:nvPr/>
              </p:nvSpPr>
              <p:spPr>
                <a:xfrm>
                  <a:off x="5929817" y="3178558"/>
                  <a:ext cx="36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4BBE7029-F576-96CE-6FC1-C0CB7412C8D2}"/>
                </a:ext>
              </a:extLst>
            </p:cNvPr>
            <p:cNvGrpSpPr/>
            <p:nvPr/>
          </p:nvGrpSpPr>
          <p:grpSpPr>
            <a:xfrm>
              <a:off x="6547348" y="3082826"/>
              <a:ext cx="351171" cy="1404000"/>
              <a:chOff x="6360462" y="3108358"/>
              <a:chExt cx="351171" cy="1548000"/>
            </a:xfrm>
          </p:grpSpPr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9572C307-E734-38F4-5ACF-A662CF2DBDD6}"/>
                  </a:ext>
                </a:extLst>
              </p:cNvPr>
              <p:cNvSpPr/>
              <p:nvPr/>
            </p:nvSpPr>
            <p:spPr>
              <a:xfrm>
                <a:off x="6360462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27" name="Gruppieren 26">
                <a:extLst>
                  <a:ext uri="{FF2B5EF4-FFF2-40B4-BE49-F238E27FC236}">
                    <a16:creationId xmlns:a16="http://schemas.microsoft.com/office/drawing/2014/main" id="{BDD2BF60-A63B-85A3-8E1C-9899493AF16D}"/>
                  </a:ext>
                </a:extLst>
              </p:cNvPr>
              <p:cNvGrpSpPr/>
              <p:nvPr/>
            </p:nvGrpSpPr>
            <p:grpSpPr>
              <a:xfrm>
                <a:off x="6391047" y="3178558"/>
                <a:ext cx="290000" cy="1407600"/>
                <a:chOff x="6388317" y="3178558"/>
                <a:chExt cx="290000" cy="1407600"/>
              </a:xfrm>
            </p:grpSpPr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5BC24FAD-4687-75B8-21A3-E87D6FB56E78}"/>
                    </a:ext>
                  </a:extLst>
                </p:cNvPr>
                <p:cNvSpPr/>
                <p:nvPr/>
              </p:nvSpPr>
              <p:spPr>
                <a:xfrm>
                  <a:off x="6388317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82" name="Rechteck 81">
                  <a:extLst>
                    <a:ext uri="{FF2B5EF4-FFF2-40B4-BE49-F238E27FC236}">
                      <a16:creationId xmlns:a16="http://schemas.microsoft.com/office/drawing/2014/main" id="{67999B7D-0279-C5E0-4988-60BA11DF9E73}"/>
                    </a:ext>
                  </a:extLst>
                </p:cNvPr>
                <p:cNvSpPr/>
                <p:nvPr/>
              </p:nvSpPr>
              <p:spPr>
                <a:xfrm>
                  <a:off x="6642317" y="3178558"/>
                  <a:ext cx="36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83" name="Rechteck 82">
                  <a:extLst>
                    <a:ext uri="{FF2B5EF4-FFF2-40B4-BE49-F238E27FC236}">
                      <a16:creationId xmlns:a16="http://schemas.microsoft.com/office/drawing/2014/main" id="{192ABAFB-B9D6-5850-16D8-EF5FC355EE92}"/>
                    </a:ext>
                  </a:extLst>
                </p:cNvPr>
                <p:cNvSpPr/>
                <p:nvPr/>
              </p:nvSpPr>
              <p:spPr>
                <a:xfrm>
                  <a:off x="6587317" y="3178558"/>
                  <a:ext cx="36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AD065BBF-63D9-FFDA-CD7F-7FB5C5836530}"/>
                </a:ext>
              </a:extLst>
            </p:cNvPr>
            <p:cNvGrpSpPr/>
            <p:nvPr/>
          </p:nvGrpSpPr>
          <p:grpSpPr>
            <a:xfrm>
              <a:off x="6931126" y="3082826"/>
              <a:ext cx="351171" cy="1404000"/>
              <a:chOff x="7017963" y="3108358"/>
              <a:chExt cx="351171" cy="1548000"/>
            </a:xfrm>
          </p:grpSpPr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43CD0C58-B93A-BFA5-A715-1B7533D18247}"/>
                  </a:ext>
                </a:extLst>
              </p:cNvPr>
              <p:cNvSpPr/>
              <p:nvPr/>
            </p:nvSpPr>
            <p:spPr>
              <a:xfrm>
                <a:off x="7017963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E39A3EA0-C053-519F-E129-D6E162FB5EC4}"/>
                  </a:ext>
                </a:extLst>
              </p:cNvPr>
              <p:cNvGrpSpPr/>
              <p:nvPr/>
            </p:nvGrpSpPr>
            <p:grpSpPr>
              <a:xfrm>
                <a:off x="7048548" y="3178558"/>
                <a:ext cx="290000" cy="1407600"/>
                <a:chOff x="7045818" y="3178558"/>
                <a:chExt cx="290000" cy="1407600"/>
              </a:xfrm>
            </p:grpSpPr>
            <p:sp>
              <p:nvSpPr>
                <p:cNvPr id="87" name="Rechteck 86">
                  <a:extLst>
                    <a:ext uri="{FF2B5EF4-FFF2-40B4-BE49-F238E27FC236}">
                      <a16:creationId xmlns:a16="http://schemas.microsoft.com/office/drawing/2014/main" id="{4D4D2977-1E85-6E2F-59BB-6065A8B998F0}"/>
                    </a:ext>
                  </a:extLst>
                </p:cNvPr>
                <p:cNvSpPr/>
                <p:nvPr/>
              </p:nvSpPr>
              <p:spPr>
                <a:xfrm>
                  <a:off x="7045818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88" name="Rechteck 87">
                  <a:extLst>
                    <a:ext uri="{FF2B5EF4-FFF2-40B4-BE49-F238E27FC236}">
                      <a16:creationId xmlns:a16="http://schemas.microsoft.com/office/drawing/2014/main" id="{E34B8FCC-49AA-E23A-2B57-9EE0FA0CE715}"/>
                    </a:ext>
                  </a:extLst>
                </p:cNvPr>
                <p:cNvSpPr/>
                <p:nvPr/>
              </p:nvSpPr>
              <p:spPr>
                <a:xfrm>
                  <a:off x="7299818" y="3178558"/>
                  <a:ext cx="36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89" name="Rechteck 88">
                  <a:extLst>
                    <a:ext uri="{FF2B5EF4-FFF2-40B4-BE49-F238E27FC236}">
                      <a16:creationId xmlns:a16="http://schemas.microsoft.com/office/drawing/2014/main" id="{706946F9-AC7C-2896-D6DB-4072CB14C276}"/>
                    </a:ext>
                  </a:extLst>
                </p:cNvPr>
                <p:cNvSpPr/>
                <p:nvPr/>
              </p:nvSpPr>
              <p:spPr>
                <a:xfrm>
                  <a:off x="7244818" y="3178558"/>
                  <a:ext cx="36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B89F23A3-71BF-A4F3-C803-658FE5D6FAB5}"/>
                </a:ext>
              </a:extLst>
            </p:cNvPr>
            <p:cNvGrpSpPr/>
            <p:nvPr/>
          </p:nvGrpSpPr>
          <p:grpSpPr>
            <a:xfrm>
              <a:off x="7314268" y="3082826"/>
              <a:ext cx="351171" cy="1404000"/>
              <a:chOff x="7681560" y="3108358"/>
              <a:chExt cx="351171" cy="1548000"/>
            </a:xfrm>
          </p:grpSpPr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6FF769EB-9027-BAF3-345D-5EBB348F62FC}"/>
                  </a:ext>
                </a:extLst>
              </p:cNvPr>
              <p:cNvSpPr/>
              <p:nvPr/>
            </p:nvSpPr>
            <p:spPr>
              <a:xfrm>
                <a:off x="7681560" y="3108358"/>
                <a:ext cx="351171" cy="1548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endParaRPr lang="en-GB" sz="1000" dirty="0"/>
              </a:p>
            </p:txBody>
          </p:sp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F554E887-CA25-857E-C326-8A566515031D}"/>
                  </a:ext>
                </a:extLst>
              </p:cNvPr>
              <p:cNvGrpSpPr/>
              <p:nvPr/>
            </p:nvGrpSpPr>
            <p:grpSpPr>
              <a:xfrm>
                <a:off x="7712145" y="3178558"/>
                <a:ext cx="290000" cy="1407600"/>
                <a:chOff x="7709415" y="3178558"/>
                <a:chExt cx="290000" cy="1407600"/>
              </a:xfrm>
            </p:grpSpPr>
            <p:sp>
              <p:nvSpPr>
                <p:cNvPr id="93" name="Rechteck 92">
                  <a:extLst>
                    <a:ext uri="{FF2B5EF4-FFF2-40B4-BE49-F238E27FC236}">
                      <a16:creationId xmlns:a16="http://schemas.microsoft.com/office/drawing/2014/main" id="{2478AEB5-369D-11B0-FFB2-01452F04D24A}"/>
                    </a:ext>
                  </a:extLst>
                </p:cNvPr>
                <p:cNvSpPr/>
                <p:nvPr/>
              </p:nvSpPr>
              <p:spPr>
                <a:xfrm>
                  <a:off x="7709415" y="3178558"/>
                  <a:ext cx="180000" cy="1407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r>
                    <a:rPr lang="en-GB" sz="1000" dirty="0">
                      <a:solidFill>
                        <a:sysClr val="windowText" lastClr="000000"/>
                      </a:solidFill>
                    </a:rPr>
                    <a:t>Conv</a:t>
                  </a:r>
                </a:p>
              </p:txBody>
            </p:sp>
            <p:sp>
              <p:nvSpPr>
                <p:cNvPr id="94" name="Rechteck 93">
                  <a:extLst>
                    <a:ext uri="{FF2B5EF4-FFF2-40B4-BE49-F238E27FC236}">
                      <a16:creationId xmlns:a16="http://schemas.microsoft.com/office/drawing/2014/main" id="{E57F6A3D-86A4-FD2A-F483-F01B8DFFCEFD}"/>
                    </a:ext>
                  </a:extLst>
                </p:cNvPr>
                <p:cNvSpPr/>
                <p:nvPr/>
              </p:nvSpPr>
              <p:spPr>
                <a:xfrm>
                  <a:off x="7963415" y="3178558"/>
                  <a:ext cx="36000" cy="1407600"/>
                </a:xfrm>
                <a:prstGeom prst="rect">
                  <a:avLst/>
                </a:prstGeom>
                <a:solidFill>
                  <a:srgbClr val="EFA78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95" name="Rechteck 94">
                  <a:extLst>
                    <a:ext uri="{FF2B5EF4-FFF2-40B4-BE49-F238E27FC236}">
                      <a16:creationId xmlns:a16="http://schemas.microsoft.com/office/drawing/2014/main" id="{47E47F87-8388-C4E6-B584-9F18F696E6FE}"/>
                    </a:ext>
                  </a:extLst>
                </p:cNvPr>
                <p:cNvSpPr/>
                <p:nvPr/>
              </p:nvSpPr>
              <p:spPr>
                <a:xfrm>
                  <a:off x="7908415" y="3178558"/>
                  <a:ext cx="36000" cy="1407600"/>
                </a:xfrm>
                <a:prstGeom prst="rect">
                  <a:avLst/>
                </a:prstGeom>
                <a:solidFill>
                  <a:srgbClr val="8C9FB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36000" tIns="36000" rIns="36000" bIns="36000" rtlCol="0" anchor="ctr"/>
                <a:lstStyle/>
                <a:p>
                  <a:pPr algn="ctr"/>
                  <a:endParaRPr lang="en-GB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971D137E-2455-44CE-7F1D-88B89047C6E1}"/>
                </a:ext>
              </a:extLst>
            </p:cNvPr>
            <p:cNvSpPr/>
            <p:nvPr/>
          </p:nvSpPr>
          <p:spPr>
            <a:xfrm>
              <a:off x="3551582" y="3082826"/>
              <a:ext cx="529590" cy="140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sEMG</a:t>
              </a:r>
              <a:endPara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68C8A8EE-59C0-A03D-CAEB-B6DE697E7852}"/>
                </a:ext>
              </a:extLst>
            </p:cNvPr>
            <p:cNvGrpSpPr/>
            <p:nvPr/>
          </p:nvGrpSpPr>
          <p:grpSpPr>
            <a:xfrm>
              <a:off x="4180149" y="4537054"/>
              <a:ext cx="352800" cy="597089"/>
              <a:chOff x="4098869" y="4537054"/>
              <a:chExt cx="282130" cy="597089"/>
            </a:xfrm>
          </p:grpSpPr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2694FFB6-E8E2-F1FA-3C81-A7C41A81C8AD}"/>
                  </a:ext>
                </a:extLst>
              </p:cNvPr>
              <p:cNvSpPr txBox="1"/>
              <p:nvPr/>
            </p:nvSpPr>
            <p:spPr>
              <a:xfrm>
                <a:off x="4098869" y="453705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0C827571-D4FE-0F28-2FE1-B5A2D1B495C0}"/>
                  </a:ext>
                </a:extLst>
              </p:cNvPr>
              <p:cNvSpPr txBox="1"/>
              <p:nvPr/>
            </p:nvSpPr>
            <p:spPr>
              <a:xfrm>
                <a:off x="4098869" y="4684039"/>
                <a:ext cx="282130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64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5E5177E4-614A-E806-40CD-BB2E44D5B5A3}"/>
                  </a:ext>
                </a:extLst>
              </p:cNvPr>
              <p:cNvSpPr txBox="1"/>
              <p:nvPr/>
            </p:nvSpPr>
            <p:spPr>
              <a:xfrm>
                <a:off x="4098869" y="483102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2928294E-5875-76F5-6F35-600C58C6F418}"/>
                  </a:ext>
                </a:extLst>
              </p:cNvPr>
              <p:cNvSpPr txBox="1"/>
              <p:nvPr/>
            </p:nvSpPr>
            <p:spPr>
              <a:xfrm>
                <a:off x="4098869" y="4978010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B32CB47D-3CC8-FD55-5E64-6EF80658ECA7}"/>
                </a:ext>
              </a:extLst>
            </p:cNvPr>
            <p:cNvGrpSpPr/>
            <p:nvPr/>
          </p:nvGrpSpPr>
          <p:grpSpPr>
            <a:xfrm>
              <a:off x="4740382" y="4537054"/>
              <a:ext cx="352800" cy="597089"/>
              <a:chOff x="4669263" y="4537054"/>
              <a:chExt cx="282129" cy="597089"/>
            </a:xfrm>
          </p:grpSpPr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BEE9B3E3-866D-9EB3-3783-59A94AE3A3BB}"/>
                  </a:ext>
                </a:extLst>
              </p:cNvPr>
              <p:cNvSpPr txBox="1"/>
              <p:nvPr/>
            </p:nvSpPr>
            <p:spPr>
              <a:xfrm>
                <a:off x="4669263" y="453705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69F2A57A-E1A8-8517-D62B-E7D7AF1F0246}"/>
                  </a:ext>
                </a:extLst>
              </p:cNvPr>
              <p:cNvSpPr txBox="1"/>
              <p:nvPr/>
            </p:nvSpPr>
            <p:spPr>
              <a:xfrm>
                <a:off x="4669263" y="4684039"/>
                <a:ext cx="282129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64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783FD247-82A0-F14D-C7C6-21E270650EA8}"/>
                  </a:ext>
                </a:extLst>
              </p:cNvPr>
              <p:cNvSpPr txBox="1"/>
              <p:nvPr/>
            </p:nvSpPr>
            <p:spPr>
              <a:xfrm>
                <a:off x="4669263" y="483102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1CAE5ECA-9BAA-CEC8-3BE3-06336A30611F}"/>
                  </a:ext>
                </a:extLst>
              </p:cNvPr>
              <p:cNvSpPr txBox="1"/>
              <p:nvPr/>
            </p:nvSpPr>
            <p:spPr>
              <a:xfrm>
                <a:off x="4669263" y="4978010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78062D89-89C3-72EF-0B5C-713B9A2ACF5F}"/>
                </a:ext>
              </a:extLst>
            </p:cNvPr>
            <p:cNvGrpSpPr/>
            <p:nvPr/>
          </p:nvGrpSpPr>
          <p:grpSpPr>
            <a:xfrm>
              <a:off x="5423704" y="4537054"/>
              <a:ext cx="352800" cy="597089"/>
              <a:chOff x="5342425" y="4537054"/>
              <a:chExt cx="352661" cy="597089"/>
            </a:xfrm>
          </p:grpSpPr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4281F281-A6E7-DF29-2F77-F05B9D9D614A}"/>
                  </a:ext>
                </a:extLst>
              </p:cNvPr>
              <p:cNvSpPr txBox="1"/>
              <p:nvPr/>
            </p:nvSpPr>
            <p:spPr>
              <a:xfrm>
                <a:off x="5342425" y="453705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A319CD3C-2C6D-5842-9CB0-136EFE08A60F}"/>
                  </a:ext>
                </a:extLst>
              </p:cNvPr>
              <p:cNvSpPr txBox="1"/>
              <p:nvPr/>
            </p:nvSpPr>
            <p:spPr>
              <a:xfrm>
                <a:off x="5342425" y="4684039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128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818414E1-9B62-76F2-954C-2C503A8B06B9}"/>
                  </a:ext>
                </a:extLst>
              </p:cNvPr>
              <p:cNvSpPr txBox="1"/>
              <p:nvPr/>
            </p:nvSpPr>
            <p:spPr>
              <a:xfrm>
                <a:off x="5342425" y="483102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A353A151-915E-CCE8-E107-3AA271B25605}"/>
                  </a:ext>
                </a:extLst>
              </p:cNvPr>
              <p:cNvSpPr txBox="1"/>
              <p:nvPr/>
            </p:nvSpPr>
            <p:spPr>
              <a:xfrm>
                <a:off x="5342425" y="4978010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9FAE38B9-6F0B-17E8-DA58-D90992BF79F9}"/>
                </a:ext>
              </a:extLst>
            </p:cNvPr>
            <p:cNvGrpSpPr/>
            <p:nvPr/>
          </p:nvGrpSpPr>
          <p:grpSpPr>
            <a:xfrm>
              <a:off x="5808217" y="2427716"/>
              <a:ext cx="352800" cy="597089"/>
              <a:chOff x="5726938" y="2427716"/>
              <a:chExt cx="352661" cy="597089"/>
            </a:xfrm>
          </p:grpSpPr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826B3F5E-4572-6A7B-08C9-03EA397D8353}"/>
                  </a:ext>
                </a:extLst>
              </p:cNvPr>
              <p:cNvSpPr txBox="1"/>
              <p:nvPr/>
            </p:nvSpPr>
            <p:spPr>
              <a:xfrm>
                <a:off x="5726938" y="2427716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CF12B487-6772-19AC-33ED-B1724DA22628}"/>
                  </a:ext>
                </a:extLst>
              </p:cNvPr>
              <p:cNvSpPr txBox="1"/>
              <p:nvPr/>
            </p:nvSpPr>
            <p:spPr>
              <a:xfrm>
                <a:off x="5726938" y="2574701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128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Textfeld 122">
                <a:extLst>
                  <a:ext uri="{FF2B5EF4-FFF2-40B4-BE49-F238E27FC236}">
                    <a16:creationId xmlns:a16="http://schemas.microsoft.com/office/drawing/2014/main" id="{0793BE09-0649-C097-13CE-CA19FD7F2D19}"/>
                  </a:ext>
                </a:extLst>
              </p:cNvPr>
              <p:cNvSpPr txBox="1"/>
              <p:nvPr/>
            </p:nvSpPr>
            <p:spPr>
              <a:xfrm>
                <a:off x="5726938" y="2721686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454E2BFD-B88F-6BD4-9C78-23F50DE064CA}"/>
                  </a:ext>
                </a:extLst>
              </p:cNvPr>
              <p:cNvSpPr txBox="1"/>
              <p:nvPr/>
            </p:nvSpPr>
            <p:spPr>
              <a:xfrm>
                <a:off x="5726938" y="2868672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27873E55-C2A8-7216-0922-1D58EDF7929B}"/>
                </a:ext>
              </a:extLst>
            </p:cNvPr>
            <p:cNvGrpSpPr/>
            <p:nvPr/>
          </p:nvGrpSpPr>
          <p:grpSpPr>
            <a:xfrm>
              <a:off x="6205849" y="4537054"/>
              <a:ext cx="352800" cy="597089"/>
              <a:chOff x="6104250" y="4537054"/>
              <a:chExt cx="352661" cy="597089"/>
            </a:xfrm>
          </p:grpSpPr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AA36A706-9BDD-77D3-461E-DE35C41CC6BC}"/>
                  </a:ext>
                </a:extLst>
              </p:cNvPr>
              <p:cNvSpPr txBox="1"/>
              <p:nvPr/>
            </p:nvSpPr>
            <p:spPr>
              <a:xfrm>
                <a:off x="6104250" y="453705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5C3072B6-DCD2-557C-2884-A98F08991946}"/>
                  </a:ext>
                </a:extLst>
              </p:cNvPr>
              <p:cNvSpPr txBox="1"/>
              <p:nvPr/>
            </p:nvSpPr>
            <p:spPr>
              <a:xfrm>
                <a:off x="6104250" y="4684039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256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91483404-55C7-508B-CB81-257C8426ED0C}"/>
                  </a:ext>
                </a:extLst>
              </p:cNvPr>
              <p:cNvSpPr txBox="1"/>
              <p:nvPr/>
            </p:nvSpPr>
            <p:spPr>
              <a:xfrm>
                <a:off x="6104250" y="483102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2810416D-1F84-05E6-5098-F7D830123288}"/>
                  </a:ext>
                </a:extLst>
              </p:cNvPr>
              <p:cNvSpPr txBox="1"/>
              <p:nvPr/>
            </p:nvSpPr>
            <p:spPr>
              <a:xfrm>
                <a:off x="6104250" y="4978010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657C37AE-2813-D39F-429C-77802E4151D3}"/>
                </a:ext>
              </a:extLst>
            </p:cNvPr>
            <p:cNvGrpSpPr/>
            <p:nvPr/>
          </p:nvGrpSpPr>
          <p:grpSpPr>
            <a:xfrm>
              <a:off x="6579674" y="2426490"/>
              <a:ext cx="352800" cy="597089"/>
              <a:chOff x="6498395" y="2426490"/>
              <a:chExt cx="352661" cy="597089"/>
            </a:xfrm>
          </p:grpSpPr>
          <p:sp>
            <p:nvSpPr>
              <p:cNvPr id="131" name="Textfeld 130">
                <a:extLst>
                  <a:ext uri="{FF2B5EF4-FFF2-40B4-BE49-F238E27FC236}">
                    <a16:creationId xmlns:a16="http://schemas.microsoft.com/office/drawing/2014/main" id="{C5D058B4-0B88-81C1-9F30-7753BC2C3101}"/>
                  </a:ext>
                </a:extLst>
              </p:cNvPr>
              <p:cNvSpPr txBox="1"/>
              <p:nvPr/>
            </p:nvSpPr>
            <p:spPr>
              <a:xfrm>
                <a:off x="6498395" y="2426490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F17994CD-7378-16A2-01B0-94CA749EC48C}"/>
                  </a:ext>
                </a:extLst>
              </p:cNvPr>
              <p:cNvSpPr txBox="1"/>
              <p:nvPr/>
            </p:nvSpPr>
            <p:spPr>
              <a:xfrm>
                <a:off x="6498395" y="2573475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256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109B3847-C802-3691-408F-659F210B1E51}"/>
                  </a:ext>
                </a:extLst>
              </p:cNvPr>
              <p:cNvSpPr txBox="1"/>
              <p:nvPr/>
            </p:nvSpPr>
            <p:spPr>
              <a:xfrm>
                <a:off x="6498395" y="2720460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A9709915-C6B4-D149-68A8-8E3ECBFDD136}"/>
                  </a:ext>
                </a:extLst>
              </p:cNvPr>
              <p:cNvSpPr txBox="1"/>
              <p:nvPr/>
            </p:nvSpPr>
            <p:spPr>
              <a:xfrm>
                <a:off x="6498395" y="2867446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BB3E3FE4-5732-D820-3100-857468CE1743}"/>
                </a:ext>
              </a:extLst>
            </p:cNvPr>
            <p:cNvGrpSpPr/>
            <p:nvPr/>
          </p:nvGrpSpPr>
          <p:grpSpPr>
            <a:xfrm>
              <a:off x="6969847" y="4537054"/>
              <a:ext cx="352800" cy="597089"/>
              <a:chOff x="6888568" y="4537054"/>
              <a:chExt cx="352661" cy="597089"/>
            </a:xfrm>
          </p:grpSpPr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B7083D35-ACB1-563E-674C-E011E6E627A1}"/>
                  </a:ext>
                </a:extLst>
              </p:cNvPr>
              <p:cNvSpPr txBox="1"/>
              <p:nvPr/>
            </p:nvSpPr>
            <p:spPr>
              <a:xfrm>
                <a:off x="6888568" y="453705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7" name="Textfeld 136">
                <a:extLst>
                  <a:ext uri="{FF2B5EF4-FFF2-40B4-BE49-F238E27FC236}">
                    <a16:creationId xmlns:a16="http://schemas.microsoft.com/office/drawing/2014/main" id="{2F3F7E01-A7B7-7330-C386-0696DF137AEA}"/>
                  </a:ext>
                </a:extLst>
              </p:cNvPr>
              <p:cNvSpPr txBox="1"/>
              <p:nvPr/>
            </p:nvSpPr>
            <p:spPr>
              <a:xfrm>
                <a:off x="6888568" y="4684039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512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42C4ADDD-7799-9A7F-CAC5-997D6C8BD661}"/>
                  </a:ext>
                </a:extLst>
              </p:cNvPr>
              <p:cNvSpPr txBox="1"/>
              <p:nvPr/>
            </p:nvSpPr>
            <p:spPr>
              <a:xfrm>
                <a:off x="6888568" y="4831024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9" name="Textfeld 138">
                <a:extLst>
                  <a:ext uri="{FF2B5EF4-FFF2-40B4-BE49-F238E27FC236}">
                    <a16:creationId xmlns:a16="http://schemas.microsoft.com/office/drawing/2014/main" id="{F7DD6CB5-688F-9731-0741-C5670687670E}"/>
                  </a:ext>
                </a:extLst>
              </p:cNvPr>
              <p:cNvSpPr txBox="1"/>
              <p:nvPr/>
            </p:nvSpPr>
            <p:spPr>
              <a:xfrm>
                <a:off x="6888568" y="4978010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132375DA-FF34-6164-EB1F-9E25593C8457}"/>
                </a:ext>
              </a:extLst>
            </p:cNvPr>
            <p:cNvGrpSpPr/>
            <p:nvPr/>
          </p:nvGrpSpPr>
          <p:grpSpPr>
            <a:xfrm>
              <a:off x="7346682" y="2427716"/>
              <a:ext cx="352800" cy="597089"/>
              <a:chOff x="7270483" y="2427716"/>
              <a:chExt cx="352661" cy="597089"/>
            </a:xfrm>
          </p:grpSpPr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85C47BDF-87E9-1FCD-E45D-67F1057E0BE0}"/>
                  </a:ext>
                </a:extLst>
              </p:cNvPr>
              <p:cNvSpPr txBox="1"/>
              <p:nvPr/>
            </p:nvSpPr>
            <p:spPr>
              <a:xfrm>
                <a:off x="7270483" y="2427716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k: 3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493FC0A2-1959-A949-E125-C3B919203E1A}"/>
                  </a:ext>
                </a:extLst>
              </p:cNvPr>
              <p:cNvSpPr txBox="1"/>
              <p:nvPr/>
            </p:nvSpPr>
            <p:spPr>
              <a:xfrm>
                <a:off x="7270483" y="2574701"/>
                <a:ext cx="352661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n: 512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43" name="Textfeld 142">
                <a:extLst>
                  <a:ext uri="{FF2B5EF4-FFF2-40B4-BE49-F238E27FC236}">
                    <a16:creationId xmlns:a16="http://schemas.microsoft.com/office/drawing/2014/main" id="{07219AEB-E4FF-0F9A-9DE4-695533B65A37}"/>
                  </a:ext>
                </a:extLst>
              </p:cNvPr>
              <p:cNvSpPr txBox="1"/>
              <p:nvPr/>
            </p:nvSpPr>
            <p:spPr>
              <a:xfrm>
                <a:off x="7270483" y="2721686"/>
                <a:ext cx="205184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s: 2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D0C6B277-2E20-927B-D150-7A67FF9656C6}"/>
                  </a:ext>
                </a:extLst>
              </p:cNvPr>
              <p:cNvSpPr txBox="1"/>
              <p:nvPr/>
            </p:nvSpPr>
            <p:spPr>
              <a:xfrm>
                <a:off x="7270483" y="2868672"/>
                <a:ext cx="211596" cy="156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  <a:sym typeface="Wingdings" panose="05000000000000000000" pitchFamily="2" charset="2"/>
                  </a:rPr>
                  <a:t>p: 1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1E6D8AC8-39F7-63AA-2D7A-EBD5815F664E}"/>
                </a:ext>
              </a:extLst>
            </p:cNvPr>
            <p:cNvGrpSpPr/>
            <p:nvPr/>
          </p:nvGrpSpPr>
          <p:grpSpPr>
            <a:xfrm>
              <a:off x="8763214" y="3146495"/>
              <a:ext cx="504000" cy="1276660"/>
              <a:chOff x="7479344" y="3302971"/>
              <a:chExt cx="504000" cy="1276660"/>
            </a:xfrm>
          </p:grpSpPr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548D1E20-8CCC-A987-6B93-F03D68A82BDD}"/>
                  </a:ext>
                </a:extLst>
              </p:cNvPr>
              <p:cNvSpPr/>
              <p:nvPr/>
            </p:nvSpPr>
            <p:spPr>
              <a:xfrm>
                <a:off x="7479344" y="3302971"/>
                <a:ext cx="504000" cy="454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sEMG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schemeClr val="tx1"/>
                    </a:solidFill>
                    <a:latin typeface="Arial"/>
                  </a:rPr>
                  <a:t>real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35873B49-27D0-A15A-67A1-04BD2EBDCFBC}"/>
                  </a:ext>
                </a:extLst>
              </p:cNvPr>
              <p:cNvSpPr/>
              <p:nvPr/>
            </p:nvSpPr>
            <p:spPr>
              <a:xfrm>
                <a:off x="7479344" y="4125506"/>
                <a:ext cx="504000" cy="4541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sEMG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schemeClr val="tx1"/>
                    </a:solidFill>
                    <a:latin typeface="Arial"/>
                  </a:rPr>
                  <a:t>synthetic</a:t>
                </a:r>
                <a:endParaRPr kumimoji="0" lang="en-GB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8D83B49-BB34-B6E9-5DAC-2412C9D91109}"/>
                  </a:ext>
                </a:extLst>
              </p:cNvPr>
              <p:cNvSpPr txBox="1"/>
              <p:nvPr/>
            </p:nvSpPr>
            <p:spPr>
              <a:xfrm>
                <a:off x="7481391" y="3863235"/>
                <a:ext cx="499906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b="1" dirty="0">
                    <a:solidFill>
                      <a:prstClr val="black"/>
                    </a:solidFill>
                    <a:latin typeface="Arial"/>
                  </a:rPr>
                  <a:t>o</a:t>
                </a:r>
                <a:r>
                  <a: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677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0B4FCF17-48A0-4939-9B86-4A0E59024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GB" dirty="0" err="1"/>
              <a:t>Unet</a:t>
            </a:r>
            <a:endParaRPr lang="en-GB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D5B82A0-6187-1207-B587-857557BED58F}"/>
              </a:ext>
            </a:extLst>
          </p:cNvPr>
          <p:cNvSpPr/>
          <p:nvPr/>
        </p:nvSpPr>
        <p:spPr>
          <a:xfrm>
            <a:off x="2023071" y="1274321"/>
            <a:ext cx="8145858" cy="5288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A2DB41DF-BD8C-A372-8172-DC77B3AC9942}"/>
              </a:ext>
            </a:extLst>
          </p:cNvPr>
          <p:cNvGrpSpPr/>
          <p:nvPr/>
        </p:nvGrpSpPr>
        <p:grpSpPr>
          <a:xfrm>
            <a:off x="2133177" y="1350796"/>
            <a:ext cx="7449407" cy="5174163"/>
            <a:chOff x="2133177" y="1350796"/>
            <a:chExt cx="7449407" cy="5174163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5DDDFEE-338F-45D1-33BF-6C3D9993C2D7}"/>
                </a:ext>
              </a:extLst>
            </p:cNvPr>
            <p:cNvSpPr/>
            <p:nvPr/>
          </p:nvSpPr>
          <p:spPr>
            <a:xfrm>
              <a:off x="4375372" y="5968445"/>
              <a:ext cx="9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2796AE07-8ED2-9997-B0CF-0800A3681526}"/>
                </a:ext>
              </a:extLst>
            </p:cNvPr>
            <p:cNvSpPr/>
            <p:nvPr/>
          </p:nvSpPr>
          <p:spPr>
            <a:xfrm>
              <a:off x="5686786" y="5968445"/>
              <a:ext cx="9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4EB91807-5337-AA2B-07D7-02B207223C16}"/>
                </a:ext>
              </a:extLst>
            </p:cNvPr>
            <p:cNvCxnSpPr>
              <a:cxnSpLocks/>
            </p:cNvCxnSpPr>
            <p:nvPr/>
          </p:nvCxnSpPr>
          <p:spPr>
            <a:xfrm>
              <a:off x="4499025" y="6148445"/>
              <a:ext cx="1080000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6A26C9EA-55A3-CB19-5911-131133EA81CB}"/>
                </a:ext>
              </a:extLst>
            </p:cNvPr>
            <p:cNvSpPr/>
            <p:nvPr/>
          </p:nvSpPr>
          <p:spPr>
            <a:xfrm>
              <a:off x="4948476" y="4519850"/>
              <a:ext cx="18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A8B245E-6DFE-13A6-E88B-35E8355CD188}"/>
                </a:ext>
              </a:extLst>
            </p:cNvPr>
            <p:cNvSpPr/>
            <p:nvPr/>
          </p:nvSpPr>
          <p:spPr>
            <a:xfrm>
              <a:off x="3904029" y="4699850"/>
              <a:ext cx="18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D444749-88DD-A3EB-0A5C-D30B56CF8E91}"/>
                </a:ext>
              </a:extLst>
            </p:cNvPr>
            <p:cNvSpPr/>
            <p:nvPr/>
          </p:nvSpPr>
          <p:spPr>
            <a:xfrm>
              <a:off x="4359068" y="4699850"/>
              <a:ext cx="18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EFDF74B7-353B-CFA0-F24D-AED8E5330D22}"/>
                </a:ext>
              </a:extLst>
            </p:cNvPr>
            <p:cNvCxnSpPr>
              <a:cxnSpLocks/>
            </p:cNvCxnSpPr>
            <p:nvPr/>
          </p:nvCxnSpPr>
          <p:spPr>
            <a:xfrm>
              <a:off x="4052730" y="4879850"/>
              <a:ext cx="252000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9E4851CE-8A41-3293-97FD-123701161CFA}"/>
                </a:ext>
              </a:extLst>
            </p:cNvPr>
            <p:cNvCxnSpPr>
              <a:cxnSpLocks/>
            </p:cNvCxnSpPr>
            <p:nvPr/>
          </p:nvCxnSpPr>
          <p:spPr>
            <a:xfrm>
              <a:off x="4486418" y="4879850"/>
              <a:ext cx="324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B75432AB-5611-0000-A324-38DF6CD609E0}"/>
                </a:ext>
              </a:extLst>
            </p:cNvPr>
            <p:cNvCxnSpPr>
              <a:cxnSpLocks/>
            </p:cNvCxnSpPr>
            <p:nvPr/>
          </p:nvCxnSpPr>
          <p:spPr>
            <a:xfrm>
              <a:off x="5068553" y="4879850"/>
              <a:ext cx="324000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AC7D9B83-8065-ECAC-FD50-5BE207589DD7}"/>
                </a:ext>
              </a:extLst>
            </p:cNvPr>
            <p:cNvGrpSpPr/>
            <p:nvPr/>
          </p:nvGrpSpPr>
          <p:grpSpPr>
            <a:xfrm>
              <a:off x="5522051" y="4515093"/>
              <a:ext cx="356296" cy="728289"/>
              <a:chOff x="6036090" y="4592945"/>
              <a:chExt cx="356296" cy="728289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030D0E1C-7A5E-D8DE-7BC3-B3D1FE90D222}"/>
                  </a:ext>
                </a:extLst>
              </p:cNvPr>
              <p:cNvSpPr/>
              <p:nvPr/>
            </p:nvSpPr>
            <p:spPr>
              <a:xfrm>
                <a:off x="6036090" y="4592945"/>
                <a:ext cx="18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823221E3-A2A3-58FE-3AC5-0CC7A73FB9C6}"/>
                  </a:ext>
                </a:extLst>
              </p:cNvPr>
              <p:cNvSpPr/>
              <p:nvPr/>
            </p:nvSpPr>
            <p:spPr>
              <a:xfrm>
                <a:off x="6212386" y="4601234"/>
                <a:ext cx="18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25818A1-E92E-C8E1-A7B0-93507AD0F96D}"/>
                </a:ext>
              </a:extLst>
            </p:cNvPr>
            <p:cNvSpPr/>
            <p:nvPr/>
          </p:nvSpPr>
          <p:spPr>
            <a:xfrm>
              <a:off x="6213756" y="4519850"/>
              <a:ext cx="18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32228ABE-B89E-D6EA-5812-17E3007FD3F9}"/>
                </a:ext>
              </a:extLst>
            </p:cNvPr>
            <p:cNvCxnSpPr>
              <a:cxnSpLocks/>
            </p:cNvCxnSpPr>
            <p:nvPr/>
          </p:nvCxnSpPr>
          <p:spPr>
            <a:xfrm>
              <a:off x="5826254" y="4879850"/>
              <a:ext cx="252000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48FF9760-CEDB-BD87-D009-E335C58595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40002" y="5485470"/>
              <a:ext cx="288000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C4971E34-203B-4F0F-005B-E044929B440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533527" y="5593471"/>
              <a:ext cx="288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D2DB01BF-F6BA-3DD7-D640-B67F90B3508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85154" y="4023990"/>
              <a:ext cx="288000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BB7D8DAE-7EC6-1E7C-5981-45B6817ED2E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058781" y="4131991"/>
              <a:ext cx="288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F20EF9F-C9F3-999D-9C95-B679A2E2A8E4}"/>
                </a:ext>
              </a:extLst>
            </p:cNvPr>
            <p:cNvSpPr/>
            <p:nvPr/>
          </p:nvSpPr>
          <p:spPr>
            <a:xfrm>
              <a:off x="4858476" y="3058127"/>
              <a:ext cx="36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4B1DBB9-C6C1-7C29-76FC-A919CEA42B63}"/>
                </a:ext>
              </a:extLst>
            </p:cNvPr>
            <p:cNvSpPr/>
            <p:nvPr/>
          </p:nvSpPr>
          <p:spPr>
            <a:xfrm>
              <a:off x="3355988" y="3238127"/>
              <a:ext cx="36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3FEBB81-15A3-D475-696E-BB0F4F09494D}"/>
                </a:ext>
              </a:extLst>
            </p:cNvPr>
            <p:cNvSpPr/>
            <p:nvPr/>
          </p:nvSpPr>
          <p:spPr>
            <a:xfrm>
              <a:off x="3822797" y="3238127"/>
              <a:ext cx="36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0BED228C-C35A-605A-D553-7FDEE0F1F331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93" y="3418127"/>
              <a:ext cx="252000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ED02B88A-3D9B-FE37-D1ED-D409B8D466F7}"/>
                </a:ext>
              </a:extLst>
            </p:cNvPr>
            <p:cNvCxnSpPr>
              <a:cxnSpLocks/>
            </p:cNvCxnSpPr>
            <p:nvPr/>
          </p:nvCxnSpPr>
          <p:spPr>
            <a:xfrm>
              <a:off x="4059197" y="3418127"/>
              <a:ext cx="720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7C06053A-3FC3-4BED-CA35-261C13D50B2E}"/>
                </a:ext>
              </a:extLst>
            </p:cNvPr>
            <p:cNvCxnSpPr>
              <a:cxnSpLocks/>
            </p:cNvCxnSpPr>
            <p:nvPr/>
          </p:nvCxnSpPr>
          <p:spPr>
            <a:xfrm>
              <a:off x="5099185" y="3418127"/>
              <a:ext cx="792000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5329E8C7-E790-1199-721A-165A236D8111}"/>
                </a:ext>
              </a:extLst>
            </p:cNvPr>
            <p:cNvGrpSpPr/>
            <p:nvPr/>
          </p:nvGrpSpPr>
          <p:grpSpPr>
            <a:xfrm>
              <a:off x="5942758" y="3053127"/>
              <a:ext cx="533187" cy="726191"/>
              <a:chOff x="6625760" y="3130979"/>
              <a:chExt cx="533187" cy="72619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CF0DAEC7-EB0F-6608-61F6-B1A12A7C4B65}"/>
                  </a:ext>
                </a:extLst>
              </p:cNvPr>
              <p:cNvSpPr/>
              <p:nvPr/>
            </p:nvSpPr>
            <p:spPr>
              <a:xfrm>
                <a:off x="6625760" y="3130979"/>
                <a:ext cx="36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22A75E2-4DAB-8EBF-C6DB-E19F5DD4F6AA}"/>
                  </a:ext>
                </a:extLst>
              </p:cNvPr>
              <p:cNvSpPr/>
              <p:nvPr/>
            </p:nvSpPr>
            <p:spPr>
              <a:xfrm>
                <a:off x="6798947" y="3137170"/>
                <a:ext cx="36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23412105-F4C8-9F3B-BD6F-6D750435C021}"/>
                </a:ext>
              </a:extLst>
            </p:cNvPr>
            <p:cNvSpPr/>
            <p:nvPr/>
          </p:nvSpPr>
          <p:spPr>
            <a:xfrm>
              <a:off x="6688573" y="3058127"/>
              <a:ext cx="36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243BBF99-BC02-CE80-0ECA-7AD6BAEDA261}"/>
                </a:ext>
              </a:extLst>
            </p:cNvPr>
            <p:cNvCxnSpPr>
              <a:cxnSpLocks/>
            </p:cNvCxnSpPr>
            <p:nvPr/>
          </p:nvCxnSpPr>
          <p:spPr>
            <a:xfrm>
              <a:off x="6374850" y="3418127"/>
              <a:ext cx="252000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B568EAEE-F117-1619-83ED-F52CD7573E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93976" y="2551864"/>
              <a:ext cx="288000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8CE99197-772B-E15E-36DE-EEA477E1F1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614515" y="2659865"/>
              <a:ext cx="288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045555A-A857-D387-12F2-FED0666FE21A}"/>
                </a:ext>
              </a:extLst>
            </p:cNvPr>
            <p:cNvSpPr/>
            <p:nvPr/>
          </p:nvSpPr>
          <p:spPr>
            <a:xfrm>
              <a:off x="4678476" y="1586001"/>
              <a:ext cx="72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DD90BEB-B905-FB93-2AB1-8C3D102AD03B}"/>
                </a:ext>
              </a:extLst>
            </p:cNvPr>
            <p:cNvSpPr/>
            <p:nvPr/>
          </p:nvSpPr>
          <p:spPr>
            <a:xfrm>
              <a:off x="2173329" y="1766001"/>
              <a:ext cx="72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DC00873-2D97-3F87-686C-A25CF1F01FB2}"/>
                </a:ext>
              </a:extLst>
            </p:cNvPr>
            <p:cNvSpPr/>
            <p:nvPr/>
          </p:nvSpPr>
          <p:spPr>
            <a:xfrm>
              <a:off x="2697580" y="1766001"/>
              <a:ext cx="72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CF97457-70FF-D05A-90D6-A22A23AE3CF8}"/>
                </a:ext>
              </a:extLst>
            </p:cNvPr>
            <p:cNvSpPr/>
            <p:nvPr/>
          </p:nvSpPr>
          <p:spPr>
            <a:xfrm>
              <a:off x="3196360" y="1766001"/>
              <a:ext cx="720000" cy="36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889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CBADC613-9A5E-3E36-201C-7BDF95C8A499}"/>
                </a:ext>
              </a:extLst>
            </p:cNvPr>
            <p:cNvCxnSpPr>
              <a:cxnSpLocks/>
            </p:cNvCxnSpPr>
            <p:nvPr/>
          </p:nvCxnSpPr>
          <p:spPr>
            <a:xfrm>
              <a:off x="2623491" y="1946001"/>
              <a:ext cx="252000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DAAC43EE-6322-A8C4-591C-F82645D928B1}"/>
                </a:ext>
              </a:extLst>
            </p:cNvPr>
            <p:cNvCxnSpPr>
              <a:cxnSpLocks/>
            </p:cNvCxnSpPr>
            <p:nvPr/>
          </p:nvCxnSpPr>
          <p:spPr>
            <a:xfrm>
              <a:off x="3132610" y="1946001"/>
              <a:ext cx="252000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61F12E1A-D722-9103-8D5C-D6BB15DD0122}"/>
                </a:ext>
              </a:extLst>
            </p:cNvPr>
            <p:cNvCxnSpPr>
              <a:cxnSpLocks/>
            </p:cNvCxnSpPr>
            <p:nvPr/>
          </p:nvCxnSpPr>
          <p:spPr>
            <a:xfrm>
              <a:off x="3647177" y="1946001"/>
              <a:ext cx="1116000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uppieren 115">
              <a:extLst>
                <a:ext uri="{FF2B5EF4-FFF2-40B4-BE49-F238E27FC236}">
                  <a16:creationId xmlns:a16="http://schemas.microsoft.com/office/drawing/2014/main" id="{EFC3C959-4F4A-8DC0-34D7-AB891690C7EC}"/>
                </a:ext>
              </a:extLst>
            </p:cNvPr>
            <p:cNvGrpSpPr/>
            <p:nvPr/>
          </p:nvGrpSpPr>
          <p:grpSpPr>
            <a:xfrm>
              <a:off x="6326044" y="1581001"/>
              <a:ext cx="898396" cy="726191"/>
              <a:chOff x="7187950" y="1658853"/>
              <a:chExt cx="898396" cy="726191"/>
            </a:xfrm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4F0DE78D-713F-C631-E57E-D755DDF45A25}"/>
                  </a:ext>
                </a:extLst>
              </p:cNvPr>
              <p:cNvSpPr/>
              <p:nvPr/>
            </p:nvSpPr>
            <p:spPr>
              <a:xfrm>
                <a:off x="7187950" y="1658853"/>
                <a:ext cx="72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C2B545C-CB13-DC3A-A722-BD9F438BCAF7}"/>
                  </a:ext>
                </a:extLst>
              </p:cNvPr>
              <p:cNvSpPr/>
              <p:nvPr/>
            </p:nvSpPr>
            <p:spPr>
              <a:xfrm>
                <a:off x="7366346" y="1665044"/>
                <a:ext cx="72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B72BF58-AE03-AF36-5800-25FD05D4F2C8}"/>
                </a:ext>
              </a:extLst>
            </p:cNvPr>
            <p:cNvSpPr/>
            <p:nvPr/>
          </p:nvSpPr>
          <p:spPr>
            <a:xfrm>
              <a:off x="7095197" y="1586001"/>
              <a:ext cx="72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96C01A7-6B71-12C5-7AF9-F51C0B4E219B}"/>
                </a:ext>
              </a:extLst>
            </p:cNvPr>
            <p:cNvSpPr/>
            <p:nvPr/>
          </p:nvSpPr>
          <p:spPr>
            <a:xfrm>
              <a:off x="7688196" y="1586001"/>
              <a:ext cx="720000" cy="7200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608F7309-F81E-5F0F-9A7E-4BC48C4359A2}"/>
                </a:ext>
              </a:extLst>
            </p:cNvPr>
            <p:cNvCxnSpPr>
              <a:cxnSpLocks/>
            </p:cNvCxnSpPr>
            <p:nvPr/>
          </p:nvCxnSpPr>
          <p:spPr>
            <a:xfrm>
              <a:off x="6950548" y="1946001"/>
              <a:ext cx="252000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7B7D4A0A-D4AF-FC0D-DBC4-CEC2BBB2E566}"/>
                </a:ext>
              </a:extLst>
            </p:cNvPr>
            <p:cNvCxnSpPr>
              <a:cxnSpLocks/>
            </p:cNvCxnSpPr>
            <p:nvPr/>
          </p:nvCxnSpPr>
          <p:spPr>
            <a:xfrm>
              <a:off x="7548661" y="1946001"/>
              <a:ext cx="252000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FF66AB1E-306C-A0B1-E5C1-43E0C6B2AED5}"/>
                </a:ext>
              </a:extLst>
            </p:cNvPr>
            <p:cNvCxnSpPr>
              <a:cxnSpLocks/>
            </p:cNvCxnSpPr>
            <p:nvPr/>
          </p:nvCxnSpPr>
          <p:spPr>
            <a:xfrm>
              <a:off x="5105585" y="1946001"/>
              <a:ext cx="1296000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999C215-D02A-7AD0-62A6-AF7BC2A05A51}"/>
                </a:ext>
              </a:extLst>
            </p:cNvPr>
            <p:cNvSpPr txBox="1"/>
            <p:nvPr/>
          </p:nvSpPr>
          <p:spPr>
            <a:xfrm>
              <a:off x="2476493" y="1525921"/>
              <a:ext cx="137117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545B188D-FEA1-D293-DA92-02BD560A9174}"/>
                </a:ext>
              </a:extLst>
            </p:cNvPr>
            <p:cNvSpPr txBox="1"/>
            <p:nvPr/>
          </p:nvSpPr>
          <p:spPr>
            <a:xfrm>
              <a:off x="2935979" y="1525921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47784DD6-C803-25A3-5D2C-1DD3E2E39392}"/>
                </a:ext>
              </a:extLst>
            </p:cNvPr>
            <p:cNvSpPr txBox="1"/>
            <p:nvPr/>
          </p:nvSpPr>
          <p:spPr>
            <a:xfrm>
              <a:off x="3389774" y="1525921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55A357DE-3F92-1152-41A0-B6582DC98D19}"/>
                </a:ext>
              </a:extLst>
            </p:cNvPr>
            <p:cNvSpPr txBox="1"/>
            <p:nvPr/>
          </p:nvSpPr>
          <p:spPr>
            <a:xfrm>
              <a:off x="4827425" y="1350796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536B6DBD-26AC-EA03-45D1-C128875B437A}"/>
                </a:ext>
              </a:extLst>
            </p:cNvPr>
            <p:cNvSpPr txBox="1"/>
            <p:nvPr/>
          </p:nvSpPr>
          <p:spPr>
            <a:xfrm>
              <a:off x="3397719" y="3031281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52F1753-DB81-4F36-1F09-7B3E3041B4C3}"/>
                </a:ext>
              </a:extLst>
            </p:cNvPr>
            <p:cNvSpPr txBox="1"/>
            <p:nvPr/>
          </p:nvSpPr>
          <p:spPr>
            <a:xfrm>
              <a:off x="3865459" y="3031281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7418F8B9-E195-6B60-0B62-4EDBCECB339A}"/>
                </a:ext>
              </a:extLst>
            </p:cNvPr>
            <p:cNvSpPr txBox="1"/>
            <p:nvPr/>
          </p:nvSpPr>
          <p:spPr>
            <a:xfrm>
              <a:off x="4827425" y="2853953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ABBFE49C-F327-7423-8BAA-37BA07E4A065}"/>
                </a:ext>
              </a:extLst>
            </p:cNvPr>
            <p:cNvSpPr txBox="1"/>
            <p:nvPr/>
          </p:nvSpPr>
          <p:spPr>
            <a:xfrm>
              <a:off x="4827425" y="4329235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C6041618-84F9-D838-A78C-152D871EC19F}"/>
                </a:ext>
              </a:extLst>
            </p:cNvPr>
            <p:cNvSpPr txBox="1"/>
            <p:nvPr/>
          </p:nvSpPr>
          <p:spPr>
            <a:xfrm>
              <a:off x="3851541" y="4511649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04488364-9FB3-35D3-4DD4-193475A8402E}"/>
                </a:ext>
              </a:extLst>
            </p:cNvPr>
            <p:cNvSpPr txBox="1"/>
            <p:nvPr/>
          </p:nvSpPr>
          <p:spPr>
            <a:xfrm>
              <a:off x="4279633" y="4511649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FE41D679-37C0-14E8-A856-3F170DAB7194}"/>
                </a:ext>
              </a:extLst>
            </p:cNvPr>
            <p:cNvSpPr txBox="1"/>
            <p:nvPr/>
          </p:nvSpPr>
          <p:spPr>
            <a:xfrm>
              <a:off x="4240540" y="5785697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61311806-D6A1-3245-7C5A-8A5B31A2F621}"/>
                </a:ext>
              </a:extLst>
            </p:cNvPr>
            <p:cNvSpPr txBox="1"/>
            <p:nvPr/>
          </p:nvSpPr>
          <p:spPr>
            <a:xfrm>
              <a:off x="5564649" y="5785697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AD06A4AC-2C07-FE0D-1CEE-D8694C2377CD}"/>
                </a:ext>
              </a:extLst>
            </p:cNvPr>
            <p:cNvSpPr txBox="1"/>
            <p:nvPr/>
          </p:nvSpPr>
          <p:spPr>
            <a:xfrm>
              <a:off x="5485640" y="4329235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59F88278-5A4D-51AF-3064-748794789C55}"/>
                </a:ext>
              </a:extLst>
            </p:cNvPr>
            <p:cNvSpPr txBox="1"/>
            <p:nvPr/>
          </p:nvSpPr>
          <p:spPr>
            <a:xfrm>
              <a:off x="6101058" y="4329235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21AAC464-04B4-D787-FEAE-5233D035F6F6}"/>
                </a:ext>
              </a:extLst>
            </p:cNvPr>
            <p:cNvSpPr txBox="1"/>
            <p:nvPr/>
          </p:nvSpPr>
          <p:spPr>
            <a:xfrm>
              <a:off x="6001157" y="2853953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6B8D95AE-88C2-165B-B1A7-E492056544A1}"/>
                </a:ext>
              </a:extLst>
            </p:cNvPr>
            <p:cNvSpPr txBox="1"/>
            <p:nvPr/>
          </p:nvSpPr>
          <p:spPr>
            <a:xfrm>
              <a:off x="6676670" y="2853953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D70AA8A8-E032-9FC2-EB29-000E6C7B71D8}"/>
                </a:ext>
              </a:extLst>
            </p:cNvPr>
            <p:cNvSpPr txBox="1"/>
            <p:nvPr/>
          </p:nvSpPr>
          <p:spPr>
            <a:xfrm>
              <a:off x="6621753" y="1350796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F6B1E86-B3CB-53A5-05E0-2A7AFB2863FF}"/>
                </a:ext>
              </a:extLst>
            </p:cNvPr>
            <p:cNvSpPr txBox="1"/>
            <p:nvPr/>
          </p:nvSpPr>
          <p:spPr>
            <a:xfrm>
              <a:off x="7301447" y="1350796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F1B06632-DA8D-9E58-293A-5391B1645F76}"/>
                </a:ext>
              </a:extLst>
            </p:cNvPr>
            <p:cNvSpPr txBox="1"/>
            <p:nvPr/>
          </p:nvSpPr>
          <p:spPr>
            <a:xfrm>
              <a:off x="7894301" y="1350796"/>
              <a:ext cx="243201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AECF58CB-D956-3CB4-F03C-0275E889B24B}"/>
                </a:ext>
              </a:extLst>
            </p:cNvPr>
            <p:cNvSpPr txBox="1"/>
            <p:nvPr/>
          </p:nvSpPr>
          <p:spPr>
            <a:xfrm>
              <a:off x="2133177" y="2207256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x 3 x 2048</a:t>
              </a:r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70E98469-C219-AE9C-5D96-3DF7628F154E}"/>
                </a:ext>
              </a:extLst>
            </p:cNvPr>
            <p:cNvSpPr txBox="1"/>
            <p:nvPr/>
          </p:nvSpPr>
          <p:spPr>
            <a:xfrm>
              <a:off x="3135836" y="3642767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x 3 x 1024</a:t>
              </a:r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100960BB-60AA-F2E1-4E0A-D850720FC224}"/>
                </a:ext>
              </a:extLst>
            </p:cNvPr>
            <p:cNvSpPr txBox="1"/>
            <p:nvPr/>
          </p:nvSpPr>
          <p:spPr>
            <a:xfrm>
              <a:off x="3593877" y="5093643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x 3 x 512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5076C666-8B81-5F53-14CB-09FE69ECE774}"/>
                </a:ext>
              </a:extLst>
            </p:cNvPr>
            <p:cNvSpPr txBox="1"/>
            <p:nvPr/>
          </p:nvSpPr>
          <p:spPr>
            <a:xfrm>
              <a:off x="4020220" y="6368508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x 3 x 256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6DA7BAB4-E0C9-1C5D-E4D4-64D75217302B}"/>
                </a:ext>
              </a:extLst>
            </p:cNvPr>
            <p:cNvSpPr txBox="1"/>
            <p:nvPr/>
          </p:nvSpPr>
          <p:spPr>
            <a:xfrm>
              <a:off x="5331634" y="6368508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x 3 x 256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62F265B6-D16F-0C64-5530-CA4E9465A058}"/>
                </a:ext>
              </a:extLst>
            </p:cNvPr>
            <p:cNvSpPr txBox="1"/>
            <p:nvPr/>
          </p:nvSpPr>
          <p:spPr>
            <a:xfrm>
              <a:off x="5903604" y="5264554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512</a:t>
              </a:r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B3B41653-0779-9649-BF5C-6D51AFA25F63}"/>
                </a:ext>
              </a:extLst>
            </p:cNvPr>
            <p:cNvSpPr txBox="1"/>
            <p:nvPr/>
          </p:nvSpPr>
          <p:spPr>
            <a:xfrm>
              <a:off x="6468421" y="3823436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1024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BD8D35F8-8B6F-3202-9484-9FFE544D74A3}"/>
                </a:ext>
              </a:extLst>
            </p:cNvPr>
            <p:cNvSpPr txBox="1"/>
            <p:nvPr/>
          </p:nvSpPr>
          <p:spPr>
            <a:xfrm>
              <a:off x="7648044" y="2387986"/>
              <a:ext cx="800304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2048</a:t>
              </a:r>
            </a:p>
          </p:txBody>
        </p:sp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B2106854-733B-EBBA-AE27-A326A6E68301}"/>
                </a:ext>
              </a:extLst>
            </p:cNvPr>
            <p:cNvGrpSpPr/>
            <p:nvPr/>
          </p:nvGrpSpPr>
          <p:grpSpPr>
            <a:xfrm>
              <a:off x="6763150" y="4240771"/>
              <a:ext cx="2819434" cy="2284188"/>
              <a:chOff x="8627340" y="3901766"/>
              <a:chExt cx="2819434" cy="2284188"/>
            </a:xfrm>
          </p:grpSpPr>
          <p:sp>
            <p:nvSpPr>
              <p:cNvPr id="80" name="Rechteck: abgerundete Ecken 79">
                <a:extLst>
                  <a:ext uri="{FF2B5EF4-FFF2-40B4-BE49-F238E27FC236}">
                    <a16:creationId xmlns:a16="http://schemas.microsoft.com/office/drawing/2014/main" id="{3E7D6A03-70BD-9793-5F02-96834CD38C3F}"/>
                  </a:ext>
                </a:extLst>
              </p:cNvPr>
              <p:cNvSpPr/>
              <p:nvPr/>
            </p:nvSpPr>
            <p:spPr>
              <a:xfrm>
                <a:off x="8627340" y="3901766"/>
                <a:ext cx="2819434" cy="2284188"/>
              </a:xfrm>
              <a:prstGeom prst="roundRect">
                <a:avLst>
                  <a:gd name="adj" fmla="val 5962"/>
                </a:avLst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0" bIns="180000" rtlCol="0" anchor="t"/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Legend:</a:t>
                </a:r>
              </a:p>
            </p:txBody>
          </p:sp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97668144-0517-CCB6-32E1-7EF01F8A9BFD}"/>
                  </a:ext>
                </a:extLst>
              </p:cNvPr>
              <p:cNvGrpSpPr/>
              <p:nvPr/>
            </p:nvGrpSpPr>
            <p:grpSpPr>
              <a:xfrm>
                <a:off x="8732954" y="4958563"/>
                <a:ext cx="2688910" cy="1149047"/>
                <a:chOff x="8732954" y="4958563"/>
                <a:chExt cx="2688910" cy="1149047"/>
              </a:xfrm>
            </p:grpSpPr>
            <p:grpSp>
              <p:nvGrpSpPr>
                <p:cNvPr id="103" name="Gruppieren 102">
                  <a:extLst>
                    <a:ext uri="{FF2B5EF4-FFF2-40B4-BE49-F238E27FC236}">
                      <a16:creationId xmlns:a16="http://schemas.microsoft.com/office/drawing/2014/main" id="{8B962299-AA8B-9835-B933-E19A3A82AC0D}"/>
                    </a:ext>
                  </a:extLst>
                </p:cNvPr>
                <p:cNvGrpSpPr/>
                <p:nvPr/>
              </p:nvGrpSpPr>
              <p:grpSpPr>
                <a:xfrm>
                  <a:off x="8732954" y="4958563"/>
                  <a:ext cx="2688910" cy="156133"/>
                  <a:chOff x="8732954" y="4958563"/>
                  <a:chExt cx="2688910" cy="156133"/>
                </a:xfrm>
              </p:grpSpPr>
              <p:cxnSp>
                <p:nvCxnSpPr>
                  <p:cNvPr id="82" name="Gerade Verbindung mit Pfeil 81">
                    <a:extLst>
                      <a:ext uri="{FF2B5EF4-FFF2-40B4-BE49-F238E27FC236}">
                        <a16:creationId xmlns:a16="http://schemas.microsoft.com/office/drawing/2014/main" id="{2D45CCD9-CFFD-0E3E-F5CB-1945B46C0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32954" y="5036629"/>
                    <a:ext cx="252000" cy="0"/>
                  </a:xfrm>
                  <a:prstGeom prst="straightConnector1">
                    <a:avLst/>
                  </a:prstGeom>
                  <a:ln w="57150">
                    <a:solidFill>
                      <a:schemeClr val="accent2">
                        <a:lumMod val="20000"/>
                        <a:lumOff val="80000"/>
                      </a:schemeClr>
                    </a:solidFill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7" name="Textfeld 96">
                    <a:extLst>
                      <a:ext uri="{FF2B5EF4-FFF2-40B4-BE49-F238E27FC236}">
                        <a16:creationId xmlns:a16="http://schemas.microsoft.com/office/drawing/2014/main" id="{87F43507-8855-0ABD-F017-16172DC7030A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864" y="4958563"/>
                    <a:ext cx="2412000" cy="1561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Conv + Batch norm + </a:t>
                    </a: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PReLU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4" name="Gruppieren 103">
                  <a:extLst>
                    <a:ext uri="{FF2B5EF4-FFF2-40B4-BE49-F238E27FC236}">
                      <a16:creationId xmlns:a16="http://schemas.microsoft.com/office/drawing/2014/main" id="{C0674F25-A566-BD6C-E358-8B8DB50B953A}"/>
                    </a:ext>
                  </a:extLst>
                </p:cNvPr>
                <p:cNvGrpSpPr/>
                <p:nvPr/>
              </p:nvGrpSpPr>
              <p:grpSpPr>
                <a:xfrm>
                  <a:off x="8732954" y="5206792"/>
                  <a:ext cx="2688910" cy="156133"/>
                  <a:chOff x="8732954" y="5205653"/>
                  <a:chExt cx="2688910" cy="156133"/>
                </a:xfrm>
              </p:grpSpPr>
              <p:cxnSp>
                <p:nvCxnSpPr>
                  <p:cNvPr id="91" name="Gerade Verbindung mit Pfeil 90">
                    <a:extLst>
                      <a:ext uri="{FF2B5EF4-FFF2-40B4-BE49-F238E27FC236}">
                        <a16:creationId xmlns:a16="http://schemas.microsoft.com/office/drawing/2014/main" id="{C868DE4B-6DF7-447C-0490-4981CAA09D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32954" y="5283719"/>
                    <a:ext cx="252000" cy="0"/>
                  </a:xfrm>
                  <a:prstGeom prst="straightConnector1">
                    <a:avLst/>
                  </a:prstGeom>
                  <a:ln w="57150">
                    <a:solidFill>
                      <a:srgbClr val="5DC08A"/>
                    </a:solidFill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Textfeld 97">
                    <a:extLst>
                      <a:ext uri="{FF2B5EF4-FFF2-40B4-BE49-F238E27FC236}">
                        <a16:creationId xmlns:a16="http://schemas.microsoft.com/office/drawing/2014/main" id="{3A9174F3-21C6-C608-48C4-A19EDD79CFC7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864" y="5205653"/>
                    <a:ext cx="2412000" cy="1561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Strided</a:t>
                    </a: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 Conv + Batch norm + </a:t>
                    </a: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PReLU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5" name="Gruppieren 104">
                  <a:extLst>
                    <a:ext uri="{FF2B5EF4-FFF2-40B4-BE49-F238E27FC236}">
                      <a16:creationId xmlns:a16="http://schemas.microsoft.com/office/drawing/2014/main" id="{101122EB-5745-AD47-4220-26DB011C0FF1}"/>
                    </a:ext>
                  </a:extLst>
                </p:cNvPr>
                <p:cNvGrpSpPr/>
                <p:nvPr/>
              </p:nvGrpSpPr>
              <p:grpSpPr>
                <a:xfrm>
                  <a:off x="8732954" y="5455020"/>
                  <a:ext cx="2688910" cy="156133"/>
                  <a:chOff x="8732954" y="5459054"/>
                  <a:chExt cx="2688910" cy="156133"/>
                </a:xfrm>
              </p:grpSpPr>
              <p:cxnSp>
                <p:nvCxnSpPr>
                  <p:cNvPr id="92" name="Gerade Verbindung mit Pfeil 91">
                    <a:extLst>
                      <a:ext uri="{FF2B5EF4-FFF2-40B4-BE49-F238E27FC236}">
                        <a16:creationId xmlns:a16="http://schemas.microsoft.com/office/drawing/2014/main" id="{BFA9751A-262C-6338-9BD5-09E2E7353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32954" y="5537120"/>
                    <a:ext cx="252000" cy="0"/>
                  </a:xfrm>
                  <a:prstGeom prst="straightConnector1">
                    <a:avLst/>
                  </a:prstGeom>
                  <a:ln w="57150">
                    <a:solidFill>
                      <a:schemeClr val="accent3"/>
                    </a:solidFill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Textfeld 98">
                    <a:extLst>
                      <a:ext uri="{FF2B5EF4-FFF2-40B4-BE49-F238E27FC236}">
                        <a16:creationId xmlns:a16="http://schemas.microsoft.com/office/drawing/2014/main" id="{B712E9CE-2842-878B-3BF6-2D53BCA31925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864" y="5459054"/>
                    <a:ext cx="2412000" cy="1561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lang="en-GB" sz="1000" dirty="0">
                        <a:solidFill>
                          <a:prstClr val="black"/>
                        </a:solidFill>
                        <a:latin typeface="Arial"/>
                      </a:rPr>
                      <a:t>5x Residual block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7" name="Gruppieren 106">
                  <a:extLst>
                    <a:ext uri="{FF2B5EF4-FFF2-40B4-BE49-F238E27FC236}">
                      <a16:creationId xmlns:a16="http://schemas.microsoft.com/office/drawing/2014/main" id="{6BBD3B98-6E03-208F-BD13-6B8289F9B7B4}"/>
                    </a:ext>
                  </a:extLst>
                </p:cNvPr>
                <p:cNvGrpSpPr/>
                <p:nvPr/>
              </p:nvGrpSpPr>
              <p:grpSpPr>
                <a:xfrm>
                  <a:off x="8732954" y="5951477"/>
                  <a:ext cx="2688910" cy="156133"/>
                  <a:chOff x="8732954" y="5951477"/>
                  <a:chExt cx="2688910" cy="156133"/>
                </a:xfrm>
              </p:grpSpPr>
              <p:cxnSp>
                <p:nvCxnSpPr>
                  <p:cNvPr id="95" name="Gerade Verbindung mit Pfeil 94">
                    <a:extLst>
                      <a:ext uri="{FF2B5EF4-FFF2-40B4-BE49-F238E27FC236}">
                        <a16:creationId xmlns:a16="http://schemas.microsoft.com/office/drawing/2014/main" id="{8CE63CF2-1D23-9541-4E57-1AC8B77586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32954" y="6029543"/>
                    <a:ext cx="252000" cy="0"/>
                  </a:xfrm>
                  <a:prstGeom prst="straightConnector1">
                    <a:avLst/>
                  </a:prstGeom>
                  <a:ln w="57150">
                    <a:solidFill>
                      <a:srgbClr val="C75B4C"/>
                    </a:solidFill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675A4B27-B6E5-27DA-111A-7EEA6996E09F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864" y="5951477"/>
                    <a:ext cx="2412000" cy="1561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Transposed Conv + Batch norm + </a:t>
                    </a: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PReLU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6" name="Gruppieren 105">
                  <a:extLst>
                    <a:ext uri="{FF2B5EF4-FFF2-40B4-BE49-F238E27FC236}">
                      <a16:creationId xmlns:a16="http://schemas.microsoft.com/office/drawing/2014/main" id="{A660F7BC-6980-454B-C79B-20438289820B}"/>
                    </a:ext>
                  </a:extLst>
                </p:cNvPr>
                <p:cNvGrpSpPr/>
                <p:nvPr/>
              </p:nvGrpSpPr>
              <p:grpSpPr>
                <a:xfrm>
                  <a:off x="8732954" y="5703248"/>
                  <a:ext cx="2688910" cy="156133"/>
                  <a:chOff x="8732954" y="5710606"/>
                  <a:chExt cx="2688910" cy="156133"/>
                </a:xfrm>
              </p:grpSpPr>
              <p:cxnSp>
                <p:nvCxnSpPr>
                  <p:cNvPr id="93" name="Gerade Verbindung mit Pfeil 92">
                    <a:extLst>
                      <a:ext uri="{FF2B5EF4-FFF2-40B4-BE49-F238E27FC236}">
                        <a16:creationId xmlns:a16="http://schemas.microsoft.com/office/drawing/2014/main" id="{B194E8BB-3908-EEA9-0E25-5C4E30D758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32954" y="5788672"/>
                    <a:ext cx="252000" cy="0"/>
                  </a:xfrm>
                  <a:prstGeom prst="straightConnector1">
                    <a:avLst/>
                  </a:prstGeom>
                  <a:ln w="57150">
                    <a:solidFill>
                      <a:srgbClr val="FFC000"/>
                    </a:solidFill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3CCA06AF-911A-5C2D-E4CB-DE3DA93C9EE1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864" y="5710606"/>
                    <a:ext cx="2412000" cy="1561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lang="en-GB" sz="1000" dirty="0">
                        <a:solidFill>
                          <a:prstClr val="black"/>
                        </a:solidFill>
                        <a:latin typeface="Arial"/>
                      </a:rPr>
                      <a:t>Concatenation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E3AD7D31-615C-6A5A-EFDE-11BDF685BE6C}"/>
                  </a:ext>
                </a:extLst>
              </p:cNvPr>
              <p:cNvSpPr/>
              <p:nvPr/>
            </p:nvSpPr>
            <p:spPr>
              <a:xfrm>
                <a:off x="8968514" y="4236486"/>
                <a:ext cx="720000" cy="36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889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7791D5D7-D5A5-B800-ECFD-7BE0DAE4AA52}"/>
                  </a:ext>
                </a:extLst>
              </p:cNvPr>
              <p:cNvSpPr txBox="1"/>
              <p:nvPr/>
            </p:nvSpPr>
            <p:spPr>
              <a:xfrm>
                <a:off x="9259956" y="3996406"/>
                <a:ext cx="137117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E15FBEBD-EFAF-8B10-8758-F10CD3912A0C}"/>
                  </a:ext>
                </a:extLst>
              </p:cNvPr>
              <p:cNvSpPr txBox="1"/>
              <p:nvPr/>
            </p:nvSpPr>
            <p:spPr>
              <a:xfrm>
                <a:off x="8928362" y="4672754"/>
                <a:ext cx="800304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 x C x S</a:t>
                </a:r>
              </a:p>
            </p:txBody>
          </p:sp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383CB16E-33A6-CE4D-9444-DF680131EB24}"/>
                  </a:ext>
                </a:extLst>
              </p:cNvPr>
              <p:cNvSpPr txBox="1"/>
              <p:nvPr/>
            </p:nvSpPr>
            <p:spPr>
              <a:xfrm>
                <a:off x="9795691" y="4094162"/>
                <a:ext cx="1338446" cy="663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R: rows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C: columns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</a:t>
                </a: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: time in samples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F: number of filters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358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0B4FCF17-48A0-4939-9B86-4A0E59024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GB" dirty="0" err="1"/>
              <a:t>Unet</a:t>
            </a:r>
            <a:r>
              <a:rPr lang="en-GB" dirty="0"/>
              <a:t> - Fourier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2E72392D-F3AA-BDE7-810A-296340797352}"/>
              </a:ext>
            </a:extLst>
          </p:cNvPr>
          <p:cNvGrpSpPr/>
          <p:nvPr/>
        </p:nvGrpSpPr>
        <p:grpSpPr>
          <a:xfrm>
            <a:off x="2133177" y="1308819"/>
            <a:ext cx="7568782" cy="5148631"/>
            <a:chOff x="2133177" y="1308819"/>
            <a:chExt cx="7568782" cy="5148631"/>
          </a:xfrm>
        </p:grpSpPr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671FE947-CED4-E405-B01C-00E5D1CE94F0}"/>
                </a:ext>
              </a:extLst>
            </p:cNvPr>
            <p:cNvGrpSpPr/>
            <p:nvPr/>
          </p:nvGrpSpPr>
          <p:grpSpPr>
            <a:xfrm>
              <a:off x="6933294" y="3731500"/>
              <a:ext cx="2768665" cy="2725950"/>
              <a:chOff x="8843291" y="2844476"/>
              <a:chExt cx="2819434" cy="2775930"/>
            </a:xfrm>
          </p:grpSpPr>
          <p:sp>
            <p:nvSpPr>
              <p:cNvPr id="80" name="Rechteck: abgerundete Ecken 79">
                <a:extLst>
                  <a:ext uri="{FF2B5EF4-FFF2-40B4-BE49-F238E27FC236}">
                    <a16:creationId xmlns:a16="http://schemas.microsoft.com/office/drawing/2014/main" id="{3E7D6A03-70BD-9793-5F02-96834CD38C3F}"/>
                  </a:ext>
                </a:extLst>
              </p:cNvPr>
              <p:cNvSpPr/>
              <p:nvPr/>
            </p:nvSpPr>
            <p:spPr>
              <a:xfrm>
                <a:off x="8843291" y="2844476"/>
                <a:ext cx="2819434" cy="2775930"/>
              </a:xfrm>
              <a:prstGeom prst="roundRect">
                <a:avLst>
                  <a:gd name="adj" fmla="val 5933"/>
                </a:avLst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0" bIns="180000" rtlCol="0" anchor="t"/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Legend:</a:t>
                </a:r>
              </a:p>
            </p:txBody>
          </p:sp>
          <p:grpSp>
            <p:nvGrpSpPr>
              <p:cNvPr id="125" name="Gruppieren 124">
                <a:extLst>
                  <a:ext uri="{FF2B5EF4-FFF2-40B4-BE49-F238E27FC236}">
                    <a16:creationId xmlns:a16="http://schemas.microsoft.com/office/drawing/2014/main" id="{C55960E1-C7B1-17D8-6D6B-6C9F4C0AA09F}"/>
                  </a:ext>
                </a:extLst>
              </p:cNvPr>
              <p:cNvGrpSpPr/>
              <p:nvPr/>
            </p:nvGrpSpPr>
            <p:grpSpPr>
              <a:xfrm>
                <a:off x="8948904" y="3904338"/>
                <a:ext cx="2688910" cy="156133"/>
                <a:chOff x="8948903" y="3942447"/>
                <a:chExt cx="2688910" cy="156133"/>
              </a:xfrm>
            </p:grpSpPr>
            <p:cxnSp>
              <p:nvCxnSpPr>
                <p:cNvPr id="82" name="Gerade Verbindung mit Pfeil 81">
                  <a:extLst>
                    <a:ext uri="{FF2B5EF4-FFF2-40B4-BE49-F238E27FC236}">
                      <a16:creationId xmlns:a16="http://schemas.microsoft.com/office/drawing/2014/main" id="{2D45CCD9-CFFD-0E3E-F5CB-1945B46C07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020513"/>
                  <a:ext cx="252000" cy="0"/>
                </a:xfrm>
                <a:prstGeom prst="straightConnector1">
                  <a:avLst/>
                </a:prstGeom>
                <a:ln w="57150">
                  <a:solidFill>
                    <a:schemeClr val="accent2">
                      <a:lumMod val="20000"/>
                      <a:lumOff val="80000"/>
                    </a:schemeClr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feld 96">
                  <a:extLst>
                    <a:ext uri="{FF2B5EF4-FFF2-40B4-BE49-F238E27FC236}">
                      <a16:creationId xmlns:a16="http://schemas.microsoft.com/office/drawing/2014/main" id="{87F43507-8855-0ABD-F017-16172DC7030A}"/>
                    </a:ext>
                  </a:extLst>
                </p:cNvPr>
                <p:cNvSpPr txBox="1"/>
                <p:nvPr/>
              </p:nvSpPr>
              <p:spPr>
                <a:xfrm>
                  <a:off x="9225813" y="3942447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Conv + Batch norm + </a:t>
                  </a:r>
                  <a:r>
                    <a:rPr kumimoji="0" lang="en-GB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PReLU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4" name="Gruppieren 123">
                <a:extLst>
                  <a:ext uri="{FF2B5EF4-FFF2-40B4-BE49-F238E27FC236}">
                    <a16:creationId xmlns:a16="http://schemas.microsoft.com/office/drawing/2014/main" id="{89C461D3-81C2-FDAE-4042-F519D0AF6477}"/>
                  </a:ext>
                </a:extLst>
              </p:cNvPr>
              <p:cNvGrpSpPr/>
              <p:nvPr/>
            </p:nvGrpSpPr>
            <p:grpSpPr>
              <a:xfrm>
                <a:off x="8948904" y="4152858"/>
                <a:ext cx="2688910" cy="156133"/>
                <a:chOff x="8948903" y="4190676"/>
                <a:chExt cx="2688910" cy="156133"/>
              </a:xfrm>
            </p:grpSpPr>
            <p:cxnSp>
              <p:nvCxnSpPr>
                <p:cNvPr id="91" name="Gerade Verbindung mit Pfeil 90">
                  <a:extLst>
                    <a:ext uri="{FF2B5EF4-FFF2-40B4-BE49-F238E27FC236}">
                      <a16:creationId xmlns:a16="http://schemas.microsoft.com/office/drawing/2014/main" id="{C868DE4B-6DF7-447C-0490-4981CAA09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268742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5DC08A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3A9174F3-21C6-C608-48C4-A19EDD79CFC7}"/>
                    </a:ext>
                  </a:extLst>
                </p:cNvPr>
                <p:cNvSpPr txBox="1"/>
                <p:nvPr/>
              </p:nvSpPr>
              <p:spPr>
                <a:xfrm>
                  <a:off x="9225813" y="4190676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Strided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 Conv + Batch norm + </a:t>
                  </a:r>
                  <a:r>
                    <a:rPr kumimoji="0" lang="en-GB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PReLU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0F8AC937-415C-B5B1-57F9-4F8E5B785A27}"/>
                  </a:ext>
                </a:extLst>
              </p:cNvPr>
              <p:cNvGrpSpPr/>
              <p:nvPr/>
            </p:nvGrpSpPr>
            <p:grpSpPr>
              <a:xfrm>
                <a:off x="8948904" y="4401378"/>
                <a:ext cx="2688910" cy="156133"/>
                <a:chOff x="8948903" y="4438904"/>
                <a:chExt cx="2688910" cy="156133"/>
              </a:xfrm>
            </p:grpSpPr>
            <p:cxnSp>
              <p:nvCxnSpPr>
                <p:cNvPr id="92" name="Gerade Verbindung mit Pfeil 91">
                  <a:extLst>
                    <a:ext uri="{FF2B5EF4-FFF2-40B4-BE49-F238E27FC236}">
                      <a16:creationId xmlns:a16="http://schemas.microsoft.com/office/drawing/2014/main" id="{BFA9751A-262C-6338-9BD5-09E2E73538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516970"/>
                  <a:ext cx="252000" cy="0"/>
                </a:xfrm>
                <a:prstGeom prst="straightConnector1">
                  <a:avLst/>
                </a:prstGeom>
                <a:ln w="57150">
                  <a:solidFill>
                    <a:schemeClr val="accent3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Textfeld 98">
                  <a:extLst>
                    <a:ext uri="{FF2B5EF4-FFF2-40B4-BE49-F238E27FC236}">
                      <a16:creationId xmlns:a16="http://schemas.microsoft.com/office/drawing/2014/main" id="{B712E9CE-2842-878B-3BF6-2D53BCA31925}"/>
                    </a:ext>
                  </a:extLst>
                </p:cNvPr>
                <p:cNvSpPr txBox="1"/>
                <p:nvPr/>
              </p:nvSpPr>
              <p:spPr>
                <a:xfrm>
                  <a:off x="9225813" y="4438904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3x Residual block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1" name="Gruppieren 120">
                <a:extLst>
                  <a:ext uri="{FF2B5EF4-FFF2-40B4-BE49-F238E27FC236}">
                    <a16:creationId xmlns:a16="http://schemas.microsoft.com/office/drawing/2014/main" id="{B15A90A5-73D4-73A2-FF1D-2CBB62789D20}"/>
                  </a:ext>
                </a:extLst>
              </p:cNvPr>
              <p:cNvGrpSpPr/>
              <p:nvPr/>
            </p:nvGrpSpPr>
            <p:grpSpPr>
              <a:xfrm>
                <a:off x="8948904" y="4898417"/>
                <a:ext cx="2688910" cy="156133"/>
                <a:chOff x="8948903" y="4935361"/>
                <a:chExt cx="2688910" cy="156133"/>
              </a:xfrm>
            </p:grpSpPr>
            <p:cxnSp>
              <p:nvCxnSpPr>
                <p:cNvPr id="95" name="Gerade Verbindung mit Pfeil 94">
                  <a:extLst>
                    <a:ext uri="{FF2B5EF4-FFF2-40B4-BE49-F238E27FC236}">
                      <a16:creationId xmlns:a16="http://schemas.microsoft.com/office/drawing/2014/main" id="{8CE63CF2-1D23-9541-4E57-1AC8B7758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5013427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C75B4C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675A4B27-B6E5-27DA-111A-7EEA6996E09F}"/>
                    </a:ext>
                  </a:extLst>
                </p:cNvPr>
                <p:cNvSpPr txBox="1"/>
                <p:nvPr/>
              </p:nvSpPr>
              <p:spPr>
                <a:xfrm>
                  <a:off x="9225813" y="4935361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Transposed Conv + Batch norm + </a:t>
                  </a:r>
                  <a:r>
                    <a:rPr kumimoji="0" lang="en-GB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PReLU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2" name="Gruppieren 121">
                <a:extLst>
                  <a:ext uri="{FF2B5EF4-FFF2-40B4-BE49-F238E27FC236}">
                    <a16:creationId xmlns:a16="http://schemas.microsoft.com/office/drawing/2014/main" id="{499E9066-B37D-9CD2-D053-97645CAF6B8C}"/>
                  </a:ext>
                </a:extLst>
              </p:cNvPr>
              <p:cNvGrpSpPr/>
              <p:nvPr/>
            </p:nvGrpSpPr>
            <p:grpSpPr>
              <a:xfrm>
                <a:off x="8948904" y="4649897"/>
                <a:ext cx="2688910" cy="156133"/>
                <a:chOff x="8948903" y="4687132"/>
                <a:chExt cx="2688910" cy="156133"/>
              </a:xfrm>
            </p:grpSpPr>
            <p:cxnSp>
              <p:nvCxnSpPr>
                <p:cNvPr id="93" name="Gerade Verbindung mit Pfeil 92">
                  <a:extLst>
                    <a:ext uri="{FF2B5EF4-FFF2-40B4-BE49-F238E27FC236}">
                      <a16:creationId xmlns:a16="http://schemas.microsoft.com/office/drawing/2014/main" id="{B194E8BB-3908-EEA9-0E25-5C4E30D758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765198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FFC000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3CCA06AF-911A-5C2D-E4CB-DE3DA93C9EE1}"/>
                    </a:ext>
                  </a:extLst>
                </p:cNvPr>
                <p:cNvSpPr txBox="1"/>
                <p:nvPr/>
              </p:nvSpPr>
              <p:spPr>
                <a:xfrm>
                  <a:off x="9225813" y="4687132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Concatenation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E3AD7D31-615C-6A5A-EFDE-11BDF685BE6C}"/>
                  </a:ext>
                </a:extLst>
              </p:cNvPr>
              <p:cNvSpPr/>
              <p:nvPr/>
            </p:nvSpPr>
            <p:spPr>
              <a:xfrm>
                <a:off x="9184465" y="3220363"/>
                <a:ext cx="720000" cy="36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889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7791D5D7-D5A5-B800-ECFD-7BE0DAE4AA52}"/>
                  </a:ext>
                </a:extLst>
              </p:cNvPr>
              <p:cNvSpPr txBox="1"/>
              <p:nvPr/>
            </p:nvSpPr>
            <p:spPr>
              <a:xfrm>
                <a:off x="9475907" y="2980284"/>
                <a:ext cx="137117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E15FBEBD-EFAF-8B10-8758-F10CD3912A0C}"/>
                  </a:ext>
                </a:extLst>
              </p:cNvPr>
              <p:cNvSpPr txBox="1"/>
              <p:nvPr/>
            </p:nvSpPr>
            <p:spPr>
              <a:xfrm>
                <a:off x="9144313" y="3656630"/>
                <a:ext cx="800304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 x C x S</a:t>
                </a:r>
              </a:p>
            </p:txBody>
          </p:sp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383CB16E-33A6-CE4D-9444-DF680131EB24}"/>
                  </a:ext>
                </a:extLst>
              </p:cNvPr>
              <p:cNvSpPr txBox="1"/>
              <p:nvPr/>
            </p:nvSpPr>
            <p:spPr>
              <a:xfrm>
                <a:off x="10011642" y="3078040"/>
                <a:ext cx="1338446" cy="6639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R: rows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C: columns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</a:t>
                </a: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: time in samples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F: number of filters</a:t>
                </a:r>
              </a:p>
            </p:txBody>
          </p:sp>
          <p:grpSp>
            <p:nvGrpSpPr>
              <p:cNvPr id="120" name="Gruppieren 119">
                <a:extLst>
                  <a:ext uri="{FF2B5EF4-FFF2-40B4-BE49-F238E27FC236}">
                    <a16:creationId xmlns:a16="http://schemas.microsoft.com/office/drawing/2014/main" id="{C45AD888-2F30-C4FA-5D95-DC315E871492}"/>
                  </a:ext>
                </a:extLst>
              </p:cNvPr>
              <p:cNvGrpSpPr/>
              <p:nvPr/>
            </p:nvGrpSpPr>
            <p:grpSpPr>
              <a:xfrm>
                <a:off x="8948904" y="5146931"/>
                <a:ext cx="2688910" cy="156133"/>
                <a:chOff x="8948903" y="5185337"/>
                <a:chExt cx="2688910" cy="156133"/>
              </a:xfrm>
            </p:grpSpPr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2D468E0F-4566-0A14-AE22-124543E22172}"/>
                    </a:ext>
                  </a:extLst>
                </p:cNvPr>
                <p:cNvSpPr txBox="1"/>
                <p:nvPr/>
              </p:nvSpPr>
              <p:spPr>
                <a:xfrm>
                  <a:off x="9225813" y="5185337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FFT</a:t>
                  </a:r>
                </a:p>
              </p:txBody>
            </p:sp>
            <p:cxnSp>
              <p:nvCxnSpPr>
                <p:cNvPr id="84" name="Gerade Verbindung mit Pfeil 83">
                  <a:extLst>
                    <a:ext uri="{FF2B5EF4-FFF2-40B4-BE49-F238E27FC236}">
                      <a16:creationId xmlns:a16="http://schemas.microsoft.com/office/drawing/2014/main" id="{6AFE41F1-0F3E-CFBF-10C6-FA349FB1E3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5263403"/>
                  <a:ext cx="239668" cy="0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uppieren 118">
                <a:extLst>
                  <a:ext uri="{FF2B5EF4-FFF2-40B4-BE49-F238E27FC236}">
                    <a16:creationId xmlns:a16="http://schemas.microsoft.com/office/drawing/2014/main" id="{C7EF918F-5975-3863-44EA-25301540A24D}"/>
                  </a:ext>
                </a:extLst>
              </p:cNvPr>
              <p:cNvGrpSpPr/>
              <p:nvPr/>
            </p:nvGrpSpPr>
            <p:grpSpPr>
              <a:xfrm>
                <a:off x="8948903" y="5395465"/>
                <a:ext cx="2688910" cy="158996"/>
                <a:chOff x="8948903" y="5433565"/>
                <a:chExt cx="2688910" cy="158996"/>
              </a:xfrm>
            </p:grpSpPr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E2AF71F8-483E-E14C-B07E-F381EF4C031D}"/>
                    </a:ext>
                  </a:extLst>
                </p:cNvPr>
                <p:cNvSpPr txBox="1"/>
                <p:nvPr/>
              </p:nvSpPr>
              <p:spPr>
                <a:xfrm>
                  <a:off x="9225813" y="5433565"/>
                  <a:ext cx="2412000" cy="158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I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FFT</a:t>
                  </a:r>
                </a:p>
              </p:txBody>
            </p: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BECF36C8-5A7C-ECA0-2C75-AAB56302B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5511631"/>
                  <a:ext cx="239668" cy="0"/>
                </a:xfrm>
                <a:prstGeom prst="straightConnector1">
                  <a:avLst/>
                </a:prstGeom>
                <a:ln w="57150">
                  <a:solidFill>
                    <a:srgbClr val="00B0F0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9C3E5F17-3CB6-BA0E-FF1F-26C672FEBFA4}"/>
                </a:ext>
              </a:extLst>
            </p:cNvPr>
            <p:cNvGrpSpPr/>
            <p:nvPr/>
          </p:nvGrpSpPr>
          <p:grpSpPr>
            <a:xfrm>
              <a:off x="2133177" y="1308819"/>
              <a:ext cx="6984481" cy="4924338"/>
              <a:chOff x="2133177" y="1308819"/>
              <a:chExt cx="6984481" cy="4924338"/>
            </a:xfrm>
          </p:grpSpPr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5DDDFEE-338F-45D1-33BF-6C3D9993C2D7}"/>
                  </a:ext>
                </a:extLst>
              </p:cNvPr>
              <p:cNvSpPr/>
              <p:nvPr/>
            </p:nvSpPr>
            <p:spPr>
              <a:xfrm>
                <a:off x="5088704" y="5385307"/>
                <a:ext cx="85596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2796AE07-8ED2-9997-B0CF-0800A3681526}"/>
                  </a:ext>
                </a:extLst>
              </p:cNvPr>
              <p:cNvSpPr/>
              <p:nvPr/>
            </p:nvSpPr>
            <p:spPr>
              <a:xfrm>
                <a:off x="5918719" y="5385307"/>
                <a:ext cx="85596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56" name="Gerade Verbindung mit Pfeil 55">
                <a:extLst>
                  <a:ext uri="{FF2B5EF4-FFF2-40B4-BE49-F238E27FC236}">
                    <a16:creationId xmlns:a16="http://schemas.microsoft.com/office/drawing/2014/main" id="{4EB91807-5337-AA2B-07D7-02B207223C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6306" y="5727690"/>
                <a:ext cx="513574" cy="0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1A8B245E-6DFE-13A6-E88B-35E8355CD188}"/>
                  </a:ext>
                </a:extLst>
              </p:cNvPr>
              <p:cNvSpPr/>
              <p:nvPr/>
            </p:nvSpPr>
            <p:spPr>
              <a:xfrm>
                <a:off x="4567956" y="4054700"/>
                <a:ext cx="171191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AD444749-88DD-A3EB-0A5C-D30B56CF8E91}"/>
                  </a:ext>
                </a:extLst>
              </p:cNvPr>
              <p:cNvSpPr/>
              <p:nvPr/>
            </p:nvSpPr>
            <p:spPr>
              <a:xfrm>
                <a:off x="5073198" y="4054700"/>
                <a:ext cx="171191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45" name="Gerade Verbindung mit Pfeil 44">
                <a:extLst>
                  <a:ext uri="{FF2B5EF4-FFF2-40B4-BE49-F238E27FC236}">
                    <a16:creationId xmlns:a16="http://schemas.microsoft.com/office/drawing/2014/main" id="{EFDF74B7-353B-CFA0-F24D-AED8E5330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9380" y="4397083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 Verbindung mit Pfeil 57">
                <a:extLst>
                  <a:ext uri="{FF2B5EF4-FFF2-40B4-BE49-F238E27FC236}">
                    <a16:creationId xmlns:a16="http://schemas.microsoft.com/office/drawing/2014/main" id="{B75432AB-5611-0000-A324-38DF6CD60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8305" y="4397083"/>
                <a:ext cx="396000" cy="0"/>
              </a:xfrm>
              <a:prstGeom prst="straightConnector1">
                <a:avLst/>
              </a:prstGeom>
              <a:ln w="57150">
                <a:solidFill>
                  <a:srgbClr val="FDB735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4" name="Gruppieren 113">
                <a:extLst>
                  <a:ext uri="{FF2B5EF4-FFF2-40B4-BE49-F238E27FC236}">
                    <a16:creationId xmlns:a16="http://schemas.microsoft.com/office/drawing/2014/main" id="{AC7D9B83-8065-ECAC-FD50-5BE207589DD7}"/>
                  </a:ext>
                </a:extLst>
              </p:cNvPr>
              <p:cNvGrpSpPr/>
              <p:nvPr/>
            </p:nvGrpSpPr>
            <p:grpSpPr>
              <a:xfrm>
                <a:off x="5762046" y="4050694"/>
                <a:ext cx="338860" cy="692779"/>
                <a:chOff x="6036090" y="4592945"/>
                <a:chExt cx="356296" cy="728426"/>
              </a:xfrm>
            </p:grpSpPr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030D0E1C-7A5E-D8DE-7BC3-B3D1FE90D222}"/>
                    </a:ext>
                  </a:extLst>
                </p:cNvPr>
                <p:cNvSpPr/>
                <p:nvPr/>
              </p:nvSpPr>
              <p:spPr>
                <a:xfrm>
                  <a:off x="6036090" y="4592945"/>
                  <a:ext cx="18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0" name="Rechteck 19">
                  <a:extLst>
                    <a:ext uri="{FF2B5EF4-FFF2-40B4-BE49-F238E27FC236}">
                      <a16:creationId xmlns:a16="http://schemas.microsoft.com/office/drawing/2014/main" id="{823221E3-A2A3-58FE-3AC5-0CC7A73FB9C6}"/>
                    </a:ext>
                  </a:extLst>
                </p:cNvPr>
                <p:cNvSpPr/>
                <p:nvPr/>
              </p:nvSpPr>
              <p:spPr>
                <a:xfrm>
                  <a:off x="6212386" y="4601371"/>
                  <a:ext cx="18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225818A1-E92E-C8E1-A7B0-93507AD0F96D}"/>
                  </a:ext>
                </a:extLst>
              </p:cNvPr>
              <p:cNvSpPr/>
              <p:nvPr/>
            </p:nvSpPr>
            <p:spPr>
              <a:xfrm>
                <a:off x="6419900" y="4054700"/>
                <a:ext cx="171191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62" name="Gerade Verbindung mit Pfeil 61">
                <a:extLst>
                  <a:ext uri="{FF2B5EF4-FFF2-40B4-BE49-F238E27FC236}">
                    <a16:creationId xmlns:a16="http://schemas.microsoft.com/office/drawing/2014/main" id="{32228ABE-B89E-D6EA-5812-17E3007FD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1362" y="4397083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20000"/>
                    <a:lumOff val="8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mit Pfeil 50">
                <a:extLst>
                  <a:ext uri="{FF2B5EF4-FFF2-40B4-BE49-F238E27FC236}">
                    <a16:creationId xmlns:a16="http://schemas.microsoft.com/office/drawing/2014/main" id="{48FF9760-CEDB-BD87-D009-E335C58595C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959959" y="5035302"/>
                <a:ext cx="273906" cy="0"/>
              </a:xfrm>
              <a:prstGeom prst="straightConnector1">
                <a:avLst/>
              </a:prstGeom>
              <a:ln w="57150">
                <a:solidFill>
                  <a:srgbClr val="5DC08A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 Verbindung mit Pfeil 62">
                <a:extLst>
                  <a:ext uri="{FF2B5EF4-FFF2-40B4-BE49-F238E27FC236}">
                    <a16:creationId xmlns:a16="http://schemas.microsoft.com/office/drawing/2014/main" id="{C4971E34-203B-4F0F-005B-E044929B44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772960" y="5035303"/>
                <a:ext cx="273906" cy="0"/>
              </a:xfrm>
              <a:prstGeom prst="straightConnector1">
                <a:avLst/>
              </a:prstGeom>
              <a:ln w="57150">
                <a:solidFill>
                  <a:srgbClr val="C75B4C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 Verbindung mit Pfeil 49">
                <a:extLst>
                  <a:ext uri="{FF2B5EF4-FFF2-40B4-BE49-F238E27FC236}">
                    <a16:creationId xmlns:a16="http://schemas.microsoft.com/office/drawing/2014/main" id="{D2DB01BF-F6BA-3DD7-D640-B67F90B3508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454899" y="3717814"/>
                <a:ext cx="273906" cy="0"/>
              </a:xfrm>
              <a:prstGeom prst="straightConnector1">
                <a:avLst/>
              </a:prstGeom>
              <a:ln w="57150">
                <a:solidFill>
                  <a:srgbClr val="5DC08A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 Verbindung mit Pfeil 67">
                <a:extLst>
                  <a:ext uri="{FF2B5EF4-FFF2-40B4-BE49-F238E27FC236}">
                    <a16:creationId xmlns:a16="http://schemas.microsoft.com/office/drawing/2014/main" id="{BB7D8DAE-7EC6-1E7C-5981-45B6817ED2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6272510" y="3717815"/>
                <a:ext cx="273906" cy="0"/>
              </a:xfrm>
              <a:prstGeom prst="straightConnector1">
                <a:avLst/>
              </a:prstGeom>
              <a:ln w="57150">
                <a:solidFill>
                  <a:srgbClr val="C75B4C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54B1DBB9-C6C1-7C29-76FC-A919CEA42B63}"/>
                  </a:ext>
                </a:extLst>
              </p:cNvPr>
              <p:cNvSpPr/>
              <p:nvPr/>
            </p:nvSpPr>
            <p:spPr>
              <a:xfrm>
                <a:off x="3448336" y="2795030"/>
                <a:ext cx="342383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A3FEBB81-15A3-D475-696E-BB0F4F09494D}"/>
                  </a:ext>
                </a:extLst>
              </p:cNvPr>
              <p:cNvSpPr/>
              <p:nvPr/>
            </p:nvSpPr>
            <p:spPr>
              <a:xfrm>
                <a:off x="3972018" y="2795030"/>
                <a:ext cx="342383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35" name="Gerade Verbindung mit Pfeil 34">
                <a:extLst>
                  <a:ext uri="{FF2B5EF4-FFF2-40B4-BE49-F238E27FC236}">
                    <a16:creationId xmlns:a16="http://schemas.microsoft.com/office/drawing/2014/main" id="{0BED228C-C35A-605A-D553-7FDEE0F1F3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8878" y="3137413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 Verbindung mit Pfeil 59">
                <a:extLst>
                  <a:ext uri="{FF2B5EF4-FFF2-40B4-BE49-F238E27FC236}">
                    <a16:creationId xmlns:a16="http://schemas.microsoft.com/office/drawing/2014/main" id="{7C06053A-3FC3-4BED-CA35-261C13D50B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2925" y="3137413"/>
                <a:ext cx="239668" cy="0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5" name="Gruppieren 114">
                <a:extLst>
                  <a:ext uri="{FF2B5EF4-FFF2-40B4-BE49-F238E27FC236}">
                    <a16:creationId xmlns:a16="http://schemas.microsoft.com/office/drawing/2014/main" id="{5329E8C7-E790-1199-721A-165A236D8111}"/>
                  </a:ext>
                </a:extLst>
              </p:cNvPr>
              <p:cNvGrpSpPr/>
              <p:nvPr/>
            </p:nvGrpSpPr>
            <p:grpSpPr>
              <a:xfrm>
                <a:off x="6162164" y="2792087"/>
                <a:ext cx="507094" cy="697900"/>
                <a:chOff x="6625760" y="3130979"/>
                <a:chExt cx="533187" cy="733811"/>
              </a:xfrm>
            </p:grpSpPr>
            <p:sp>
              <p:nvSpPr>
                <p:cNvPr id="22" name="Rechteck 21">
                  <a:extLst>
                    <a:ext uri="{FF2B5EF4-FFF2-40B4-BE49-F238E27FC236}">
                      <a16:creationId xmlns:a16="http://schemas.microsoft.com/office/drawing/2014/main" id="{CF0DAEC7-EB0F-6608-61F6-B1A12A7C4B65}"/>
                    </a:ext>
                  </a:extLst>
                </p:cNvPr>
                <p:cNvSpPr/>
                <p:nvPr/>
              </p:nvSpPr>
              <p:spPr>
                <a:xfrm>
                  <a:off x="6625760" y="3130979"/>
                  <a:ext cx="36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3" name="Rechteck 22">
                  <a:extLst>
                    <a:ext uri="{FF2B5EF4-FFF2-40B4-BE49-F238E27FC236}">
                      <a16:creationId xmlns:a16="http://schemas.microsoft.com/office/drawing/2014/main" id="{F22A75E2-4DAB-8EBF-C6DB-E19F5DD4F6AA}"/>
                    </a:ext>
                  </a:extLst>
                </p:cNvPr>
                <p:cNvSpPr/>
                <p:nvPr/>
              </p:nvSpPr>
              <p:spPr>
                <a:xfrm>
                  <a:off x="6798947" y="3144790"/>
                  <a:ext cx="36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23412105-F4C8-9F3B-BD6F-6D750435C021}"/>
                  </a:ext>
                </a:extLst>
              </p:cNvPr>
              <p:cNvSpPr/>
              <p:nvPr/>
            </p:nvSpPr>
            <p:spPr>
              <a:xfrm>
                <a:off x="6871481" y="2795030"/>
                <a:ext cx="342383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70" name="Gerade Verbindung mit Pfeil 69">
                <a:extLst>
                  <a:ext uri="{FF2B5EF4-FFF2-40B4-BE49-F238E27FC236}">
                    <a16:creationId xmlns:a16="http://schemas.microsoft.com/office/drawing/2014/main" id="{243BBF99-BC02-CE80-0ECA-7AD6BAEDA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3111" y="3137413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20000"/>
                    <a:lumOff val="8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 Verbindung mit Pfeil 48">
                <a:extLst>
                  <a:ext uri="{FF2B5EF4-FFF2-40B4-BE49-F238E27FC236}">
                    <a16:creationId xmlns:a16="http://schemas.microsoft.com/office/drawing/2014/main" id="{B568EAEE-F117-1619-83ED-F52CD7573E1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389359" y="2448178"/>
                <a:ext cx="273906" cy="0"/>
              </a:xfrm>
              <a:prstGeom prst="straightConnector1">
                <a:avLst/>
              </a:prstGeom>
              <a:ln w="57150">
                <a:solidFill>
                  <a:srgbClr val="5DC08A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Gerade Verbindung mit Pfeil 70">
                <a:extLst>
                  <a:ext uri="{FF2B5EF4-FFF2-40B4-BE49-F238E27FC236}">
                    <a16:creationId xmlns:a16="http://schemas.microsoft.com/office/drawing/2014/main" id="{8CE99197-772B-E15E-36DE-EEA477E1F1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7373568" y="2448179"/>
                <a:ext cx="273906" cy="0"/>
              </a:xfrm>
              <a:prstGeom prst="straightConnector1">
                <a:avLst/>
              </a:prstGeom>
              <a:ln w="57150">
                <a:solidFill>
                  <a:srgbClr val="C75B4C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FDD90BEB-B905-FB93-2AB1-8C3D102AD03B}"/>
                  </a:ext>
                </a:extLst>
              </p:cNvPr>
              <p:cNvSpPr/>
              <p:nvPr/>
            </p:nvSpPr>
            <p:spPr>
              <a:xfrm>
                <a:off x="2171364" y="1527755"/>
                <a:ext cx="684765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5DC00873-2D97-3F87-686C-A25CF1F01FB2}"/>
                  </a:ext>
                </a:extLst>
              </p:cNvPr>
              <p:cNvSpPr/>
              <p:nvPr/>
            </p:nvSpPr>
            <p:spPr>
              <a:xfrm>
                <a:off x="2735183" y="1527755"/>
                <a:ext cx="684765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7CF97457-70FF-D05A-90D6-A22A23AE3CF8}"/>
                  </a:ext>
                </a:extLst>
              </p:cNvPr>
              <p:cNvSpPr/>
              <p:nvPr/>
            </p:nvSpPr>
            <p:spPr>
              <a:xfrm>
                <a:off x="3296520" y="1527755"/>
                <a:ext cx="684765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CBADC613-9A5E-3E36-201C-7BDF95C8A4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9496" y="1870137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20000"/>
                    <a:lumOff val="8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 Verbindung mit Pfeil 43">
                <a:extLst>
                  <a:ext uri="{FF2B5EF4-FFF2-40B4-BE49-F238E27FC236}">
                    <a16:creationId xmlns:a16="http://schemas.microsoft.com/office/drawing/2014/main" id="{DAAC43EE-6322-A8C4-591C-F82645D928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924" y="1870137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6" name="Gruppieren 115">
                <a:extLst>
                  <a:ext uri="{FF2B5EF4-FFF2-40B4-BE49-F238E27FC236}">
                    <a16:creationId xmlns:a16="http://schemas.microsoft.com/office/drawing/2014/main" id="{EFC3C959-4F4A-8DC0-34D7-AB891690C7EC}"/>
                  </a:ext>
                </a:extLst>
              </p:cNvPr>
              <p:cNvGrpSpPr/>
              <p:nvPr/>
            </p:nvGrpSpPr>
            <p:grpSpPr>
              <a:xfrm>
                <a:off x="7099214" y="1524811"/>
                <a:ext cx="854431" cy="690653"/>
                <a:chOff x="7187950" y="1658853"/>
                <a:chExt cx="898396" cy="726191"/>
              </a:xfrm>
            </p:grpSpPr>
            <p:sp>
              <p:nvSpPr>
                <p:cNvPr id="25" name="Rechteck 24">
                  <a:extLst>
                    <a:ext uri="{FF2B5EF4-FFF2-40B4-BE49-F238E27FC236}">
                      <a16:creationId xmlns:a16="http://schemas.microsoft.com/office/drawing/2014/main" id="{4F0DE78D-713F-C631-E57E-D755DDF45A25}"/>
                    </a:ext>
                  </a:extLst>
                </p:cNvPr>
                <p:cNvSpPr/>
                <p:nvPr/>
              </p:nvSpPr>
              <p:spPr>
                <a:xfrm>
                  <a:off x="7187950" y="1658853"/>
                  <a:ext cx="72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6" name="Rechteck 25">
                  <a:extLst>
                    <a:ext uri="{FF2B5EF4-FFF2-40B4-BE49-F238E27FC236}">
                      <a16:creationId xmlns:a16="http://schemas.microsoft.com/office/drawing/2014/main" id="{CC2B545C-CB13-DC3A-A722-BD9F438BCAF7}"/>
                    </a:ext>
                  </a:extLst>
                </p:cNvPr>
                <p:cNvSpPr/>
                <p:nvPr/>
              </p:nvSpPr>
              <p:spPr>
                <a:xfrm>
                  <a:off x="7366346" y="1665044"/>
                  <a:ext cx="720000" cy="720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800000" rev="0"/>
                  </a:camera>
                  <a:lightRig rig="contrasting" dir="t"/>
                </a:scene3d>
                <a:sp3d extrusionH="1778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3B72BF58-AE03-AF36-5800-25FD05D4F2C8}"/>
                  </a:ext>
                </a:extLst>
              </p:cNvPr>
              <p:cNvSpPr/>
              <p:nvPr/>
            </p:nvSpPr>
            <p:spPr>
              <a:xfrm>
                <a:off x="7830727" y="1527755"/>
                <a:ext cx="684765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396C01A7-6B71-12C5-7AF9-F51C0B4E219B}"/>
                  </a:ext>
                </a:extLst>
              </p:cNvPr>
              <p:cNvSpPr/>
              <p:nvPr/>
            </p:nvSpPr>
            <p:spPr>
              <a:xfrm>
                <a:off x="8394706" y="1527755"/>
                <a:ext cx="684765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72" name="Gerade Verbindung mit Pfeil 71">
                <a:extLst>
                  <a:ext uri="{FF2B5EF4-FFF2-40B4-BE49-F238E27FC236}">
                    <a16:creationId xmlns:a16="http://schemas.microsoft.com/office/drawing/2014/main" id="{608F7309-F81E-5F0F-9A7E-4BC48C4359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3156" y="1870137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20000"/>
                    <a:lumOff val="8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Gerade Verbindung mit Pfeil 72">
                <a:extLst>
                  <a:ext uri="{FF2B5EF4-FFF2-40B4-BE49-F238E27FC236}">
                    <a16:creationId xmlns:a16="http://schemas.microsoft.com/office/drawing/2014/main" id="{7B7D4A0A-D4AF-FC0D-DBC4-CEC2BBB2E5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1999" y="1870137"/>
                <a:ext cx="239668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20000"/>
                    <a:lumOff val="8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 Verbindung mit Pfeil 78">
                <a:extLst>
                  <a:ext uri="{FF2B5EF4-FFF2-40B4-BE49-F238E27FC236}">
                    <a16:creationId xmlns:a16="http://schemas.microsoft.com/office/drawing/2014/main" id="{FF66AB1E-306C-A0B1-E5C1-43E0C6B2A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646" y="1870137"/>
                <a:ext cx="3389587" cy="0"/>
              </a:xfrm>
              <a:prstGeom prst="straightConnector1">
                <a:avLst/>
              </a:prstGeom>
              <a:ln w="57150">
                <a:solidFill>
                  <a:srgbClr val="FDB735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999C215-D02A-7AD0-62A6-AF7BC2A05A51}"/>
                  </a:ext>
                </a:extLst>
              </p:cNvPr>
              <p:cNvSpPr txBox="1"/>
              <p:nvPr/>
            </p:nvSpPr>
            <p:spPr>
              <a:xfrm>
                <a:off x="2459692" y="1308819"/>
                <a:ext cx="130407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545B188D-FEA1-D293-DA92-02BD560A9174}"/>
                  </a:ext>
                </a:extLst>
              </p:cNvPr>
              <p:cNvSpPr txBox="1"/>
              <p:nvPr/>
            </p:nvSpPr>
            <p:spPr>
              <a:xfrm>
                <a:off x="2961916" y="1308819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64</a:t>
                </a:r>
              </a:p>
            </p:txBody>
          </p: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47784DD6-C803-25A3-5D2C-1DD3E2E39392}"/>
                  </a:ext>
                </a:extLst>
              </p:cNvPr>
              <p:cNvSpPr txBox="1"/>
              <p:nvPr/>
            </p:nvSpPr>
            <p:spPr>
              <a:xfrm>
                <a:off x="3480468" y="1308819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64</a:t>
                </a:r>
              </a:p>
            </p:txBody>
          </p: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536B6DBD-26AC-EA03-45D1-C128875B437A}"/>
                  </a:ext>
                </a:extLst>
              </p:cNvPr>
              <p:cNvSpPr txBox="1"/>
              <p:nvPr/>
            </p:nvSpPr>
            <p:spPr>
              <a:xfrm>
                <a:off x="3488025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A52F1753-DB81-4F36-1F09-7B3E3041B4C3}"/>
                  </a:ext>
                </a:extLst>
              </p:cNvPr>
              <p:cNvSpPr txBox="1"/>
              <p:nvPr/>
            </p:nvSpPr>
            <p:spPr>
              <a:xfrm>
                <a:off x="4012593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C6041618-84F9-D838-A78C-152D871EC19F}"/>
                  </a:ext>
                </a:extLst>
              </p:cNvPr>
              <p:cNvSpPr txBox="1"/>
              <p:nvPr/>
            </p:nvSpPr>
            <p:spPr>
              <a:xfrm>
                <a:off x="4518037" y="3869577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256</a:t>
                </a:r>
              </a:p>
            </p:txBody>
          </p:sp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04488364-9FB3-35D3-4DD4-193475A8402E}"/>
                  </a:ext>
                </a:extLst>
              </p:cNvPr>
              <p:cNvSpPr txBox="1"/>
              <p:nvPr/>
            </p:nvSpPr>
            <p:spPr>
              <a:xfrm>
                <a:off x="4997650" y="3869577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256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FE41D679-37C0-14E8-A856-3F170DAB7194}"/>
                  </a:ext>
                </a:extLst>
              </p:cNvPr>
              <p:cNvSpPr txBox="1"/>
              <p:nvPr/>
            </p:nvSpPr>
            <p:spPr>
              <a:xfrm>
                <a:off x="4960470" y="5211503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512</a:t>
                </a:r>
              </a:p>
            </p:txBody>
          </p:sp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61311806-D6A1-3245-7C5A-8A5B31A2F621}"/>
                  </a:ext>
                </a:extLst>
              </p:cNvPr>
              <p:cNvSpPr txBox="1"/>
              <p:nvPr/>
            </p:nvSpPr>
            <p:spPr>
              <a:xfrm>
                <a:off x="5802559" y="5211503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512</a:t>
                </a:r>
              </a:p>
            </p:txBody>
          </p: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AD06A4AC-2C07-FE0D-1CEE-D8694C2377CD}"/>
                  </a:ext>
                </a:extLst>
              </p:cNvPr>
              <p:cNvSpPr txBox="1"/>
              <p:nvPr/>
            </p:nvSpPr>
            <p:spPr>
              <a:xfrm>
                <a:off x="5727417" y="3869577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512</a:t>
                </a:r>
              </a:p>
            </p:txBody>
          </p:sp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59F88278-5A4D-51AF-3064-748794789C55}"/>
                  </a:ext>
                </a:extLst>
              </p:cNvPr>
              <p:cNvSpPr txBox="1"/>
              <p:nvPr/>
            </p:nvSpPr>
            <p:spPr>
              <a:xfrm>
                <a:off x="6312718" y="3869577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256</a:t>
                </a:r>
              </a:p>
            </p:txBody>
          </p: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21AAC464-04B4-D787-FEAE-5233D035F6F6}"/>
                  </a:ext>
                </a:extLst>
              </p:cNvPr>
              <p:cNvSpPr txBox="1"/>
              <p:nvPr/>
            </p:nvSpPr>
            <p:spPr>
              <a:xfrm>
                <a:off x="6217706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256</a:t>
                </a:r>
              </a:p>
            </p:txBody>
          </p: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6B8D95AE-88C2-165B-B1A7-E492056544A1}"/>
                  </a:ext>
                </a:extLst>
              </p:cNvPr>
              <p:cNvSpPr txBox="1"/>
              <p:nvPr/>
            </p:nvSpPr>
            <p:spPr>
              <a:xfrm>
                <a:off x="6860161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D70AA8A8-E032-9FC2-EB29-000E6C7B71D8}"/>
                  </a:ext>
                </a:extLst>
              </p:cNvPr>
              <p:cNvSpPr txBox="1"/>
              <p:nvPr/>
            </p:nvSpPr>
            <p:spPr>
              <a:xfrm>
                <a:off x="7380452" y="1308819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7F6B1E86-B3CB-53A5-05E0-2A7AFB2863FF}"/>
                  </a:ext>
                </a:extLst>
              </p:cNvPr>
              <p:cNvSpPr txBox="1"/>
              <p:nvPr/>
            </p:nvSpPr>
            <p:spPr>
              <a:xfrm>
                <a:off x="8026883" y="1308819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64</a:t>
                </a:r>
              </a:p>
            </p:txBody>
          </p:sp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F1B06632-DA8D-9E58-293A-5391B1645F76}"/>
                  </a:ext>
                </a:extLst>
              </p:cNvPr>
              <p:cNvSpPr txBox="1"/>
              <p:nvPr/>
            </p:nvSpPr>
            <p:spPr>
              <a:xfrm>
                <a:off x="8590725" y="1308819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AECF58CB-D956-3CB4-F03C-0275E889B24B}"/>
                  </a:ext>
                </a:extLst>
              </p:cNvPr>
              <p:cNvSpPr txBox="1"/>
              <p:nvPr/>
            </p:nvSpPr>
            <p:spPr>
              <a:xfrm>
                <a:off x="2133177" y="2285467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2048</a:t>
                </a:r>
              </a:p>
            </p:txBody>
          </p:sp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70E98469-C219-AE9C-5D96-3DF7628F154E}"/>
                  </a:ext>
                </a:extLst>
              </p:cNvPr>
              <p:cNvSpPr txBox="1"/>
              <p:nvPr/>
            </p:nvSpPr>
            <p:spPr>
              <a:xfrm>
                <a:off x="3238958" y="3513005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1024</a:t>
                </a:r>
              </a:p>
            </p:txBody>
          </p:sp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100960BB-60AA-F2E1-4E0A-D850720FC224}"/>
                  </a:ext>
                </a:extLst>
              </p:cNvPr>
              <p:cNvSpPr txBox="1"/>
              <p:nvPr/>
            </p:nvSpPr>
            <p:spPr>
              <a:xfrm>
                <a:off x="4272982" y="4765038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512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5076C666-8B81-5F53-14CB-09FE69ECE774}"/>
                  </a:ext>
                </a:extLst>
              </p:cNvPr>
              <p:cNvSpPr txBox="1"/>
              <p:nvPr/>
            </p:nvSpPr>
            <p:spPr>
              <a:xfrm>
                <a:off x="4750932" y="6084665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256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6DA7BAB4-E0C9-1C5D-E4D4-64D75217302B}"/>
                  </a:ext>
                </a:extLst>
              </p:cNvPr>
              <p:cNvSpPr txBox="1"/>
              <p:nvPr/>
            </p:nvSpPr>
            <p:spPr>
              <a:xfrm>
                <a:off x="5580947" y="6084665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256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62F265B6-D16F-0C64-5530-CA4E9465A058}"/>
                  </a:ext>
                </a:extLst>
              </p:cNvPr>
              <p:cNvSpPr txBox="1"/>
              <p:nvPr/>
            </p:nvSpPr>
            <p:spPr>
              <a:xfrm>
                <a:off x="6124927" y="4765038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512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BD8D35F8-8B6F-3202-9484-9FFE544D74A3}"/>
                  </a:ext>
                </a:extLst>
              </p:cNvPr>
              <p:cNvSpPr txBox="1"/>
              <p:nvPr/>
            </p:nvSpPr>
            <p:spPr>
              <a:xfrm>
                <a:off x="8356519" y="2285467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2048</a:t>
                </a: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D9FEE3DD-1D7E-229A-A73B-4127A948219A}"/>
                  </a:ext>
                </a:extLst>
              </p:cNvPr>
              <p:cNvSpPr/>
              <p:nvPr/>
            </p:nvSpPr>
            <p:spPr>
              <a:xfrm>
                <a:off x="4498284" y="2795030"/>
                <a:ext cx="342383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95576DD1-6F2E-E6E3-B059-B8F5033D4AF1}"/>
                  </a:ext>
                </a:extLst>
              </p:cNvPr>
              <p:cNvSpPr txBox="1"/>
              <p:nvPr/>
            </p:nvSpPr>
            <p:spPr>
              <a:xfrm>
                <a:off x="4538858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88" name="Rechteck 87">
                <a:extLst>
                  <a:ext uri="{FF2B5EF4-FFF2-40B4-BE49-F238E27FC236}">
                    <a16:creationId xmlns:a16="http://schemas.microsoft.com/office/drawing/2014/main" id="{B302B5E1-B073-5214-08B9-3858DEE9B036}"/>
                  </a:ext>
                </a:extLst>
              </p:cNvPr>
              <p:cNvSpPr/>
              <p:nvPr/>
            </p:nvSpPr>
            <p:spPr>
              <a:xfrm>
                <a:off x="7400041" y="2795030"/>
                <a:ext cx="342383" cy="684765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89" name="Gerade Verbindung mit Pfeil 88">
                <a:extLst>
                  <a:ext uri="{FF2B5EF4-FFF2-40B4-BE49-F238E27FC236}">
                    <a16:creationId xmlns:a16="http://schemas.microsoft.com/office/drawing/2014/main" id="{019C60C7-C604-9A73-B0F1-1711A7C1A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1671" y="3137413"/>
                <a:ext cx="239668" cy="0"/>
              </a:xfrm>
              <a:prstGeom prst="straightConnector1">
                <a:avLst/>
              </a:prstGeom>
              <a:ln w="57150">
                <a:solidFill>
                  <a:srgbClr val="00B0F0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1A684D4D-1429-2620-819B-5A41FDF9EF20}"/>
                  </a:ext>
                </a:extLst>
              </p:cNvPr>
              <p:cNvSpPr txBox="1"/>
              <p:nvPr/>
            </p:nvSpPr>
            <p:spPr>
              <a:xfrm>
                <a:off x="7388720" y="2609202"/>
                <a:ext cx="23129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128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8F0F8AD0-9625-B7C1-9E84-FBF22D5CCDFF}"/>
                  </a:ext>
                </a:extLst>
              </p:cNvPr>
              <p:cNvSpPr txBox="1"/>
              <p:nvPr/>
            </p:nvSpPr>
            <p:spPr>
              <a:xfrm>
                <a:off x="7190663" y="3513005"/>
                <a:ext cx="761139" cy="148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13 x 5 x 1024</a:t>
                </a:r>
              </a:p>
            </p:txBody>
          </p:sp>
          <p:cxnSp>
            <p:nvCxnSpPr>
              <p:cNvPr id="96" name="Gerade Verbindung mit Pfeil 95">
                <a:extLst>
                  <a:ext uri="{FF2B5EF4-FFF2-40B4-BE49-F238E27FC236}">
                    <a16:creationId xmlns:a16="http://schemas.microsoft.com/office/drawing/2014/main" id="{FCC5E298-E0F3-549A-FA62-6348DE685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6953" y="3137413"/>
                <a:ext cx="1335292" cy="0"/>
              </a:xfrm>
              <a:prstGeom prst="straightConnector1">
                <a:avLst/>
              </a:prstGeom>
              <a:ln w="57150">
                <a:solidFill>
                  <a:srgbClr val="FDB735"/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9855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0B4FCF17-48A0-4939-9B86-4A0E59024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D949F9DF-37BD-4CD6-BF49-65BA579E1D7A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GB" dirty="0" err="1"/>
              <a:t>Unet</a:t>
            </a:r>
            <a:r>
              <a:rPr lang="en-GB" dirty="0"/>
              <a:t> - Wavelet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BECF5A7-D8CF-7AAD-52DC-BEA0F265CBC2}"/>
              </a:ext>
            </a:extLst>
          </p:cNvPr>
          <p:cNvGrpSpPr/>
          <p:nvPr/>
        </p:nvGrpSpPr>
        <p:grpSpPr>
          <a:xfrm>
            <a:off x="2018877" y="1308819"/>
            <a:ext cx="6969897" cy="4931979"/>
            <a:chOff x="2018877" y="1308819"/>
            <a:chExt cx="6969897" cy="4931979"/>
          </a:xfrm>
        </p:grpSpPr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671FE947-CED4-E405-B01C-00E5D1CE94F0}"/>
                </a:ext>
              </a:extLst>
            </p:cNvPr>
            <p:cNvGrpSpPr/>
            <p:nvPr/>
          </p:nvGrpSpPr>
          <p:grpSpPr>
            <a:xfrm>
              <a:off x="6220109" y="4008167"/>
              <a:ext cx="2768665" cy="2232631"/>
              <a:chOff x="8843289" y="2844482"/>
              <a:chExt cx="2819434" cy="2273571"/>
            </a:xfrm>
          </p:grpSpPr>
          <p:sp>
            <p:nvSpPr>
              <p:cNvPr id="80" name="Rechteck: abgerundete Ecken 79">
                <a:extLst>
                  <a:ext uri="{FF2B5EF4-FFF2-40B4-BE49-F238E27FC236}">
                    <a16:creationId xmlns:a16="http://schemas.microsoft.com/office/drawing/2014/main" id="{3E7D6A03-70BD-9793-5F02-96834CD38C3F}"/>
                  </a:ext>
                </a:extLst>
              </p:cNvPr>
              <p:cNvSpPr/>
              <p:nvPr/>
            </p:nvSpPr>
            <p:spPr>
              <a:xfrm>
                <a:off x="8843289" y="2844482"/>
                <a:ext cx="2819434" cy="2273571"/>
              </a:xfrm>
              <a:prstGeom prst="roundRect">
                <a:avLst>
                  <a:gd name="adj" fmla="val 5933"/>
                </a:avLst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0" bIns="180000" rtlCol="0" anchor="t"/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Legend:</a:t>
                </a:r>
              </a:p>
            </p:txBody>
          </p:sp>
          <p:grpSp>
            <p:nvGrpSpPr>
              <p:cNvPr id="125" name="Gruppieren 124">
                <a:extLst>
                  <a:ext uri="{FF2B5EF4-FFF2-40B4-BE49-F238E27FC236}">
                    <a16:creationId xmlns:a16="http://schemas.microsoft.com/office/drawing/2014/main" id="{C55960E1-C7B1-17D8-6D6B-6C9F4C0AA09F}"/>
                  </a:ext>
                </a:extLst>
              </p:cNvPr>
              <p:cNvGrpSpPr/>
              <p:nvPr/>
            </p:nvGrpSpPr>
            <p:grpSpPr>
              <a:xfrm>
                <a:off x="8948903" y="3904347"/>
                <a:ext cx="2688910" cy="156133"/>
                <a:chOff x="8948903" y="3942447"/>
                <a:chExt cx="2688910" cy="156133"/>
              </a:xfrm>
            </p:grpSpPr>
            <p:cxnSp>
              <p:nvCxnSpPr>
                <p:cNvPr id="82" name="Gerade Verbindung mit Pfeil 81">
                  <a:extLst>
                    <a:ext uri="{FF2B5EF4-FFF2-40B4-BE49-F238E27FC236}">
                      <a16:creationId xmlns:a16="http://schemas.microsoft.com/office/drawing/2014/main" id="{2D45CCD9-CFFD-0E3E-F5CB-1945B46C07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020513"/>
                  <a:ext cx="252000" cy="0"/>
                </a:xfrm>
                <a:prstGeom prst="straightConnector1">
                  <a:avLst/>
                </a:prstGeom>
                <a:ln w="57150">
                  <a:solidFill>
                    <a:schemeClr val="accent2">
                      <a:lumMod val="20000"/>
                      <a:lumOff val="80000"/>
                    </a:schemeClr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feld 96">
                  <a:extLst>
                    <a:ext uri="{FF2B5EF4-FFF2-40B4-BE49-F238E27FC236}">
                      <a16:creationId xmlns:a16="http://schemas.microsoft.com/office/drawing/2014/main" id="{87F43507-8855-0ABD-F017-16172DC7030A}"/>
                    </a:ext>
                  </a:extLst>
                </p:cNvPr>
                <p:cNvSpPr txBox="1"/>
                <p:nvPr/>
              </p:nvSpPr>
              <p:spPr>
                <a:xfrm>
                  <a:off x="9225813" y="3942447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Conv + Batch norm + </a:t>
                  </a:r>
                  <a:r>
                    <a:rPr kumimoji="0" lang="en-GB" sz="1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PReLU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4" name="Gruppieren 123">
                <a:extLst>
                  <a:ext uri="{FF2B5EF4-FFF2-40B4-BE49-F238E27FC236}">
                    <a16:creationId xmlns:a16="http://schemas.microsoft.com/office/drawing/2014/main" id="{89C461D3-81C2-FDAE-4042-F519D0AF6477}"/>
                  </a:ext>
                </a:extLst>
              </p:cNvPr>
              <p:cNvGrpSpPr/>
              <p:nvPr/>
            </p:nvGrpSpPr>
            <p:grpSpPr>
              <a:xfrm>
                <a:off x="8948903" y="4152867"/>
                <a:ext cx="2688910" cy="158996"/>
                <a:chOff x="8948903" y="4190676"/>
                <a:chExt cx="2688910" cy="158996"/>
              </a:xfrm>
            </p:grpSpPr>
            <p:cxnSp>
              <p:nvCxnSpPr>
                <p:cNvPr id="91" name="Gerade Verbindung mit Pfeil 90">
                  <a:extLst>
                    <a:ext uri="{FF2B5EF4-FFF2-40B4-BE49-F238E27FC236}">
                      <a16:creationId xmlns:a16="http://schemas.microsoft.com/office/drawing/2014/main" id="{C868DE4B-6DF7-447C-0490-4981CAA09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268742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5DC08A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3A9174F3-21C6-C608-48C4-A19EDD79CFC7}"/>
                    </a:ext>
                  </a:extLst>
                </p:cNvPr>
                <p:cNvSpPr txBox="1"/>
                <p:nvPr/>
              </p:nvSpPr>
              <p:spPr>
                <a:xfrm>
                  <a:off x="9225813" y="4190676"/>
                  <a:ext cx="2412000" cy="158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DWPT</a:t>
                  </a:r>
                </a:p>
              </p:txBody>
            </p:sp>
          </p:grpSp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0F8AC937-415C-B5B1-57F9-4F8E5B785A27}"/>
                  </a:ext>
                </a:extLst>
              </p:cNvPr>
              <p:cNvGrpSpPr/>
              <p:nvPr/>
            </p:nvGrpSpPr>
            <p:grpSpPr>
              <a:xfrm>
                <a:off x="8948903" y="4401387"/>
                <a:ext cx="2688910" cy="158996"/>
                <a:chOff x="8948903" y="4438904"/>
                <a:chExt cx="2688910" cy="158996"/>
              </a:xfrm>
            </p:grpSpPr>
            <p:cxnSp>
              <p:nvCxnSpPr>
                <p:cNvPr id="92" name="Gerade Verbindung mit Pfeil 91">
                  <a:extLst>
                    <a:ext uri="{FF2B5EF4-FFF2-40B4-BE49-F238E27FC236}">
                      <a16:creationId xmlns:a16="http://schemas.microsoft.com/office/drawing/2014/main" id="{BFA9751A-262C-6338-9BD5-09E2E73538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516970"/>
                  <a:ext cx="252000" cy="0"/>
                </a:xfrm>
                <a:prstGeom prst="straightConnector1">
                  <a:avLst/>
                </a:prstGeom>
                <a:ln w="57150">
                  <a:solidFill>
                    <a:schemeClr val="accent3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Textfeld 98">
                  <a:extLst>
                    <a:ext uri="{FF2B5EF4-FFF2-40B4-BE49-F238E27FC236}">
                      <a16:creationId xmlns:a16="http://schemas.microsoft.com/office/drawing/2014/main" id="{B712E9CE-2842-878B-3BF6-2D53BCA31925}"/>
                    </a:ext>
                  </a:extLst>
                </p:cNvPr>
                <p:cNvSpPr txBox="1"/>
                <p:nvPr/>
              </p:nvSpPr>
              <p:spPr>
                <a:xfrm>
                  <a:off x="9225813" y="4438904"/>
                  <a:ext cx="2412000" cy="158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2x Residual block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1" name="Gruppieren 120">
                <a:extLst>
                  <a:ext uri="{FF2B5EF4-FFF2-40B4-BE49-F238E27FC236}">
                    <a16:creationId xmlns:a16="http://schemas.microsoft.com/office/drawing/2014/main" id="{B15A90A5-73D4-73A2-FF1D-2CBB62789D20}"/>
                  </a:ext>
                </a:extLst>
              </p:cNvPr>
              <p:cNvGrpSpPr/>
              <p:nvPr/>
            </p:nvGrpSpPr>
            <p:grpSpPr>
              <a:xfrm>
                <a:off x="8948903" y="4898427"/>
                <a:ext cx="2688910" cy="158996"/>
                <a:chOff x="8948903" y="4935361"/>
                <a:chExt cx="2688910" cy="158996"/>
              </a:xfrm>
            </p:grpSpPr>
            <p:cxnSp>
              <p:nvCxnSpPr>
                <p:cNvPr id="95" name="Gerade Verbindung mit Pfeil 94">
                  <a:extLst>
                    <a:ext uri="{FF2B5EF4-FFF2-40B4-BE49-F238E27FC236}">
                      <a16:creationId xmlns:a16="http://schemas.microsoft.com/office/drawing/2014/main" id="{8CE63CF2-1D23-9541-4E57-1AC8B7758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5013427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C75B4C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675A4B27-B6E5-27DA-111A-7EEA6996E09F}"/>
                    </a:ext>
                  </a:extLst>
                </p:cNvPr>
                <p:cNvSpPr txBox="1"/>
                <p:nvPr/>
              </p:nvSpPr>
              <p:spPr>
                <a:xfrm>
                  <a:off x="9225813" y="4935361"/>
                  <a:ext cx="2412000" cy="158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IWPT</a:t>
                  </a:r>
                </a:p>
              </p:txBody>
            </p:sp>
          </p:grpSp>
          <p:grpSp>
            <p:nvGrpSpPr>
              <p:cNvPr id="122" name="Gruppieren 121">
                <a:extLst>
                  <a:ext uri="{FF2B5EF4-FFF2-40B4-BE49-F238E27FC236}">
                    <a16:creationId xmlns:a16="http://schemas.microsoft.com/office/drawing/2014/main" id="{499E9066-B37D-9CD2-D053-97645CAF6B8C}"/>
                  </a:ext>
                </a:extLst>
              </p:cNvPr>
              <p:cNvGrpSpPr/>
              <p:nvPr/>
            </p:nvGrpSpPr>
            <p:grpSpPr>
              <a:xfrm>
                <a:off x="8948903" y="4649907"/>
                <a:ext cx="2688910" cy="156133"/>
                <a:chOff x="8948903" y="4687132"/>
                <a:chExt cx="2688910" cy="156133"/>
              </a:xfrm>
            </p:grpSpPr>
            <p:cxnSp>
              <p:nvCxnSpPr>
                <p:cNvPr id="93" name="Gerade Verbindung mit Pfeil 92">
                  <a:extLst>
                    <a:ext uri="{FF2B5EF4-FFF2-40B4-BE49-F238E27FC236}">
                      <a16:creationId xmlns:a16="http://schemas.microsoft.com/office/drawing/2014/main" id="{B194E8BB-3908-EEA9-0E25-5C4E30D758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48903" y="4765198"/>
                  <a:ext cx="252000" cy="0"/>
                </a:xfrm>
                <a:prstGeom prst="straightConnector1">
                  <a:avLst/>
                </a:prstGeom>
                <a:ln w="57150">
                  <a:solidFill>
                    <a:srgbClr val="FFC000"/>
                  </a:solidFill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3CCA06AF-911A-5C2D-E4CB-DE3DA93C9EE1}"/>
                    </a:ext>
                  </a:extLst>
                </p:cNvPr>
                <p:cNvSpPr txBox="1"/>
                <p:nvPr/>
              </p:nvSpPr>
              <p:spPr>
                <a:xfrm>
                  <a:off x="9225813" y="4687132"/>
                  <a:ext cx="2412000" cy="156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Concatenation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E3AD7D31-615C-6A5A-EFDE-11BDF685BE6C}"/>
                  </a:ext>
                </a:extLst>
              </p:cNvPr>
              <p:cNvSpPr/>
              <p:nvPr/>
            </p:nvSpPr>
            <p:spPr>
              <a:xfrm>
                <a:off x="9184463" y="3220370"/>
                <a:ext cx="720000" cy="36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889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7791D5D7-D5A5-B800-ECFD-7BE0DAE4AA52}"/>
                  </a:ext>
                </a:extLst>
              </p:cNvPr>
              <p:cNvSpPr txBox="1"/>
              <p:nvPr/>
            </p:nvSpPr>
            <p:spPr>
              <a:xfrm>
                <a:off x="9475905" y="2980290"/>
                <a:ext cx="137117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E15FBEBD-EFAF-8B10-8758-F10CD3912A0C}"/>
                  </a:ext>
                </a:extLst>
              </p:cNvPr>
              <p:cNvSpPr txBox="1"/>
              <p:nvPr/>
            </p:nvSpPr>
            <p:spPr>
              <a:xfrm>
                <a:off x="9144311" y="3656638"/>
                <a:ext cx="800304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 x C x S</a:t>
                </a:r>
              </a:p>
            </p:txBody>
          </p:sp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383CB16E-33A6-CE4D-9444-DF680131EB24}"/>
                  </a:ext>
                </a:extLst>
              </p:cNvPr>
              <p:cNvSpPr txBox="1"/>
              <p:nvPr/>
            </p:nvSpPr>
            <p:spPr>
              <a:xfrm>
                <a:off x="10011640" y="3078046"/>
                <a:ext cx="1338446" cy="663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R: rows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C: columns of channels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</a:t>
                </a:r>
                <a:r>
                  <a:rPr lang="en-GB" sz="1000" dirty="0">
                    <a:solidFill>
                      <a:prstClr val="black"/>
                    </a:solidFill>
                    <a:latin typeface="Arial"/>
                  </a:rPr>
                  <a:t>: time in samples</a:t>
                </a:r>
              </a:p>
              <a:p>
                <a:pPr marL="0" marR="0" indent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F: number of filters</a:t>
                </a:r>
              </a:p>
            </p:txBody>
          </p:sp>
        </p:grp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5DDDFEE-338F-45D1-33BF-6C3D9993C2D7}"/>
                </a:ext>
              </a:extLst>
            </p:cNvPr>
            <p:cNvSpPr/>
            <p:nvPr/>
          </p:nvSpPr>
          <p:spPr>
            <a:xfrm>
              <a:off x="4501964" y="5385307"/>
              <a:ext cx="85596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2796AE07-8ED2-9997-B0CF-0800A3681526}"/>
                </a:ext>
              </a:extLst>
            </p:cNvPr>
            <p:cNvSpPr/>
            <p:nvPr/>
          </p:nvSpPr>
          <p:spPr>
            <a:xfrm>
              <a:off x="5202439" y="5385307"/>
              <a:ext cx="85596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4EB91807-5337-AA2B-07D7-02B207223C16}"/>
                </a:ext>
              </a:extLst>
            </p:cNvPr>
            <p:cNvCxnSpPr>
              <a:cxnSpLocks/>
            </p:cNvCxnSpPr>
            <p:nvPr/>
          </p:nvCxnSpPr>
          <p:spPr>
            <a:xfrm>
              <a:off x="4596706" y="5727690"/>
              <a:ext cx="432000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A8B245E-6DFE-13A6-E88B-35E8355CD188}"/>
                </a:ext>
              </a:extLst>
            </p:cNvPr>
            <p:cNvSpPr/>
            <p:nvPr/>
          </p:nvSpPr>
          <p:spPr>
            <a:xfrm>
              <a:off x="3981216" y="4054700"/>
              <a:ext cx="171191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D444749-88DD-A3EB-0A5C-D30B56CF8E91}"/>
                </a:ext>
              </a:extLst>
            </p:cNvPr>
            <p:cNvSpPr/>
            <p:nvPr/>
          </p:nvSpPr>
          <p:spPr>
            <a:xfrm>
              <a:off x="4486458" y="4054700"/>
              <a:ext cx="171191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EFDF74B7-353B-CFA0-F24D-AED8E5330D22}"/>
                </a:ext>
              </a:extLst>
            </p:cNvPr>
            <p:cNvCxnSpPr>
              <a:cxnSpLocks/>
            </p:cNvCxnSpPr>
            <p:nvPr/>
          </p:nvCxnSpPr>
          <p:spPr>
            <a:xfrm>
              <a:off x="4122640" y="4397083"/>
              <a:ext cx="239668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B75432AB-5611-0000-A324-38DF6CD609E0}"/>
                </a:ext>
              </a:extLst>
            </p:cNvPr>
            <p:cNvCxnSpPr>
              <a:cxnSpLocks/>
            </p:cNvCxnSpPr>
            <p:nvPr/>
          </p:nvCxnSpPr>
          <p:spPr>
            <a:xfrm>
              <a:off x="4616325" y="4397083"/>
              <a:ext cx="308144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AC7D9B83-8065-ECAC-FD50-5BE207589DD7}"/>
                </a:ext>
              </a:extLst>
            </p:cNvPr>
            <p:cNvGrpSpPr/>
            <p:nvPr/>
          </p:nvGrpSpPr>
          <p:grpSpPr>
            <a:xfrm>
              <a:off x="5045766" y="4050694"/>
              <a:ext cx="338860" cy="692779"/>
              <a:chOff x="6036090" y="4592945"/>
              <a:chExt cx="356296" cy="728426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030D0E1C-7A5E-D8DE-7BC3-B3D1FE90D222}"/>
                  </a:ext>
                </a:extLst>
              </p:cNvPr>
              <p:cNvSpPr/>
              <p:nvPr/>
            </p:nvSpPr>
            <p:spPr>
              <a:xfrm>
                <a:off x="6036090" y="4592945"/>
                <a:ext cx="18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823221E3-A2A3-58FE-3AC5-0CC7A73FB9C6}"/>
                  </a:ext>
                </a:extLst>
              </p:cNvPr>
              <p:cNvSpPr/>
              <p:nvPr/>
            </p:nvSpPr>
            <p:spPr>
              <a:xfrm>
                <a:off x="6212386" y="4601371"/>
                <a:ext cx="18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25818A1-E92E-C8E1-A7B0-93507AD0F96D}"/>
                </a:ext>
              </a:extLst>
            </p:cNvPr>
            <p:cNvSpPr/>
            <p:nvPr/>
          </p:nvSpPr>
          <p:spPr>
            <a:xfrm>
              <a:off x="5703620" y="4054700"/>
              <a:ext cx="171191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32228ABE-B89E-D6EA-5812-17E3007FD3F9}"/>
                </a:ext>
              </a:extLst>
            </p:cNvPr>
            <p:cNvCxnSpPr>
              <a:cxnSpLocks/>
            </p:cNvCxnSpPr>
            <p:nvPr/>
          </p:nvCxnSpPr>
          <p:spPr>
            <a:xfrm>
              <a:off x="5335082" y="4397083"/>
              <a:ext cx="239668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48FF9760-CEDB-BD87-D009-E335C58595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373219" y="5035302"/>
              <a:ext cx="273906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C4971E34-203B-4F0F-005B-E044929B440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056680" y="5035303"/>
              <a:ext cx="273906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D2DB01BF-F6BA-3DD7-D640-B67F90B3508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8159" y="3717814"/>
              <a:ext cx="273906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BB7D8DAE-7EC6-1E7C-5981-45B6817ED2E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556230" y="3717815"/>
              <a:ext cx="273906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4B1DBB9-C6C1-7C29-76FC-A919CEA42B63}"/>
                </a:ext>
              </a:extLst>
            </p:cNvPr>
            <p:cNvSpPr/>
            <p:nvPr/>
          </p:nvSpPr>
          <p:spPr>
            <a:xfrm>
              <a:off x="3448336" y="2795030"/>
              <a:ext cx="342383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3FEBB81-15A3-D475-696E-BB0F4F09494D}"/>
                </a:ext>
              </a:extLst>
            </p:cNvPr>
            <p:cNvSpPr/>
            <p:nvPr/>
          </p:nvSpPr>
          <p:spPr>
            <a:xfrm>
              <a:off x="3972018" y="2795030"/>
              <a:ext cx="342383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0BED228C-C35A-605A-D553-7FDEE0F1F331}"/>
                </a:ext>
              </a:extLst>
            </p:cNvPr>
            <p:cNvCxnSpPr>
              <a:cxnSpLocks/>
            </p:cNvCxnSpPr>
            <p:nvPr/>
          </p:nvCxnSpPr>
          <p:spPr>
            <a:xfrm>
              <a:off x="3678878" y="3137413"/>
              <a:ext cx="239668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5329E8C7-E790-1199-721A-165A236D8111}"/>
                </a:ext>
              </a:extLst>
            </p:cNvPr>
            <p:cNvGrpSpPr/>
            <p:nvPr/>
          </p:nvGrpSpPr>
          <p:grpSpPr>
            <a:xfrm>
              <a:off x="5445884" y="2792087"/>
              <a:ext cx="507094" cy="697900"/>
              <a:chOff x="6625760" y="3130979"/>
              <a:chExt cx="533187" cy="73381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CF0DAEC7-EB0F-6608-61F6-B1A12A7C4B65}"/>
                  </a:ext>
                </a:extLst>
              </p:cNvPr>
              <p:cNvSpPr/>
              <p:nvPr/>
            </p:nvSpPr>
            <p:spPr>
              <a:xfrm>
                <a:off x="6625760" y="3130979"/>
                <a:ext cx="36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22A75E2-4DAB-8EBF-C6DB-E19F5DD4F6AA}"/>
                  </a:ext>
                </a:extLst>
              </p:cNvPr>
              <p:cNvSpPr/>
              <p:nvPr/>
            </p:nvSpPr>
            <p:spPr>
              <a:xfrm>
                <a:off x="6798947" y="3144790"/>
                <a:ext cx="36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23412105-F4C8-9F3B-BD6F-6D750435C021}"/>
                </a:ext>
              </a:extLst>
            </p:cNvPr>
            <p:cNvSpPr/>
            <p:nvPr/>
          </p:nvSpPr>
          <p:spPr>
            <a:xfrm>
              <a:off x="6155201" y="2795030"/>
              <a:ext cx="342383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243BBF99-BC02-CE80-0ECA-7AD6BAEDA261}"/>
                </a:ext>
              </a:extLst>
            </p:cNvPr>
            <p:cNvCxnSpPr>
              <a:cxnSpLocks/>
            </p:cNvCxnSpPr>
            <p:nvPr/>
          </p:nvCxnSpPr>
          <p:spPr>
            <a:xfrm>
              <a:off x="5856831" y="3137413"/>
              <a:ext cx="239668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B568EAEE-F117-1619-83ED-F52CD7573E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89359" y="2448178"/>
              <a:ext cx="273906" cy="0"/>
            </a:xfrm>
            <a:prstGeom prst="straightConnector1">
              <a:avLst/>
            </a:prstGeom>
            <a:ln w="57150">
              <a:solidFill>
                <a:srgbClr val="5DC08A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8CE99197-772B-E15E-36DE-EEA477E1F1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123888" y="2448179"/>
              <a:ext cx="273906" cy="0"/>
            </a:xfrm>
            <a:prstGeom prst="straightConnector1">
              <a:avLst/>
            </a:prstGeom>
            <a:ln w="57150">
              <a:solidFill>
                <a:srgbClr val="C75B4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DD90BEB-B905-FB93-2AB1-8C3D102AD03B}"/>
                </a:ext>
              </a:extLst>
            </p:cNvPr>
            <p:cNvSpPr/>
            <p:nvPr/>
          </p:nvSpPr>
          <p:spPr>
            <a:xfrm>
              <a:off x="2171364" y="1527755"/>
              <a:ext cx="684765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DC00873-2D97-3F87-686C-A25CF1F01FB2}"/>
                </a:ext>
              </a:extLst>
            </p:cNvPr>
            <p:cNvSpPr/>
            <p:nvPr/>
          </p:nvSpPr>
          <p:spPr>
            <a:xfrm>
              <a:off x="2735183" y="1527755"/>
              <a:ext cx="684765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CF97457-70FF-D05A-90D6-A22A23AE3CF8}"/>
                </a:ext>
              </a:extLst>
            </p:cNvPr>
            <p:cNvSpPr/>
            <p:nvPr/>
          </p:nvSpPr>
          <p:spPr>
            <a:xfrm>
              <a:off x="3296520" y="1527755"/>
              <a:ext cx="684765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CBADC613-9A5E-3E36-201C-7BDF95C8A499}"/>
                </a:ext>
              </a:extLst>
            </p:cNvPr>
            <p:cNvCxnSpPr>
              <a:cxnSpLocks/>
            </p:cNvCxnSpPr>
            <p:nvPr/>
          </p:nvCxnSpPr>
          <p:spPr>
            <a:xfrm>
              <a:off x="2599496" y="1870137"/>
              <a:ext cx="239668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DAAC43EE-6322-A8C4-591C-F82645D928B1}"/>
                </a:ext>
              </a:extLst>
            </p:cNvPr>
            <p:cNvCxnSpPr>
              <a:cxnSpLocks/>
            </p:cNvCxnSpPr>
            <p:nvPr/>
          </p:nvCxnSpPr>
          <p:spPr>
            <a:xfrm>
              <a:off x="3148924" y="1870137"/>
              <a:ext cx="239668" cy="0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uppieren 115">
              <a:extLst>
                <a:ext uri="{FF2B5EF4-FFF2-40B4-BE49-F238E27FC236}">
                  <a16:creationId xmlns:a16="http://schemas.microsoft.com/office/drawing/2014/main" id="{EFC3C959-4F4A-8DC0-34D7-AB891690C7EC}"/>
                </a:ext>
              </a:extLst>
            </p:cNvPr>
            <p:cNvGrpSpPr/>
            <p:nvPr/>
          </p:nvGrpSpPr>
          <p:grpSpPr>
            <a:xfrm>
              <a:off x="5849534" y="1524811"/>
              <a:ext cx="854431" cy="690653"/>
              <a:chOff x="7187950" y="1658853"/>
              <a:chExt cx="898396" cy="726191"/>
            </a:xfrm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4F0DE78D-713F-C631-E57E-D755DDF45A25}"/>
                  </a:ext>
                </a:extLst>
              </p:cNvPr>
              <p:cNvSpPr/>
              <p:nvPr/>
            </p:nvSpPr>
            <p:spPr>
              <a:xfrm>
                <a:off x="7187950" y="1658853"/>
                <a:ext cx="72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C2B545C-CB13-DC3A-A722-BD9F438BCAF7}"/>
                  </a:ext>
                </a:extLst>
              </p:cNvPr>
              <p:cNvSpPr/>
              <p:nvPr/>
            </p:nvSpPr>
            <p:spPr>
              <a:xfrm>
                <a:off x="7366346" y="1665044"/>
                <a:ext cx="720000" cy="7200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alpha val="89000"/>
                  </a:schemeClr>
                </a:solidFill>
              </a:ln>
              <a:effectLst/>
              <a:scene3d>
                <a:camera prst="isometricOffAxis2Right">
                  <a:rot lat="600000" lon="16800000" rev="0"/>
                </a:camera>
                <a:lightRig rig="contrasting" dir="t"/>
              </a:scene3d>
              <a:sp3d extrusionH="177800" contourW="12700">
                <a:extrusionClr>
                  <a:schemeClr val="accent6"/>
                </a:extrusionClr>
                <a:contourClr>
                  <a:schemeClr val="accent6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B72BF58-AE03-AF36-5800-25FD05D4F2C8}"/>
                </a:ext>
              </a:extLst>
            </p:cNvPr>
            <p:cNvSpPr/>
            <p:nvPr/>
          </p:nvSpPr>
          <p:spPr>
            <a:xfrm>
              <a:off x="6581047" y="1527755"/>
              <a:ext cx="684765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96C01A7-6B71-12C5-7AF9-F51C0B4E219B}"/>
                </a:ext>
              </a:extLst>
            </p:cNvPr>
            <p:cNvSpPr/>
            <p:nvPr/>
          </p:nvSpPr>
          <p:spPr>
            <a:xfrm>
              <a:off x="7145026" y="1527755"/>
              <a:ext cx="684765" cy="6847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alpha val="89000"/>
                </a:schemeClr>
              </a:solidFill>
            </a:ln>
            <a:effectLst/>
            <a:scene3d>
              <a:camera prst="isometricOffAxis2Right">
                <a:rot lat="600000" lon="16800000" rev="0"/>
              </a:camera>
              <a:lightRig rig="contrasting" dir="t"/>
            </a:scene3d>
            <a:sp3d extrusionH="17780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608F7309-F81E-5F0F-9A7E-4BC48C4359A2}"/>
                </a:ext>
              </a:extLst>
            </p:cNvPr>
            <p:cNvCxnSpPr>
              <a:cxnSpLocks/>
            </p:cNvCxnSpPr>
            <p:nvPr/>
          </p:nvCxnSpPr>
          <p:spPr>
            <a:xfrm>
              <a:off x="6443476" y="1870137"/>
              <a:ext cx="239668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7B7D4A0A-D4AF-FC0D-DBC4-CEC2BBB2E566}"/>
                </a:ext>
              </a:extLst>
            </p:cNvPr>
            <p:cNvCxnSpPr>
              <a:cxnSpLocks/>
            </p:cNvCxnSpPr>
            <p:nvPr/>
          </p:nvCxnSpPr>
          <p:spPr>
            <a:xfrm>
              <a:off x="7012319" y="1870137"/>
              <a:ext cx="239668" cy="0"/>
            </a:xfrm>
            <a:prstGeom prst="straightConnector1">
              <a:avLst/>
            </a:prstGeom>
            <a:ln w="5715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FF66AB1E-306C-A0B1-E5C1-43E0C6B2AED5}"/>
                </a:ext>
              </a:extLst>
            </p:cNvPr>
            <p:cNvCxnSpPr>
              <a:cxnSpLocks/>
            </p:cNvCxnSpPr>
            <p:nvPr/>
          </p:nvCxnSpPr>
          <p:spPr>
            <a:xfrm>
              <a:off x="3743786" y="1870137"/>
              <a:ext cx="2160000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999C215-D02A-7AD0-62A6-AF7BC2A05A51}"/>
                </a:ext>
              </a:extLst>
            </p:cNvPr>
            <p:cNvSpPr txBox="1"/>
            <p:nvPr/>
          </p:nvSpPr>
          <p:spPr>
            <a:xfrm>
              <a:off x="2459692" y="1308819"/>
              <a:ext cx="130407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545B188D-FEA1-D293-DA92-02BD560A9174}"/>
                </a:ext>
              </a:extLst>
            </p:cNvPr>
            <p:cNvSpPr txBox="1"/>
            <p:nvPr/>
          </p:nvSpPr>
          <p:spPr>
            <a:xfrm>
              <a:off x="2961916" y="1308819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47784DD6-C803-25A3-5D2C-1DD3E2E39392}"/>
                </a:ext>
              </a:extLst>
            </p:cNvPr>
            <p:cNvSpPr txBox="1"/>
            <p:nvPr/>
          </p:nvSpPr>
          <p:spPr>
            <a:xfrm>
              <a:off x="3480468" y="1308819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536B6DBD-26AC-EA03-45D1-C128875B437A}"/>
                </a:ext>
              </a:extLst>
            </p:cNvPr>
            <p:cNvSpPr txBox="1"/>
            <p:nvPr/>
          </p:nvSpPr>
          <p:spPr>
            <a:xfrm>
              <a:off x="3488025" y="2609202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52F1753-DB81-4F36-1F09-7B3E3041B4C3}"/>
                </a:ext>
              </a:extLst>
            </p:cNvPr>
            <p:cNvSpPr txBox="1"/>
            <p:nvPr/>
          </p:nvSpPr>
          <p:spPr>
            <a:xfrm>
              <a:off x="4012593" y="2609202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C6041618-84F9-D838-A78C-152D871EC19F}"/>
                </a:ext>
              </a:extLst>
            </p:cNvPr>
            <p:cNvSpPr txBox="1"/>
            <p:nvPr/>
          </p:nvSpPr>
          <p:spPr>
            <a:xfrm>
              <a:off x="3931297" y="3869577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04488364-9FB3-35D3-4DD4-193475A8402E}"/>
                </a:ext>
              </a:extLst>
            </p:cNvPr>
            <p:cNvSpPr txBox="1"/>
            <p:nvPr/>
          </p:nvSpPr>
          <p:spPr>
            <a:xfrm>
              <a:off x="4410910" y="3869577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FE41D679-37C0-14E8-A856-3F170DAB7194}"/>
                </a:ext>
              </a:extLst>
            </p:cNvPr>
            <p:cNvSpPr txBox="1"/>
            <p:nvPr/>
          </p:nvSpPr>
          <p:spPr>
            <a:xfrm>
              <a:off x="4373730" y="5211503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61311806-D6A1-3245-7C5A-8A5B31A2F621}"/>
                </a:ext>
              </a:extLst>
            </p:cNvPr>
            <p:cNvSpPr txBox="1"/>
            <p:nvPr/>
          </p:nvSpPr>
          <p:spPr>
            <a:xfrm>
              <a:off x="5086279" y="5211503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AD06A4AC-2C07-FE0D-1CEE-D8694C2377CD}"/>
                </a:ext>
              </a:extLst>
            </p:cNvPr>
            <p:cNvSpPr txBox="1"/>
            <p:nvPr/>
          </p:nvSpPr>
          <p:spPr>
            <a:xfrm>
              <a:off x="5011137" y="3869577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59F88278-5A4D-51AF-3064-748794789C55}"/>
                </a:ext>
              </a:extLst>
            </p:cNvPr>
            <p:cNvSpPr txBox="1"/>
            <p:nvPr/>
          </p:nvSpPr>
          <p:spPr>
            <a:xfrm>
              <a:off x="5596438" y="3869577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21AAC464-04B4-D787-FEAE-5233D035F6F6}"/>
                </a:ext>
              </a:extLst>
            </p:cNvPr>
            <p:cNvSpPr txBox="1"/>
            <p:nvPr/>
          </p:nvSpPr>
          <p:spPr>
            <a:xfrm>
              <a:off x="5501426" y="2609202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6B8D95AE-88C2-165B-B1A7-E492056544A1}"/>
                </a:ext>
              </a:extLst>
            </p:cNvPr>
            <p:cNvSpPr txBox="1"/>
            <p:nvPr/>
          </p:nvSpPr>
          <p:spPr>
            <a:xfrm>
              <a:off x="6143881" y="2609202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D70AA8A8-E032-9FC2-EB29-000E6C7B71D8}"/>
                </a:ext>
              </a:extLst>
            </p:cNvPr>
            <p:cNvSpPr txBox="1"/>
            <p:nvPr/>
          </p:nvSpPr>
          <p:spPr>
            <a:xfrm>
              <a:off x="6130772" y="1308819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F6B1E86-B3CB-53A5-05E0-2A7AFB2863FF}"/>
                </a:ext>
              </a:extLst>
            </p:cNvPr>
            <p:cNvSpPr txBox="1"/>
            <p:nvPr/>
          </p:nvSpPr>
          <p:spPr>
            <a:xfrm>
              <a:off x="6777203" y="1308819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F1B06632-DA8D-9E58-293A-5391B1645F76}"/>
                </a:ext>
              </a:extLst>
            </p:cNvPr>
            <p:cNvSpPr txBox="1"/>
            <p:nvPr/>
          </p:nvSpPr>
          <p:spPr>
            <a:xfrm>
              <a:off x="7341045" y="1308819"/>
              <a:ext cx="23129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AECF58CB-D956-3CB4-F03C-0275E889B24B}"/>
                </a:ext>
              </a:extLst>
            </p:cNvPr>
            <p:cNvSpPr txBox="1"/>
            <p:nvPr/>
          </p:nvSpPr>
          <p:spPr>
            <a:xfrm>
              <a:off x="2018877" y="2285467"/>
              <a:ext cx="76113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2048</a:t>
              </a:r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70E98469-C219-AE9C-5D96-3DF7628F154E}"/>
                </a:ext>
              </a:extLst>
            </p:cNvPr>
            <p:cNvSpPr txBox="1"/>
            <p:nvPr/>
          </p:nvSpPr>
          <p:spPr>
            <a:xfrm>
              <a:off x="3124658" y="3513005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1030</a:t>
              </a:r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100960BB-60AA-F2E1-4E0A-D850720FC224}"/>
                </a:ext>
              </a:extLst>
            </p:cNvPr>
            <p:cNvSpPr txBox="1"/>
            <p:nvPr/>
          </p:nvSpPr>
          <p:spPr>
            <a:xfrm>
              <a:off x="3571942" y="4765038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521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5076C666-8B81-5F53-14CB-09FE69ECE774}"/>
                </a:ext>
              </a:extLst>
            </p:cNvPr>
            <p:cNvSpPr txBox="1"/>
            <p:nvPr/>
          </p:nvSpPr>
          <p:spPr>
            <a:xfrm>
              <a:off x="4049892" y="6084665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267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6DA7BAB4-E0C9-1C5D-E4D4-64D75217302B}"/>
                </a:ext>
              </a:extLst>
            </p:cNvPr>
            <p:cNvSpPr txBox="1"/>
            <p:nvPr/>
          </p:nvSpPr>
          <p:spPr>
            <a:xfrm>
              <a:off x="4849427" y="6084665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267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62F265B6-D16F-0C64-5530-CA4E9465A058}"/>
                </a:ext>
              </a:extLst>
            </p:cNvPr>
            <p:cNvSpPr txBox="1"/>
            <p:nvPr/>
          </p:nvSpPr>
          <p:spPr>
            <a:xfrm>
              <a:off x="5385787" y="4765038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521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BD8D35F8-8B6F-3202-9484-9FFE544D74A3}"/>
                </a:ext>
              </a:extLst>
            </p:cNvPr>
            <p:cNvSpPr txBox="1"/>
            <p:nvPr/>
          </p:nvSpPr>
          <p:spPr>
            <a:xfrm>
              <a:off x="7038259" y="2285467"/>
              <a:ext cx="761139" cy="148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2048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8F0F8AD0-9625-B7C1-9E84-FBF22D5CCDFF}"/>
                </a:ext>
              </a:extLst>
            </p:cNvPr>
            <p:cNvSpPr txBox="1"/>
            <p:nvPr/>
          </p:nvSpPr>
          <p:spPr>
            <a:xfrm>
              <a:off x="5918123" y="3513005"/>
              <a:ext cx="761139" cy="156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 x 5 x 1030</a:t>
              </a:r>
            </a:p>
          </p:txBody>
        </p:sp>
        <p:cxnSp>
          <p:nvCxnSpPr>
            <p:cNvPr id="96" name="Gerade Verbindung mit Pfeil 95">
              <a:extLst>
                <a:ext uri="{FF2B5EF4-FFF2-40B4-BE49-F238E27FC236}">
                  <a16:creationId xmlns:a16="http://schemas.microsoft.com/office/drawing/2014/main" id="{FCC5E298-E0F3-549A-FA62-6348DE6852C6}"/>
                </a:ext>
              </a:extLst>
            </p:cNvPr>
            <p:cNvCxnSpPr>
              <a:cxnSpLocks/>
            </p:cNvCxnSpPr>
            <p:nvPr/>
          </p:nvCxnSpPr>
          <p:spPr>
            <a:xfrm>
              <a:off x="4205933" y="3137413"/>
              <a:ext cx="1152000" cy="0"/>
            </a:xfrm>
            <a:prstGeom prst="straightConnector1">
              <a:avLst/>
            </a:prstGeom>
            <a:ln w="57150">
              <a:solidFill>
                <a:srgbClr val="FDB73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613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73E76-EC0D-84BA-F6A4-A1C519A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0B4FCF17-48A0-4939-9B86-4A0E590241E6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05C4C-AA2F-5815-6802-65D4D1C6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D949F9DF-37BD-4CD6-BF49-65BA579E1D7A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730828-FF25-ADA5-1946-72137AD07A3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GB" dirty="0"/>
              <a:t>LSTM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AF924C1-B113-25EA-9044-5CEB285C0E9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2AC9C3-90DE-FA52-6EA9-DE1DA14E8F7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effectLst/>
        </p:spPr>
        <p:txBody>
          <a:bodyPr/>
          <a:lstStyle/>
          <a:p>
            <a:endParaRPr lang="en-GB"/>
          </a:p>
        </p:txBody>
      </p:sp>
      <p:grpSp>
        <p:nvGrpSpPr>
          <p:cNvPr id="329" name="Gruppieren 328">
            <a:extLst>
              <a:ext uri="{FF2B5EF4-FFF2-40B4-BE49-F238E27FC236}">
                <a16:creationId xmlns:a16="http://schemas.microsoft.com/office/drawing/2014/main" id="{B6102AFB-29B4-4EC9-C104-6A47B6000DFD}"/>
              </a:ext>
            </a:extLst>
          </p:cNvPr>
          <p:cNvGrpSpPr/>
          <p:nvPr/>
        </p:nvGrpSpPr>
        <p:grpSpPr>
          <a:xfrm>
            <a:off x="-1724385" y="1807782"/>
            <a:ext cx="12486991" cy="3739578"/>
            <a:chOff x="-1724385" y="1807782"/>
            <a:chExt cx="12486991" cy="3739578"/>
          </a:xfrm>
        </p:grpSpPr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2AFAA2CE-E54B-5EA6-86F1-0D61D94118D2}"/>
                </a:ext>
              </a:extLst>
            </p:cNvPr>
            <p:cNvCxnSpPr>
              <a:cxnSpLocks/>
              <a:stCxn id="234" idx="3"/>
              <a:endCxn id="235" idx="1"/>
            </p:cNvCxnSpPr>
            <p:nvPr/>
          </p:nvCxnSpPr>
          <p:spPr>
            <a:xfrm>
              <a:off x="4126361" y="2618275"/>
              <a:ext cx="1151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Gerade Verbindung mit Pfeil 225">
              <a:extLst>
                <a:ext uri="{FF2B5EF4-FFF2-40B4-BE49-F238E27FC236}">
                  <a16:creationId xmlns:a16="http://schemas.microsoft.com/office/drawing/2014/main" id="{3AE460CB-7F22-F7CE-B853-22BD2914670B}"/>
                </a:ext>
              </a:extLst>
            </p:cNvPr>
            <p:cNvCxnSpPr>
              <a:cxnSpLocks/>
              <a:stCxn id="221" idx="3"/>
              <a:endCxn id="234" idx="1"/>
            </p:cNvCxnSpPr>
            <p:nvPr/>
          </p:nvCxnSpPr>
          <p:spPr>
            <a:xfrm>
              <a:off x="3599595" y="2618275"/>
              <a:ext cx="1150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Gerade Verbindung mit Pfeil 240">
              <a:extLst>
                <a:ext uri="{FF2B5EF4-FFF2-40B4-BE49-F238E27FC236}">
                  <a16:creationId xmlns:a16="http://schemas.microsoft.com/office/drawing/2014/main" id="{EAF97ED4-2A98-FCA3-492F-1F2646BFCC9C}"/>
                </a:ext>
              </a:extLst>
            </p:cNvPr>
            <p:cNvCxnSpPr>
              <a:cxnSpLocks/>
              <a:stCxn id="235" idx="3"/>
              <a:endCxn id="232" idx="1"/>
            </p:cNvCxnSpPr>
            <p:nvPr/>
          </p:nvCxnSpPr>
          <p:spPr>
            <a:xfrm>
              <a:off x="4653154" y="2618275"/>
              <a:ext cx="1164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7" name="Gruppieren 326">
              <a:extLst>
                <a:ext uri="{FF2B5EF4-FFF2-40B4-BE49-F238E27FC236}">
                  <a16:creationId xmlns:a16="http://schemas.microsoft.com/office/drawing/2014/main" id="{C70FDE79-1708-58E0-AD42-66A7D0B904C1}"/>
                </a:ext>
              </a:extLst>
            </p:cNvPr>
            <p:cNvGrpSpPr/>
            <p:nvPr/>
          </p:nvGrpSpPr>
          <p:grpSpPr>
            <a:xfrm>
              <a:off x="-1724385" y="1807782"/>
              <a:ext cx="12486991" cy="3739578"/>
              <a:chOff x="-1724385" y="1807782"/>
              <a:chExt cx="12486991" cy="3739578"/>
            </a:xfrm>
          </p:grpSpPr>
          <p:grpSp>
            <p:nvGrpSpPr>
              <p:cNvPr id="276" name="Gruppieren 275">
                <a:extLst>
                  <a:ext uri="{FF2B5EF4-FFF2-40B4-BE49-F238E27FC236}">
                    <a16:creationId xmlns:a16="http://schemas.microsoft.com/office/drawing/2014/main" id="{DD9F8731-062A-6164-2FF5-1CF63B772FC3}"/>
                  </a:ext>
                </a:extLst>
              </p:cNvPr>
              <p:cNvGrpSpPr/>
              <p:nvPr/>
            </p:nvGrpSpPr>
            <p:grpSpPr>
              <a:xfrm>
                <a:off x="1817163" y="4103280"/>
                <a:ext cx="4781970" cy="1444080"/>
                <a:chOff x="2793605" y="4075263"/>
                <a:chExt cx="4781970" cy="1444080"/>
              </a:xfrm>
            </p:grpSpPr>
            <p:sp>
              <p:nvSpPr>
                <p:cNvPr id="80" name="Rechteck: abgerundete Ecken 79">
                  <a:extLst>
                    <a:ext uri="{FF2B5EF4-FFF2-40B4-BE49-F238E27FC236}">
                      <a16:creationId xmlns:a16="http://schemas.microsoft.com/office/drawing/2014/main" id="{3E7D6A03-70BD-9793-5F02-96834CD38C3F}"/>
                    </a:ext>
                  </a:extLst>
                </p:cNvPr>
                <p:cNvSpPr/>
                <p:nvPr/>
              </p:nvSpPr>
              <p:spPr>
                <a:xfrm>
                  <a:off x="2793605" y="4075263"/>
                  <a:ext cx="4781970" cy="1363512"/>
                </a:xfrm>
                <a:prstGeom prst="roundRect">
                  <a:avLst>
                    <a:gd name="adj" fmla="val 5962"/>
                  </a:avLst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180000" bIns="180000" rtlCol="0" anchor="t"/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Legend:</a:t>
                  </a:r>
                </a:p>
              </p:txBody>
            </p:sp>
            <p:sp>
              <p:nvSpPr>
                <p:cNvPr id="112" name="Textfeld 111">
                  <a:extLst>
                    <a:ext uri="{FF2B5EF4-FFF2-40B4-BE49-F238E27FC236}">
                      <a16:creationId xmlns:a16="http://schemas.microsoft.com/office/drawing/2014/main" id="{383CB16E-33A6-CE4D-9444-DF680131EB24}"/>
                    </a:ext>
                  </a:extLst>
                </p:cNvPr>
                <p:cNvSpPr txBox="1"/>
                <p:nvPr/>
              </p:nvSpPr>
              <p:spPr>
                <a:xfrm>
                  <a:off x="3327184" y="4372551"/>
                  <a:ext cx="1338446" cy="6639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R: rows of channels</a:t>
                  </a:r>
                </a:p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C: columns of channels</a:t>
                  </a:r>
                </a:p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S</a:t>
                  </a:r>
                  <a:r>
                    <a:rPr lang="en-GB" sz="1000" dirty="0">
                      <a:solidFill>
                        <a:prstClr val="black"/>
                      </a:solidFill>
                      <a:latin typeface="Arial"/>
                    </a:rPr>
                    <a:t>: time in samples</a:t>
                  </a:r>
                </a:p>
                <a:p>
                  <a:pPr marL="0" marR="0" indent="0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F: number of filters</a:t>
                  </a:r>
                </a:p>
              </p:txBody>
            </p:sp>
            <p:sp>
              <p:nvSpPr>
                <p:cNvPr id="258" name="Textfeld 257">
                  <a:extLst>
                    <a:ext uri="{FF2B5EF4-FFF2-40B4-BE49-F238E27FC236}">
                      <a16:creationId xmlns:a16="http://schemas.microsoft.com/office/drawing/2014/main" id="{A15FE1B5-A96D-BEF6-73DA-063E680B543E}"/>
                    </a:ext>
                  </a:extLst>
                </p:cNvPr>
                <p:cNvSpPr txBox="1"/>
                <p:nvPr/>
              </p:nvSpPr>
              <p:spPr>
                <a:xfrm rot="17805660">
                  <a:off x="2581430" y="5114890"/>
                  <a:ext cx="684000" cy="1249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algn="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R x C x </a:t>
                  </a:r>
                  <a:r>
                    <a:rPr lang="en-GB" sz="800" dirty="0">
                      <a:solidFill>
                        <a:prstClr val="black"/>
                      </a:solidFill>
                      <a:latin typeface="Arial"/>
                    </a:rPr>
                    <a:t>S</a:t>
                  </a:r>
                  <a:endPara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Rechteck 258">
                  <a:extLst>
                    <a:ext uri="{FF2B5EF4-FFF2-40B4-BE49-F238E27FC236}">
                      <a16:creationId xmlns:a16="http://schemas.microsoft.com/office/drawing/2014/main" id="{CB0AFD1F-A028-756C-B9F7-F3A4C5D26C00}"/>
                    </a:ext>
                  </a:extLst>
                </p:cNvPr>
                <p:cNvSpPr/>
                <p:nvPr/>
              </p:nvSpPr>
              <p:spPr>
                <a:xfrm flipH="1">
                  <a:off x="3026133" y="4534273"/>
                  <a:ext cx="247502" cy="288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alpha val="89000"/>
                    </a:schemeClr>
                  </a:solidFill>
                </a:ln>
                <a:effectLst/>
                <a:scene3d>
                  <a:camera prst="isometricOffAxis2Right">
                    <a:rot lat="600000" lon="16500000" rev="0"/>
                  </a:camera>
                  <a:lightRig rig="contrasting" dir="t"/>
                </a:scene3d>
                <a:sp3d extrusionH="101600" contourW="12700">
                  <a:extrusionClr>
                    <a:schemeClr val="accent6"/>
                  </a:extrusionClr>
                  <a:contourClr>
                    <a:schemeClr val="accent6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60" name="Textfeld 259">
                  <a:extLst>
                    <a:ext uri="{FF2B5EF4-FFF2-40B4-BE49-F238E27FC236}">
                      <a16:creationId xmlns:a16="http://schemas.microsoft.com/office/drawing/2014/main" id="{75C4CEF2-0196-6996-9DC2-89B873AB585F}"/>
                    </a:ext>
                  </a:extLst>
                </p:cNvPr>
                <p:cNvSpPr txBox="1"/>
                <p:nvPr/>
              </p:nvSpPr>
              <p:spPr>
                <a:xfrm flipH="1">
                  <a:off x="2991395" y="4373457"/>
                  <a:ext cx="231299" cy="1249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F</a:t>
                  </a: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5" name="Gruppieren 274">
                  <a:extLst>
                    <a:ext uri="{FF2B5EF4-FFF2-40B4-BE49-F238E27FC236}">
                      <a16:creationId xmlns:a16="http://schemas.microsoft.com/office/drawing/2014/main" id="{EF0AD5A9-2EE8-3C67-F192-AB3E0B53ADD2}"/>
                    </a:ext>
                  </a:extLst>
                </p:cNvPr>
                <p:cNvGrpSpPr/>
                <p:nvPr/>
              </p:nvGrpSpPr>
              <p:grpSpPr>
                <a:xfrm>
                  <a:off x="4944365" y="4357747"/>
                  <a:ext cx="2620769" cy="813704"/>
                  <a:chOff x="4778816" y="4369984"/>
                  <a:chExt cx="2620769" cy="813704"/>
                </a:xfrm>
              </p:grpSpPr>
              <p:grpSp>
                <p:nvGrpSpPr>
                  <p:cNvPr id="268" name="Gruppieren 267">
                    <a:extLst>
                      <a:ext uri="{FF2B5EF4-FFF2-40B4-BE49-F238E27FC236}">
                        <a16:creationId xmlns:a16="http://schemas.microsoft.com/office/drawing/2014/main" id="{330CB1C7-B7B7-273A-7766-3D2D6608C2A0}"/>
                      </a:ext>
                    </a:extLst>
                  </p:cNvPr>
                  <p:cNvGrpSpPr/>
                  <p:nvPr/>
                </p:nvGrpSpPr>
                <p:grpSpPr>
                  <a:xfrm>
                    <a:off x="4778816" y="4369984"/>
                    <a:ext cx="2620769" cy="156133"/>
                    <a:chOff x="4778816" y="4369984"/>
                    <a:chExt cx="2620769" cy="156133"/>
                  </a:xfrm>
                </p:grpSpPr>
                <p:sp>
                  <p:nvSpPr>
                    <p:cNvPr id="97" name="Textfeld 96">
                      <a:extLst>
                        <a:ext uri="{FF2B5EF4-FFF2-40B4-BE49-F238E27FC236}">
                          <a16:creationId xmlns:a16="http://schemas.microsoft.com/office/drawing/2014/main" id="{87F43507-8855-0ABD-F017-16172DC703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87585" y="4369984"/>
                      <a:ext cx="2412000" cy="15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Conv + Batch norm + </a:t>
                      </a:r>
                      <a:r>
                        <a:rPr kumimoji="0" lang="en-GB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PReLU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3" name="Pfeil: Chevron 262">
                      <a:extLst>
                        <a:ext uri="{FF2B5EF4-FFF2-40B4-BE49-F238E27FC236}">
                          <a16:creationId xmlns:a16="http://schemas.microsoft.com/office/drawing/2014/main" id="{D84E1589-6207-220E-1506-ABCCC723B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816" y="4394050"/>
                      <a:ext cx="108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69" name="Gruppieren 268">
                    <a:extLst>
                      <a:ext uri="{FF2B5EF4-FFF2-40B4-BE49-F238E27FC236}">
                        <a16:creationId xmlns:a16="http://schemas.microsoft.com/office/drawing/2014/main" id="{315A90A8-F01B-DE23-7432-1599903A7AC4}"/>
                      </a:ext>
                    </a:extLst>
                  </p:cNvPr>
                  <p:cNvGrpSpPr/>
                  <p:nvPr/>
                </p:nvGrpSpPr>
                <p:grpSpPr>
                  <a:xfrm>
                    <a:off x="4778816" y="4534377"/>
                    <a:ext cx="2620769" cy="156133"/>
                    <a:chOff x="4778816" y="4618213"/>
                    <a:chExt cx="2620769" cy="156133"/>
                  </a:xfrm>
                </p:grpSpPr>
                <p:sp>
                  <p:nvSpPr>
                    <p:cNvPr id="98" name="Textfeld 97">
                      <a:extLst>
                        <a:ext uri="{FF2B5EF4-FFF2-40B4-BE49-F238E27FC236}">
                          <a16:creationId xmlns:a16="http://schemas.microsoft.com/office/drawing/2014/main" id="{3A9174F3-21C6-C608-48C4-A19EDD79CF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87585" y="4618213"/>
                      <a:ext cx="2412000" cy="15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Strided</a:t>
                      </a: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Conv + Batch norm + </a:t>
                      </a:r>
                      <a:r>
                        <a:rPr kumimoji="0" lang="en-GB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PReLU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4" name="Pfeil: Chevron 263">
                      <a:extLst>
                        <a:ext uri="{FF2B5EF4-FFF2-40B4-BE49-F238E27FC236}">
                          <a16:creationId xmlns:a16="http://schemas.microsoft.com/office/drawing/2014/main" id="{7FD8FA1B-D8FD-A0AC-40FB-57B35B1F46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816" y="4642279"/>
                      <a:ext cx="108000" cy="108000"/>
                    </a:xfrm>
                    <a:prstGeom prst="chevron">
                      <a:avLst/>
                    </a:prstGeom>
                    <a:solidFill>
                      <a:srgbClr val="5DC08A"/>
                    </a:solidFill>
                    <a:ln>
                      <a:solidFill>
                        <a:srgbClr val="5DC08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70" name="Gruppieren 269">
                    <a:extLst>
                      <a:ext uri="{FF2B5EF4-FFF2-40B4-BE49-F238E27FC236}">
                        <a16:creationId xmlns:a16="http://schemas.microsoft.com/office/drawing/2014/main" id="{BB77C61F-5C83-1373-D0DF-7FD018353A9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816" y="4698770"/>
                    <a:ext cx="2620769" cy="156133"/>
                    <a:chOff x="4778816" y="4866441"/>
                    <a:chExt cx="2620769" cy="156133"/>
                  </a:xfrm>
                </p:grpSpPr>
                <p:sp>
                  <p:nvSpPr>
                    <p:cNvPr id="99" name="Textfeld 98">
                      <a:extLst>
                        <a:ext uri="{FF2B5EF4-FFF2-40B4-BE49-F238E27FC236}">
                          <a16:creationId xmlns:a16="http://schemas.microsoft.com/office/drawing/2014/main" id="{B712E9CE-2842-878B-3BF6-2D53BCA319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87585" y="4866441"/>
                      <a:ext cx="2412000" cy="15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1000" dirty="0">
                          <a:solidFill>
                            <a:prstClr val="black"/>
                          </a:solidFill>
                          <a:latin typeface="Arial"/>
                        </a:rPr>
                        <a:t>Residual block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5" name="Pfeil: Chevron 264">
                      <a:extLst>
                        <a:ext uri="{FF2B5EF4-FFF2-40B4-BE49-F238E27FC236}">
                          <a16:creationId xmlns:a16="http://schemas.microsoft.com/office/drawing/2014/main" id="{8ED5B235-4C9C-BBB6-278F-4C3E4C5CF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816" y="4890507"/>
                      <a:ext cx="108000" cy="108000"/>
                    </a:xfrm>
                    <a:prstGeom prst="chevron">
                      <a:avLst/>
                    </a:prstGeom>
                    <a:solidFill>
                      <a:schemeClr val="accent3"/>
                    </a:solidFill>
                    <a:ln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71" name="Gruppieren 270">
                    <a:extLst>
                      <a:ext uri="{FF2B5EF4-FFF2-40B4-BE49-F238E27FC236}">
                        <a16:creationId xmlns:a16="http://schemas.microsoft.com/office/drawing/2014/main" id="{9E215F6E-A3A5-6A0B-E51E-D7784654E684}"/>
                      </a:ext>
                    </a:extLst>
                  </p:cNvPr>
                  <p:cNvGrpSpPr/>
                  <p:nvPr/>
                </p:nvGrpSpPr>
                <p:grpSpPr>
                  <a:xfrm>
                    <a:off x="4778816" y="4863163"/>
                    <a:ext cx="2620769" cy="156133"/>
                    <a:chOff x="4778816" y="5108087"/>
                    <a:chExt cx="2620769" cy="156133"/>
                  </a:xfrm>
                </p:grpSpPr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3CCA06AF-911A-5C2D-E4CB-DE3DA93C9E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87585" y="5108087"/>
                      <a:ext cx="2412000" cy="15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1000" dirty="0">
                          <a:solidFill>
                            <a:prstClr val="black"/>
                          </a:solidFill>
                          <a:latin typeface="Arial"/>
                        </a:rPr>
                        <a:t>Flatten/Reshape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6" name="Pfeil: Chevron 265">
                      <a:extLst>
                        <a:ext uri="{FF2B5EF4-FFF2-40B4-BE49-F238E27FC236}">
                          <a16:creationId xmlns:a16="http://schemas.microsoft.com/office/drawing/2014/main" id="{624E7BD1-EB21-7968-578D-576DAAAFF1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816" y="5132153"/>
                      <a:ext cx="108000" cy="108000"/>
                    </a:xfrm>
                    <a:prstGeom prst="chevron">
                      <a:avLst/>
                    </a:prstGeom>
                    <a:solidFill>
                      <a:srgbClr val="FDB735"/>
                    </a:solidFill>
                    <a:ln>
                      <a:solidFill>
                        <a:srgbClr val="FDB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72" name="Gruppieren 271">
                    <a:extLst>
                      <a:ext uri="{FF2B5EF4-FFF2-40B4-BE49-F238E27FC236}">
                        <a16:creationId xmlns:a16="http://schemas.microsoft.com/office/drawing/2014/main" id="{AB5AA3A0-B7D5-1BCC-2D2D-563243F8D1DE}"/>
                      </a:ext>
                    </a:extLst>
                  </p:cNvPr>
                  <p:cNvGrpSpPr/>
                  <p:nvPr/>
                </p:nvGrpSpPr>
                <p:grpSpPr>
                  <a:xfrm>
                    <a:off x="4778816" y="5027555"/>
                    <a:ext cx="2620769" cy="156133"/>
                    <a:chOff x="4778816" y="5353788"/>
                    <a:chExt cx="2620769" cy="156133"/>
                  </a:xfrm>
                </p:grpSpPr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675A4B27-B6E5-27DA-111A-7EEA6996E0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87585" y="5353788"/>
                      <a:ext cx="2412000" cy="15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Transposed Conv + Batch norm + </a:t>
                      </a:r>
                      <a:r>
                        <a:rPr kumimoji="0" lang="en-GB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PReLU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7" name="Pfeil: Chevron 266">
                      <a:extLst>
                        <a:ext uri="{FF2B5EF4-FFF2-40B4-BE49-F238E27FC236}">
                          <a16:creationId xmlns:a16="http://schemas.microsoft.com/office/drawing/2014/main" id="{58DD58F2-D8B9-0696-5C03-00525C2EF2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816" y="5377854"/>
                      <a:ext cx="108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  <p:grpSp>
            <p:nvGrpSpPr>
              <p:cNvPr id="326" name="Gruppieren 325">
                <a:extLst>
                  <a:ext uri="{FF2B5EF4-FFF2-40B4-BE49-F238E27FC236}">
                    <a16:creationId xmlns:a16="http://schemas.microsoft.com/office/drawing/2014/main" id="{C5F87D6A-AA42-2489-FCBB-14F778E6C473}"/>
                  </a:ext>
                </a:extLst>
              </p:cNvPr>
              <p:cNvGrpSpPr/>
              <p:nvPr/>
            </p:nvGrpSpPr>
            <p:grpSpPr>
              <a:xfrm>
                <a:off x="-1724385" y="1807782"/>
                <a:ext cx="12486991" cy="2189023"/>
                <a:chOff x="-1724385" y="1807782"/>
                <a:chExt cx="12486991" cy="2189023"/>
              </a:xfrm>
            </p:grpSpPr>
            <p:grpSp>
              <p:nvGrpSpPr>
                <p:cNvPr id="300" name="Gruppieren 299">
                  <a:extLst>
                    <a:ext uri="{FF2B5EF4-FFF2-40B4-BE49-F238E27FC236}">
                      <a16:creationId xmlns:a16="http://schemas.microsoft.com/office/drawing/2014/main" id="{9A4E562A-A67C-F456-314D-E603E8F824A7}"/>
                    </a:ext>
                  </a:extLst>
                </p:cNvPr>
                <p:cNvGrpSpPr/>
                <p:nvPr/>
              </p:nvGrpSpPr>
              <p:grpSpPr>
                <a:xfrm>
                  <a:off x="3337239" y="2294275"/>
                  <a:ext cx="1483734" cy="1311291"/>
                  <a:chOff x="3388644" y="2179223"/>
                  <a:chExt cx="1483734" cy="1311291"/>
                </a:xfrm>
              </p:grpSpPr>
              <p:sp>
                <p:nvSpPr>
                  <p:cNvPr id="240" name="Textfeld 239">
                    <a:extLst>
                      <a:ext uri="{FF2B5EF4-FFF2-40B4-BE49-F238E27FC236}">
                        <a16:creationId xmlns:a16="http://schemas.microsoft.com/office/drawing/2014/main" id="{0EC432ED-D744-1F9B-5C6A-77B18C6962AD}"/>
                      </a:ext>
                    </a:extLst>
                  </p:cNvPr>
                  <p:cNvSpPr txBox="1"/>
                  <p:nvPr/>
                </p:nvSpPr>
                <p:spPr>
                  <a:xfrm>
                    <a:off x="3762911" y="2610056"/>
                    <a:ext cx="93913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Hidden size: 1344</a:t>
                    </a:r>
                  </a:p>
                </p:txBody>
              </p:sp>
              <p:grpSp>
                <p:nvGrpSpPr>
                  <p:cNvPr id="299" name="Gruppieren 298">
                    <a:extLst>
                      <a:ext uri="{FF2B5EF4-FFF2-40B4-BE49-F238E27FC236}">
                        <a16:creationId xmlns:a16="http://schemas.microsoft.com/office/drawing/2014/main" id="{3550A386-D63B-83F9-5A53-D1AEE86A90A0}"/>
                      </a:ext>
                    </a:extLst>
                  </p:cNvPr>
                  <p:cNvGrpSpPr/>
                  <p:nvPr/>
                </p:nvGrpSpPr>
                <p:grpSpPr>
                  <a:xfrm>
                    <a:off x="3388644" y="2179223"/>
                    <a:ext cx="1483734" cy="1311291"/>
                    <a:chOff x="3388644" y="2179223"/>
                    <a:chExt cx="1483734" cy="1311291"/>
                  </a:xfrm>
                </p:grpSpPr>
                <p:sp>
                  <p:nvSpPr>
                    <p:cNvPr id="222" name="Textfeld 221">
                      <a:extLst>
                        <a:ext uri="{FF2B5EF4-FFF2-40B4-BE49-F238E27FC236}">
                          <a16:creationId xmlns:a16="http://schemas.microsoft.com/office/drawing/2014/main" id="{59CC4581-6A7C-1278-9C9C-106D1DA42D24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3127097" y="3101585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640 x 2688</a:t>
                      </a:r>
                    </a:p>
                  </p:txBody>
                </p:sp>
                <p:sp>
                  <p:nvSpPr>
                    <p:cNvPr id="234" name="Rechteck 233">
                      <a:extLst>
                        <a:ext uri="{FF2B5EF4-FFF2-40B4-BE49-F238E27FC236}">
                          <a16:creationId xmlns:a16="http://schemas.microsoft.com/office/drawing/2014/main" id="{EC0A2A8D-33BD-5829-7236-7E97F5339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6076" y="2395223"/>
                      <a:ext cx="411690" cy="216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36000" tIns="36000" rIns="36000" bIns="36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LSTM</a:t>
                      </a:r>
                    </a:p>
                  </p:txBody>
                </p:sp>
                <p:sp>
                  <p:nvSpPr>
                    <p:cNvPr id="235" name="Rechteck 234">
                      <a:extLst>
                        <a:ext uri="{FF2B5EF4-FFF2-40B4-BE49-F238E27FC236}">
                          <a16:creationId xmlns:a16="http://schemas.microsoft.com/office/drawing/2014/main" id="{F19F9484-03C7-2A40-8352-43CA93BB63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92869" y="2395223"/>
                      <a:ext cx="411690" cy="216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36000" tIns="36000" rIns="36000" bIns="36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LSTM</a:t>
                      </a:r>
                    </a:p>
                  </p:txBody>
                </p:sp>
                <p:sp>
                  <p:nvSpPr>
                    <p:cNvPr id="221" name="Rechteck 220">
                      <a:extLst>
                        <a:ext uri="{FF2B5EF4-FFF2-40B4-BE49-F238E27FC236}">
                          <a16:creationId xmlns:a16="http://schemas.microsoft.com/office/drawing/2014/main" id="{9F3582A8-B272-EBDF-E21E-A20A322F58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2999" y="2179223"/>
                      <a:ext cx="108001" cy="648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2" name="Rechteck 231">
                      <a:extLst>
                        <a:ext uri="{FF2B5EF4-FFF2-40B4-BE49-F238E27FC236}">
                          <a16:creationId xmlns:a16="http://schemas.microsoft.com/office/drawing/2014/main" id="{312C940D-7815-E157-4687-13481FB68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0985" y="2179223"/>
                      <a:ext cx="51393" cy="648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4" name="Textfeld 243">
                      <a:extLst>
                        <a:ext uri="{FF2B5EF4-FFF2-40B4-BE49-F238E27FC236}">
                          <a16:creationId xmlns:a16="http://schemas.microsoft.com/office/drawing/2014/main" id="{777B5BE7-A543-60D2-389E-8CBD2224DD1B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4379737" y="3104061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640 x 1344</a:t>
                      </a:r>
                    </a:p>
                  </p:txBody>
                </p:sp>
              </p:grpSp>
            </p:grpSp>
            <p:grpSp>
              <p:nvGrpSpPr>
                <p:cNvPr id="303" name="Gruppieren 302">
                  <a:extLst>
                    <a:ext uri="{FF2B5EF4-FFF2-40B4-BE49-F238E27FC236}">
                      <a16:creationId xmlns:a16="http://schemas.microsoft.com/office/drawing/2014/main" id="{67446B95-2970-A36D-69EE-6EEC0E5DF51B}"/>
                    </a:ext>
                  </a:extLst>
                </p:cNvPr>
                <p:cNvGrpSpPr/>
                <p:nvPr/>
              </p:nvGrpSpPr>
              <p:grpSpPr>
                <a:xfrm>
                  <a:off x="-1724385" y="1876671"/>
                  <a:ext cx="6421607" cy="2003615"/>
                  <a:chOff x="-1751331" y="1815668"/>
                  <a:chExt cx="6421607" cy="2003615"/>
                </a:xfrm>
              </p:grpSpPr>
              <p:sp>
                <p:nvSpPr>
                  <p:cNvPr id="83" name="Rechteck 82">
                    <a:extLst>
                      <a:ext uri="{FF2B5EF4-FFF2-40B4-BE49-F238E27FC236}">
                        <a16:creationId xmlns:a16="http://schemas.microsoft.com/office/drawing/2014/main" id="{3B6DE444-A2F2-4999-6F25-DAF2B7FF263D}"/>
                      </a:ext>
                    </a:extLst>
                  </p:cNvPr>
                  <p:cNvSpPr/>
                  <p:nvPr/>
                </p:nvSpPr>
                <p:spPr>
                  <a:xfrm>
                    <a:off x="621591" y="2492150"/>
                    <a:ext cx="3093770" cy="144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508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grpSp>
                <p:nvGrpSpPr>
                  <p:cNvPr id="302" name="Gruppieren 301">
                    <a:extLst>
                      <a:ext uri="{FF2B5EF4-FFF2-40B4-BE49-F238E27FC236}">
                        <a16:creationId xmlns:a16="http://schemas.microsoft.com/office/drawing/2014/main" id="{D4B4DB96-2A37-F2B0-8855-1C749B0F1222}"/>
                      </a:ext>
                    </a:extLst>
                  </p:cNvPr>
                  <p:cNvGrpSpPr/>
                  <p:nvPr/>
                </p:nvGrpSpPr>
                <p:grpSpPr>
                  <a:xfrm>
                    <a:off x="-1751331" y="1815668"/>
                    <a:ext cx="6421607" cy="2003615"/>
                    <a:chOff x="-1751331" y="1815668"/>
                    <a:chExt cx="6421607" cy="2003615"/>
                  </a:xfrm>
                </p:grpSpPr>
                <p:sp>
                  <p:nvSpPr>
                    <p:cNvPr id="9" name="Rechteck 8">
                      <a:extLst>
                        <a:ext uri="{FF2B5EF4-FFF2-40B4-BE49-F238E27FC236}">
                          <a16:creationId xmlns:a16="http://schemas.microsoft.com/office/drawing/2014/main" id="{FDD90BEB-B905-FB93-2AB1-8C3D102AD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1517264" y="2492150"/>
                      <a:ext cx="6187540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85" name="Rechteck 184">
                      <a:extLst>
                        <a:ext uri="{FF2B5EF4-FFF2-40B4-BE49-F238E27FC236}">
                          <a16:creationId xmlns:a16="http://schemas.microsoft.com/office/drawing/2014/main" id="{FE39C167-3CA3-0715-221F-A1AB83689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1751331" y="2492150"/>
                      <a:ext cx="6187540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5" name="Rechteck 4">
                      <a:extLst>
                        <a:ext uri="{FF2B5EF4-FFF2-40B4-BE49-F238E27FC236}">
                          <a16:creationId xmlns:a16="http://schemas.microsoft.com/office/drawing/2014/main" id="{09CED233-EDBE-6A1B-FC3F-6D63C80E9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49482" y="2492150"/>
                      <a:ext cx="4640655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80" name="Textfeld 179">
                      <a:extLst>
                        <a:ext uri="{FF2B5EF4-FFF2-40B4-BE49-F238E27FC236}">
                          <a16:creationId xmlns:a16="http://schemas.microsoft.com/office/drawing/2014/main" id="{1C8A8E02-FC22-D6CD-77C1-CE3B7F9576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95385" y="1818049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32</a:t>
                      </a:r>
                    </a:p>
                  </p:txBody>
                </p:sp>
                <p:sp>
                  <p:nvSpPr>
                    <p:cNvPr id="199" name="Textfeld 198">
                      <a:extLst>
                        <a:ext uri="{FF2B5EF4-FFF2-40B4-BE49-F238E27FC236}">
                          <a16:creationId xmlns:a16="http://schemas.microsoft.com/office/drawing/2014/main" id="{56C1077B-E576-8802-0D3B-080F732B7DE9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911514" y="3432830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40960</a:t>
                      </a:r>
                    </a:p>
                  </p:txBody>
                </p:sp>
                <p:sp>
                  <p:nvSpPr>
                    <p:cNvPr id="187" name="Textfeld 186">
                      <a:extLst>
                        <a:ext uri="{FF2B5EF4-FFF2-40B4-BE49-F238E27FC236}">
                          <a16:creationId xmlns:a16="http://schemas.microsoft.com/office/drawing/2014/main" id="{81653E89-D3CA-DEBE-4261-959459C9D6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45731" y="1952058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64</a:t>
                      </a:r>
                    </a:p>
                  </p:txBody>
                </p:sp>
                <p:sp>
                  <p:nvSpPr>
                    <p:cNvPr id="193" name="Textfeld 192">
                      <a:extLst>
                        <a:ext uri="{FF2B5EF4-FFF2-40B4-BE49-F238E27FC236}">
                          <a16:creationId xmlns:a16="http://schemas.microsoft.com/office/drawing/2014/main" id="{64F09714-EB3E-6A44-5B10-BC31807EE1DC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1244758" y="3299264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20480</a:t>
                      </a:r>
                    </a:p>
                  </p:txBody>
                </p:sp>
                <p:sp>
                  <p:nvSpPr>
                    <p:cNvPr id="179" name="Textfeld 178">
                      <a:extLst>
                        <a:ext uri="{FF2B5EF4-FFF2-40B4-BE49-F238E27FC236}">
                          <a16:creationId xmlns:a16="http://schemas.microsoft.com/office/drawing/2014/main" id="{83227C2A-4379-997B-D95C-5129C719CA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57112" y="1815668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</a:t>
                      </a:r>
                    </a:p>
                  </p:txBody>
                </p:sp>
                <p:sp>
                  <p:nvSpPr>
                    <p:cNvPr id="192" name="Textfeld 191">
                      <a:extLst>
                        <a:ext uri="{FF2B5EF4-FFF2-40B4-BE49-F238E27FC236}">
                          <a16:creationId xmlns:a16="http://schemas.microsoft.com/office/drawing/2014/main" id="{F029D137-B6A5-D75C-46F7-29393F4BBF20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674733" y="3430975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40960</a:t>
                      </a:r>
                    </a:p>
                  </p:txBody>
                </p:sp>
                <p:sp>
                  <p:nvSpPr>
                    <p:cNvPr id="181" name="Textfeld 180">
                      <a:extLst>
                        <a:ext uri="{FF2B5EF4-FFF2-40B4-BE49-F238E27FC236}">
                          <a16:creationId xmlns:a16="http://schemas.microsoft.com/office/drawing/2014/main" id="{67BD4443-8858-2C8C-6534-EC3AFF20F6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02570" y="2085195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128</a:t>
                      </a:r>
                    </a:p>
                  </p:txBody>
                </p:sp>
                <p:sp>
                  <p:nvSpPr>
                    <p:cNvPr id="194" name="Textfeld 193">
                      <a:extLst>
                        <a:ext uri="{FF2B5EF4-FFF2-40B4-BE49-F238E27FC236}">
                          <a16:creationId xmlns:a16="http://schemas.microsoft.com/office/drawing/2014/main" id="{8C0A6F5A-82B2-EF57-61C9-5874F4423DD5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1583093" y="3164632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10240</a:t>
                      </a:r>
                    </a:p>
                  </p:txBody>
                </p:sp>
                <p:sp>
                  <p:nvSpPr>
                    <p:cNvPr id="84" name="Rechteck 83">
                      <a:extLst>
                        <a:ext uri="{FF2B5EF4-FFF2-40B4-BE49-F238E27FC236}">
                          <a16:creationId xmlns:a16="http://schemas.microsoft.com/office/drawing/2014/main" id="{EC72275C-DB6D-24B7-1599-6129060774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2268" y="2494531"/>
                      <a:ext cx="1856262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88" name="Textfeld 187">
                      <a:extLst>
                        <a:ext uri="{FF2B5EF4-FFF2-40B4-BE49-F238E27FC236}">
                          <a16:creationId xmlns:a16="http://schemas.microsoft.com/office/drawing/2014/main" id="{6C2721B7-6B5C-3C6C-5114-1357126B54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63084" y="2199622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128</a:t>
                      </a:r>
                    </a:p>
                  </p:txBody>
                </p:sp>
                <p:sp>
                  <p:nvSpPr>
                    <p:cNvPr id="195" name="Textfeld 194">
                      <a:extLst>
                        <a:ext uri="{FF2B5EF4-FFF2-40B4-BE49-F238E27FC236}">
                          <a16:creationId xmlns:a16="http://schemas.microsoft.com/office/drawing/2014/main" id="{4FE89819-0303-F171-834F-96B62FEC9016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1907294" y="3061348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5120</a:t>
                      </a:r>
                    </a:p>
                  </p:txBody>
                </p:sp>
                <p:sp>
                  <p:nvSpPr>
                    <p:cNvPr id="85" name="Rechteck 84">
                      <a:extLst>
                        <a:ext uri="{FF2B5EF4-FFF2-40B4-BE49-F238E27FC236}">
                          <a16:creationId xmlns:a16="http://schemas.microsoft.com/office/drawing/2014/main" id="{61AA89C9-060A-57DC-94AA-A02DDCE7BC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8138" y="2492150"/>
                      <a:ext cx="928131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89" name="Textfeld 188">
                      <a:extLst>
                        <a:ext uri="{FF2B5EF4-FFF2-40B4-BE49-F238E27FC236}">
                          <a16:creationId xmlns:a16="http://schemas.microsoft.com/office/drawing/2014/main" id="{6D8FF068-8BCC-4869-BE8F-708D0FBCB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6725" y="2271838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128</a:t>
                      </a:r>
                    </a:p>
                  </p:txBody>
                </p:sp>
                <p:sp>
                  <p:nvSpPr>
                    <p:cNvPr id="196" name="Textfeld 195">
                      <a:extLst>
                        <a:ext uri="{FF2B5EF4-FFF2-40B4-BE49-F238E27FC236}">
                          <a16:creationId xmlns:a16="http://schemas.microsoft.com/office/drawing/2014/main" id="{0EF32D6F-CDBB-4E60-FD82-1740A23329F3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2223061" y="2974703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2560</a:t>
                      </a:r>
                    </a:p>
                  </p:txBody>
                </p:sp>
                <p:sp>
                  <p:nvSpPr>
                    <p:cNvPr id="86" name="Rechteck 85">
                      <a:extLst>
                        <a:ext uri="{FF2B5EF4-FFF2-40B4-BE49-F238E27FC236}">
                          <a16:creationId xmlns:a16="http://schemas.microsoft.com/office/drawing/2014/main" id="{3BEEBCB6-2569-C607-98A2-CB2BDC3E16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15719" y="2492150"/>
                      <a:ext cx="618754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90" name="Textfeld 189">
                      <a:extLst>
                        <a:ext uri="{FF2B5EF4-FFF2-40B4-BE49-F238E27FC236}">
                          <a16:creationId xmlns:a16="http://schemas.microsoft.com/office/drawing/2014/main" id="{B889A8C0-93DD-39B8-1112-AE4DE7525E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95280" y="2301628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128</a:t>
                      </a:r>
                    </a:p>
                  </p:txBody>
                </p:sp>
                <p:sp>
                  <p:nvSpPr>
                    <p:cNvPr id="197" name="Textfeld 196">
                      <a:extLst>
                        <a:ext uri="{FF2B5EF4-FFF2-40B4-BE49-F238E27FC236}">
                          <a16:creationId xmlns:a16="http://schemas.microsoft.com/office/drawing/2014/main" id="{B8743DE1-2067-3331-7789-CFD877B586BB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2504775" y="2945937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1280</a:t>
                      </a:r>
                    </a:p>
                  </p:txBody>
                </p:sp>
                <p:sp>
                  <p:nvSpPr>
                    <p:cNvPr id="87" name="Rechteck 86">
                      <a:extLst>
                        <a:ext uri="{FF2B5EF4-FFF2-40B4-BE49-F238E27FC236}">
                          <a16:creationId xmlns:a16="http://schemas.microsoft.com/office/drawing/2014/main" id="{EAB1FE5A-429A-A2F5-784E-F13434D09F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3296" y="2492150"/>
                      <a:ext cx="247502" cy="144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>
                      <a:solidFill>
                        <a:schemeClr val="accent6">
                          <a:alpha val="89000"/>
                        </a:schemeClr>
                      </a:solidFill>
                    </a:ln>
                    <a:effectLst/>
                    <a:scene3d>
                      <a:camera prst="isometricOffAxis2Right">
                        <a:rot lat="600000" lon="16380000" rev="0"/>
                      </a:camera>
                      <a:lightRig rig="contrasting" dir="t"/>
                    </a:scene3d>
                    <a:sp3d extrusionH="50800" contourW="12700">
                      <a:extrusionClr>
                        <a:schemeClr val="accent6"/>
                      </a:extrusionClr>
                      <a:contourClr>
                        <a:schemeClr val="accent6"/>
                      </a:contourClr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sp>
                  <p:nvSpPr>
                    <p:cNvPr id="191" name="Textfeld 190">
                      <a:extLst>
                        <a:ext uri="{FF2B5EF4-FFF2-40B4-BE49-F238E27FC236}">
                          <a16:creationId xmlns:a16="http://schemas.microsoft.com/office/drawing/2014/main" id="{8F25D005-419F-C62F-7FAA-A0C62FC37F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6452" y="2329727"/>
                      <a:ext cx="231299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128</a:t>
                      </a:r>
                    </a:p>
                  </p:txBody>
                </p:sp>
                <p:sp>
                  <p:nvSpPr>
                    <p:cNvPr id="198" name="Textfeld 197">
                      <a:extLst>
                        <a:ext uri="{FF2B5EF4-FFF2-40B4-BE49-F238E27FC236}">
                          <a16:creationId xmlns:a16="http://schemas.microsoft.com/office/drawing/2014/main" id="{EC66A300-2BBA-A2D5-0A7E-C9B7E93E3223}"/>
                        </a:ext>
                      </a:extLst>
                    </p:cNvPr>
                    <p:cNvSpPr txBox="1"/>
                    <p:nvPr/>
                  </p:nvSpPr>
                  <p:spPr>
                    <a:xfrm rot="17805660">
                      <a:off x="2767900" y="2914812"/>
                      <a:ext cx="648000" cy="1249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 x 3 x 640</a:t>
                      </a:r>
                    </a:p>
                  </p:txBody>
                </p:sp>
                <p:grpSp>
                  <p:nvGrpSpPr>
                    <p:cNvPr id="283" name="Gruppieren 282">
                      <a:extLst>
                        <a:ext uri="{FF2B5EF4-FFF2-40B4-BE49-F238E27FC236}">
                          <a16:creationId xmlns:a16="http://schemas.microsoft.com/office/drawing/2014/main" id="{1C179849-BAB5-06F3-C6D7-4B799770B3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33516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3" name="Pfeil: Chevron 2">
                        <a:extLst>
                          <a:ext uri="{FF2B5EF4-FFF2-40B4-BE49-F238E27FC236}">
                            <a16:creationId xmlns:a16="http://schemas.microsoft.com/office/drawing/2014/main" id="{98145197-6482-1603-90A0-A48AA0DDEA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2" name="Pfeil: Chevron 11">
                        <a:extLst>
                          <a:ext uri="{FF2B5EF4-FFF2-40B4-BE49-F238E27FC236}">
                            <a16:creationId xmlns:a16="http://schemas.microsoft.com/office/drawing/2014/main" id="{E5EADDAB-4DB9-6BC3-E8FF-99515A4816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16" name="Pfeil: Chevron 15">
                      <a:extLst>
                        <a:ext uri="{FF2B5EF4-FFF2-40B4-BE49-F238E27FC236}">
                          <a16:creationId xmlns:a16="http://schemas.microsoft.com/office/drawing/2014/main" id="{422BB91D-BAFD-6742-05D8-63232E90D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94253" y="2510150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" name="Pfeil: Chevron 44">
                      <a:extLst>
                        <a:ext uri="{FF2B5EF4-FFF2-40B4-BE49-F238E27FC236}">
                          <a16:creationId xmlns:a16="http://schemas.microsoft.com/office/drawing/2014/main" id="{573DA10F-668A-C157-75B9-A18F1912BA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02447" y="2510150"/>
                      <a:ext cx="72000" cy="108000"/>
                    </a:xfrm>
                    <a:prstGeom prst="chevron">
                      <a:avLst/>
                    </a:prstGeom>
                    <a:solidFill>
                      <a:srgbClr val="FDB735"/>
                    </a:solidFill>
                    <a:ln>
                      <a:solidFill>
                        <a:srgbClr val="FDB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284" name="Gruppieren 283">
                      <a:extLst>
                        <a:ext uri="{FF2B5EF4-FFF2-40B4-BE49-F238E27FC236}">
                          <a16:creationId xmlns:a16="http://schemas.microsoft.com/office/drawing/2014/main" id="{6FF5F5BC-997F-ED6A-3085-73CF8CCA5F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32240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285" name="Pfeil: Chevron 284">
                        <a:extLst>
                          <a:ext uri="{FF2B5EF4-FFF2-40B4-BE49-F238E27FC236}">
                            <a16:creationId xmlns:a16="http://schemas.microsoft.com/office/drawing/2014/main" id="{4F7726CE-7DD0-306E-83C3-B612C485A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86" name="Pfeil: Chevron 285">
                        <a:extLst>
                          <a:ext uri="{FF2B5EF4-FFF2-40B4-BE49-F238E27FC236}">
                            <a16:creationId xmlns:a16="http://schemas.microsoft.com/office/drawing/2014/main" id="{AF909AA7-2D2C-D215-E2DE-79B52087D5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87" name="Gruppieren 286">
                      <a:extLst>
                        <a:ext uri="{FF2B5EF4-FFF2-40B4-BE49-F238E27FC236}">
                          <a16:creationId xmlns:a16="http://schemas.microsoft.com/office/drawing/2014/main" id="{609703F0-CB32-FBE0-83B9-2CB3810502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24438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288" name="Pfeil: Chevron 287">
                        <a:extLst>
                          <a:ext uri="{FF2B5EF4-FFF2-40B4-BE49-F238E27FC236}">
                            <a16:creationId xmlns:a16="http://schemas.microsoft.com/office/drawing/2014/main" id="{28542442-F7E7-79AB-5CED-3CFA188F0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89" name="Pfeil: Chevron 288">
                        <a:extLst>
                          <a:ext uri="{FF2B5EF4-FFF2-40B4-BE49-F238E27FC236}">
                            <a16:creationId xmlns:a16="http://schemas.microsoft.com/office/drawing/2014/main" id="{1D5770DD-0BA0-AA34-B213-88046213A8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90" name="Gruppieren 289">
                      <a:extLst>
                        <a:ext uri="{FF2B5EF4-FFF2-40B4-BE49-F238E27FC236}">
                          <a16:creationId xmlns:a16="http://schemas.microsoft.com/office/drawing/2014/main" id="{2A8EC0E0-7DF3-F670-F319-06038FDBBF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6495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291" name="Pfeil: Chevron 290">
                        <a:extLst>
                          <a:ext uri="{FF2B5EF4-FFF2-40B4-BE49-F238E27FC236}">
                            <a16:creationId xmlns:a16="http://schemas.microsoft.com/office/drawing/2014/main" id="{A7DA8CFE-14A1-B9AE-A32C-3B6ABF5026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92" name="Pfeil: Chevron 291">
                        <a:extLst>
                          <a:ext uri="{FF2B5EF4-FFF2-40B4-BE49-F238E27FC236}">
                            <a16:creationId xmlns:a16="http://schemas.microsoft.com/office/drawing/2014/main" id="{DB86AA4C-7E20-111D-BE58-09432E681A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93" name="Gruppieren 292">
                      <a:extLst>
                        <a:ext uri="{FF2B5EF4-FFF2-40B4-BE49-F238E27FC236}">
                          <a16:creationId xmlns:a16="http://schemas.microsoft.com/office/drawing/2014/main" id="{4311FE65-D910-A501-59B6-9467B0BBBD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96668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294" name="Pfeil: Chevron 293">
                        <a:extLst>
                          <a:ext uri="{FF2B5EF4-FFF2-40B4-BE49-F238E27FC236}">
                            <a16:creationId xmlns:a16="http://schemas.microsoft.com/office/drawing/2014/main" id="{93ED03F9-D4DB-890E-2513-17DDA46CAD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95" name="Pfeil: Chevron 294">
                        <a:extLst>
                          <a:ext uri="{FF2B5EF4-FFF2-40B4-BE49-F238E27FC236}">
                            <a16:creationId xmlns:a16="http://schemas.microsoft.com/office/drawing/2014/main" id="{C821C9FC-45E4-A118-26B9-D0447C2B84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96" name="Gruppieren 295">
                      <a:extLst>
                        <a:ext uri="{FF2B5EF4-FFF2-40B4-BE49-F238E27FC236}">
                          <a16:creationId xmlns:a16="http://schemas.microsoft.com/office/drawing/2014/main" id="{2EA0F6C3-AFF4-80C4-FBCB-120220D23B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57397" y="2510150"/>
                      <a:ext cx="128706" cy="108001"/>
                      <a:chOff x="1659710" y="2523054"/>
                      <a:chExt cx="128706" cy="108001"/>
                    </a:xfrm>
                  </p:grpSpPr>
                  <p:sp>
                    <p:nvSpPr>
                      <p:cNvPr id="297" name="Pfeil: Chevron 296">
                        <a:extLst>
                          <a:ext uri="{FF2B5EF4-FFF2-40B4-BE49-F238E27FC236}">
                            <a16:creationId xmlns:a16="http://schemas.microsoft.com/office/drawing/2014/main" id="{1740B652-A425-5C44-3AEF-0430BE2745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9710" y="2523055"/>
                        <a:ext cx="72000" cy="108000"/>
                      </a:xfrm>
                      <a:prstGeom prst="chevron">
                        <a:avLst/>
                      </a:prstGeom>
                      <a:solidFill>
                        <a:srgbClr val="5DC08A"/>
                      </a:solidFill>
                      <a:ln>
                        <a:solidFill>
                          <a:srgbClr val="5DC08A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98" name="Pfeil: Chevron 297">
                        <a:extLst>
                          <a:ext uri="{FF2B5EF4-FFF2-40B4-BE49-F238E27FC236}">
                            <a16:creationId xmlns:a16="http://schemas.microsoft.com/office/drawing/2014/main" id="{7511353B-13A1-46A9-39B1-0D2941E7EC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6416" y="2523054"/>
                        <a:ext cx="72000" cy="108000"/>
                      </a:xfrm>
                      <a:prstGeom prst="chevron">
                        <a:avLst/>
                      </a:prstGeom>
                      <a:solidFill>
                        <a:schemeClr val="accent3"/>
                      </a:solidFill>
                      <a:ln>
                        <a:solidFill>
                          <a:schemeClr val="accent3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80000" tIns="180000" rIns="180000" bIns="180000" rtlCol="0" anchor="ctr"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1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 typeface="Arial" panose="020B0604020202020204" pitchFamily="34" charset="0"/>
                          <a:buNone/>
                          <a:tabLst/>
                        </a:pPr>
                        <a:endPara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5" name="Gruppieren 324">
                  <a:extLst>
                    <a:ext uri="{FF2B5EF4-FFF2-40B4-BE49-F238E27FC236}">
                      <a16:creationId xmlns:a16="http://schemas.microsoft.com/office/drawing/2014/main" id="{44E6CE94-5EA5-2CF3-6A6F-4B3119DED28F}"/>
                    </a:ext>
                  </a:extLst>
                </p:cNvPr>
                <p:cNvGrpSpPr/>
                <p:nvPr/>
              </p:nvGrpSpPr>
              <p:grpSpPr>
                <a:xfrm>
                  <a:off x="4240359" y="1807782"/>
                  <a:ext cx="6522247" cy="2189023"/>
                  <a:chOff x="4240359" y="1807782"/>
                  <a:chExt cx="6522247" cy="2189023"/>
                </a:xfrm>
              </p:grpSpPr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506522A8-F862-1E5A-7EF8-3E0B70E84387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4599824" y="3071767"/>
                    <a:ext cx="684000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640</a:t>
                    </a:r>
                  </a:p>
                </p:txBody>
              </p:sp>
              <p:sp>
                <p:nvSpPr>
                  <p:cNvPr id="57" name="Rechteck 56">
                    <a:extLst>
                      <a:ext uri="{FF2B5EF4-FFF2-40B4-BE49-F238E27FC236}">
                        <a16:creationId xmlns:a16="http://schemas.microsoft.com/office/drawing/2014/main" id="{9456BFC9-6B1B-40F1-FCE7-29C93C299890}"/>
                      </a:ext>
                    </a:extLst>
                  </p:cNvPr>
                  <p:cNvSpPr/>
                  <p:nvPr/>
                </p:nvSpPr>
                <p:spPr>
                  <a:xfrm flipH="1">
                    <a:off x="4575066" y="2481625"/>
                    <a:ext cx="6187540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49" name="Rechteck 48">
                    <a:extLst>
                      <a:ext uri="{FF2B5EF4-FFF2-40B4-BE49-F238E27FC236}">
                        <a16:creationId xmlns:a16="http://schemas.microsoft.com/office/drawing/2014/main" id="{3E57C008-0753-21AF-1A20-A4D5B31C0D1A}"/>
                      </a:ext>
                    </a:extLst>
                  </p:cNvPr>
                  <p:cNvSpPr/>
                  <p:nvPr/>
                </p:nvSpPr>
                <p:spPr>
                  <a:xfrm flipH="1">
                    <a:off x="4240359" y="2481625"/>
                    <a:ext cx="6187540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50" name="Rechteck 49">
                    <a:extLst>
                      <a:ext uri="{FF2B5EF4-FFF2-40B4-BE49-F238E27FC236}">
                        <a16:creationId xmlns:a16="http://schemas.microsoft.com/office/drawing/2014/main" id="{762060B6-9F44-7C67-F467-3673B782464A}"/>
                      </a:ext>
                    </a:extLst>
                  </p:cNvPr>
                  <p:cNvSpPr/>
                  <p:nvPr/>
                </p:nvSpPr>
                <p:spPr>
                  <a:xfrm flipH="1">
                    <a:off x="4619440" y="2481625"/>
                    <a:ext cx="4640655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52" name="Textfeld 51">
                    <a:extLst>
                      <a:ext uri="{FF2B5EF4-FFF2-40B4-BE49-F238E27FC236}">
                        <a16:creationId xmlns:a16="http://schemas.microsoft.com/office/drawing/2014/main" id="{2ADDF1F2-E36F-E8F2-A42B-5DDB03DAAB7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322091" y="1807782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sp>
                <p:nvSpPr>
                  <p:cNvPr id="53" name="Textfeld 52">
                    <a:extLst>
                      <a:ext uri="{FF2B5EF4-FFF2-40B4-BE49-F238E27FC236}">
                        <a16:creationId xmlns:a16="http://schemas.microsoft.com/office/drawing/2014/main" id="{61FA20B7-6EC6-4737-B46E-A2CF955FE2A7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6615622" y="3591805"/>
                    <a:ext cx="684000" cy="126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40960</a:t>
                    </a:r>
                  </a:p>
                </p:txBody>
              </p:sp>
              <p:sp>
                <p:nvSpPr>
                  <p:cNvPr id="54" name="Textfeld 53">
                    <a:extLst>
                      <a:ext uri="{FF2B5EF4-FFF2-40B4-BE49-F238E27FC236}">
                        <a16:creationId xmlns:a16="http://schemas.microsoft.com/office/drawing/2014/main" id="{8BA175DA-C419-1124-B24A-6B0DDC00E1F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884080" y="1938081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609865BC-A34B-AA17-F272-4D095B5FFFF5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6257133" y="3454803"/>
                    <a:ext cx="684000" cy="126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20480</a:t>
                    </a:r>
                  </a:p>
                </p:txBody>
              </p:sp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B910F29-EF02-0523-B3A3-FAF05FC14B0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658001" y="1811611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58" name="Textfeld 57">
                    <a:extLst>
                      <a:ext uri="{FF2B5EF4-FFF2-40B4-BE49-F238E27FC236}">
                        <a16:creationId xmlns:a16="http://schemas.microsoft.com/office/drawing/2014/main" id="{F5F24469-68D9-6894-F6E8-49AF9312B7AF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6954308" y="3589009"/>
                    <a:ext cx="684000" cy="126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40960</a:t>
                    </a:r>
                  </a:p>
                </p:txBody>
              </p:sp>
              <p:sp>
                <p:nvSpPr>
                  <p:cNvPr id="59" name="Textfeld 58">
                    <a:extLst>
                      <a:ext uri="{FF2B5EF4-FFF2-40B4-BE49-F238E27FC236}">
                        <a16:creationId xmlns:a16="http://schemas.microsoft.com/office/drawing/2014/main" id="{F0838A45-0658-4626-B6FA-9F447D73C6D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452628" y="2074367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sp>
                <p:nvSpPr>
                  <p:cNvPr id="60" name="Rechteck 59">
                    <a:extLst>
                      <a:ext uri="{FF2B5EF4-FFF2-40B4-BE49-F238E27FC236}">
                        <a16:creationId xmlns:a16="http://schemas.microsoft.com/office/drawing/2014/main" id="{D0AF2099-68F6-4CA4-AC14-6B80CAC5698E}"/>
                      </a:ext>
                    </a:extLst>
                  </p:cNvPr>
                  <p:cNvSpPr/>
                  <p:nvPr/>
                </p:nvSpPr>
                <p:spPr>
                  <a:xfrm flipH="1">
                    <a:off x="5003971" y="2481625"/>
                    <a:ext cx="3093770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62" name="Textfeld 61">
                    <a:extLst>
                      <a:ext uri="{FF2B5EF4-FFF2-40B4-BE49-F238E27FC236}">
                        <a16:creationId xmlns:a16="http://schemas.microsoft.com/office/drawing/2014/main" id="{81FCEE38-7C86-0C12-7B53-9CAD50169FD2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5911269" y="3313882"/>
                    <a:ext cx="684000" cy="126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10240</a:t>
                    </a:r>
                  </a:p>
                </p:txBody>
              </p:sp>
              <p:sp>
                <p:nvSpPr>
                  <p:cNvPr id="63" name="Rechteck 62">
                    <a:extLst>
                      <a:ext uri="{FF2B5EF4-FFF2-40B4-BE49-F238E27FC236}">
                        <a16:creationId xmlns:a16="http://schemas.microsoft.com/office/drawing/2014/main" id="{DF08D2C1-924D-2EC5-6AE0-40EF87D7A83A}"/>
                      </a:ext>
                    </a:extLst>
                  </p:cNvPr>
                  <p:cNvSpPr/>
                  <p:nvPr/>
                </p:nvSpPr>
                <p:spPr>
                  <a:xfrm flipH="1">
                    <a:off x="5244439" y="2481625"/>
                    <a:ext cx="1856262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67" name="Textfeld 66">
                    <a:extLst>
                      <a:ext uri="{FF2B5EF4-FFF2-40B4-BE49-F238E27FC236}">
                        <a16:creationId xmlns:a16="http://schemas.microsoft.com/office/drawing/2014/main" id="{76898F8D-6633-F6D1-39CA-6E128D795F5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047847" y="2184885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sp>
                <p:nvSpPr>
                  <p:cNvPr id="68" name="Textfeld 67">
                    <a:extLst>
                      <a:ext uri="{FF2B5EF4-FFF2-40B4-BE49-F238E27FC236}">
                        <a16:creationId xmlns:a16="http://schemas.microsoft.com/office/drawing/2014/main" id="{792D8278-78FF-9214-1811-D9A7CEE59164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5565410" y="3209648"/>
                    <a:ext cx="684000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5120</a:t>
                    </a:r>
                  </a:p>
                </p:txBody>
              </p:sp>
              <p:sp>
                <p:nvSpPr>
                  <p:cNvPr id="69" name="Rechteck 68">
                    <a:extLst>
                      <a:ext uri="{FF2B5EF4-FFF2-40B4-BE49-F238E27FC236}">
                        <a16:creationId xmlns:a16="http://schemas.microsoft.com/office/drawing/2014/main" id="{4CFC8B99-D5F7-1884-5F56-BEC85C87FD48}"/>
                      </a:ext>
                    </a:extLst>
                  </p:cNvPr>
                  <p:cNvSpPr/>
                  <p:nvPr/>
                </p:nvSpPr>
                <p:spPr>
                  <a:xfrm flipH="1">
                    <a:off x="5346852" y="2481625"/>
                    <a:ext cx="928131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70" name="Textfeld 69">
                    <a:extLst>
                      <a:ext uri="{FF2B5EF4-FFF2-40B4-BE49-F238E27FC236}">
                        <a16:creationId xmlns:a16="http://schemas.microsoft.com/office/drawing/2014/main" id="{392C43C8-B82D-63C5-8A6E-21047E731E8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675095" y="2267362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</a:t>
                    </a:r>
                    <a:r>
                      <a:rPr lang="en-GB" sz="800" dirty="0">
                        <a:solidFill>
                          <a:prstClr val="black"/>
                        </a:solidFill>
                        <a:latin typeface="Arial"/>
                      </a:rPr>
                      <a:t>4</a:t>
                    </a:r>
                    <a:endParaRPr kumimoji="0" lang="en-GB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Textfeld 70">
                    <a:extLst>
                      <a:ext uri="{FF2B5EF4-FFF2-40B4-BE49-F238E27FC236}">
                        <a16:creationId xmlns:a16="http://schemas.microsoft.com/office/drawing/2014/main" id="{7EEDEC93-29DA-A955-167D-76924F038558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5228502" y="3129078"/>
                    <a:ext cx="684000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2560</a:t>
                    </a:r>
                  </a:p>
                </p:txBody>
              </p:sp>
              <p:sp>
                <p:nvSpPr>
                  <p:cNvPr id="74" name="Rechteck 73">
                    <a:extLst>
                      <a:ext uri="{FF2B5EF4-FFF2-40B4-BE49-F238E27FC236}">
                        <a16:creationId xmlns:a16="http://schemas.microsoft.com/office/drawing/2014/main" id="{EA2463EB-A301-E2F5-9ECD-9F75E18BCAA5}"/>
                      </a:ext>
                    </a:extLst>
                  </p:cNvPr>
                  <p:cNvSpPr/>
                  <p:nvPr/>
                </p:nvSpPr>
                <p:spPr>
                  <a:xfrm flipH="1">
                    <a:off x="5174832" y="2481625"/>
                    <a:ext cx="618754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EE835401-3ECF-EF78-BB8B-1937BB6BACE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332399" y="2293501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E259F87B-A80A-94AA-F3EE-FE9ACD4A3DB3}"/>
                      </a:ext>
                    </a:extLst>
                  </p:cNvPr>
                  <p:cNvSpPr txBox="1"/>
                  <p:nvPr/>
                </p:nvSpPr>
                <p:spPr>
                  <a:xfrm rot="17805660">
                    <a:off x="4909159" y="3106415"/>
                    <a:ext cx="684000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13 x 5 x 1280</a:t>
                    </a:r>
                  </a:p>
                </p:txBody>
              </p:sp>
              <p:sp>
                <p:nvSpPr>
                  <p:cNvPr id="77" name="Rechteck 76">
                    <a:extLst>
                      <a:ext uri="{FF2B5EF4-FFF2-40B4-BE49-F238E27FC236}">
                        <a16:creationId xmlns:a16="http://schemas.microsoft.com/office/drawing/2014/main" id="{1904818E-8A2E-0B9A-6929-58EA3BBF05CE}"/>
                      </a:ext>
                    </a:extLst>
                  </p:cNvPr>
                  <p:cNvSpPr/>
                  <p:nvPr/>
                </p:nvSpPr>
                <p:spPr>
                  <a:xfrm flipH="1">
                    <a:off x="5041352" y="2481625"/>
                    <a:ext cx="247502" cy="288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alpha val="89000"/>
                      </a:schemeClr>
                    </a:solidFill>
                  </a:ln>
                  <a:effectLst/>
                  <a:scene3d>
                    <a:camera prst="isometricOffAxis2Right">
                      <a:rot lat="600000" lon="16380000" rev="0"/>
                    </a:camera>
                    <a:lightRig rig="contrasting" dir="t"/>
                  </a:scene3d>
                  <a:sp3d extrusionH="101600" contourW="12700">
                    <a:extrusionClr>
                      <a:schemeClr val="accent6"/>
                    </a:extrusionClr>
                    <a:contourClr>
                      <a:schemeClr val="accent6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05C9518C-A9A5-5CD7-E567-D85901B9EEC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997088" y="2323981"/>
                    <a:ext cx="231299" cy="1249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64</a:t>
                    </a:r>
                  </a:p>
                </p:txBody>
              </p:sp>
              <p:grpSp>
                <p:nvGrpSpPr>
                  <p:cNvPr id="307" name="Gruppieren 306">
                    <a:extLst>
                      <a:ext uri="{FF2B5EF4-FFF2-40B4-BE49-F238E27FC236}">
                        <a16:creationId xmlns:a16="http://schemas.microsoft.com/office/drawing/2014/main" id="{BF71BF8D-A80F-515D-FD49-855E244EC72F}"/>
                      </a:ext>
                    </a:extLst>
                  </p:cNvPr>
                  <p:cNvGrpSpPr/>
                  <p:nvPr/>
                </p:nvGrpSpPr>
                <p:grpSpPr>
                  <a:xfrm>
                    <a:off x="5204042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05" name="Pfeil: Chevron 304">
                      <a:extLst>
                        <a:ext uri="{FF2B5EF4-FFF2-40B4-BE49-F238E27FC236}">
                          <a16:creationId xmlns:a16="http://schemas.microsoft.com/office/drawing/2014/main" id="{4BD05EF7-CB96-6F97-E427-1A98361EA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06" name="Pfeil: Chevron 305">
                      <a:extLst>
                        <a:ext uri="{FF2B5EF4-FFF2-40B4-BE49-F238E27FC236}">
                          <a16:creationId xmlns:a16="http://schemas.microsoft.com/office/drawing/2014/main" id="{01CBF52C-0446-5E95-478F-D95A98874D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308" name="Pfeil: Chevron 307">
                    <a:extLst>
                      <a:ext uri="{FF2B5EF4-FFF2-40B4-BE49-F238E27FC236}">
                        <a16:creationId xmlns:a16="http://schemas.microsoft.com/office/drawing/2014/main" id="{0294F8F7-6D85-5EFC-DBF2-14704AD3F877}"/>
                      </a:ext>
                    </a:extLst>
                  </p:cNvPr>
                  <p:cNvSpPr/>
                  <p:nvPr/>
                </p:nvSpPr>
                <p:spPr>
                  <a:xfrm>
                    <a:off x="4947514" y="2578330"/>
                    <a:ext cx="72000" cy="108000"/>
                  </a:xfrm>
                  <a:prstGeom prst="chevron">
                    <a:avLst/>
                  </a:prstGeom>
                  <a:solidFill>
                    <a:srgbClr val="FDB735"/>
                  </a:solidFill>
                  <a:ln>
                    <a:solidFill>
                      <a:srgbClr val="FDB73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80000" tIns="180000" rIns="180000" bIns="180000" rtlCol="0" anchor="ctr"/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endPara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09" name="Gruppieren 308">
                    <a:extLst>
                      <a:ext uri="{FF2B5EF4-FFF2-40B4-BE49-F238E27FC236}">
                        <a16:creationId xmlns:a16="http://schemas.microsoft.com/office/drawing/2014/main" id="{3A515FE6-22FE-3D71-1927-09969BAC041C}"/>
                      </a:ext>
                    </a:extLst>
                  </p:cNvPr>
                  <p:cNvGrpSpPr/>
                  <p:nvPr/>
                </p:nvGrpSpPr>
                <p:grpSpPr>
                  <a:xfrm>
                    <a:off x="5516772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10" name="Pfeil: Chevron 309">
                      <a:extLst>
                        <a:ext uri="{FF2B5EF4-FFF2-40B4-BE49-F238E27FC236}">
                          <a16:creationId xmlns:a16="http://schemas.microsoft.com/office/drawing/2014/main" id="{C0667567-718B-4DAB-A395-BF98D9875F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11" name="Pfeil: Chevron 310">
                      <a:extLst>
                        <a:ext uri="{FF2B5EF4-FFF2-40B4-BE49-F238E27FC236}">
                          <a16:creationId xmlns:a16="http://schemas.microsoft.com/office/drawing/2014/main" id="{2F352139-6F6C-48D7-3A52-DD5EA41936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12" name="Gruppieren 311">
                    <a:extLst>
                      <a:ext uri="{FF2B5EF4-FFF2-40B4-BE49-F238E27FC236}">
                        <a16:creationId xmlns:a16="http://schemas.microsoft.com/office/drawing/2014/main" id="{AD20134B-97AF-6B49-1591-7C9006ED4ED2}"/>
                      </a:ext>
                    </a:extLst>
                  </p:cNvPr>
                  <p:cNvGrpSpPr/>
                  <p:nvPr/>
                </p:nvGrpSpPr>
                <p:grpSpPr>
                  <a:xfrm>
                    <a:off x="5855755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13" name="Pfeil: Chevron 312">
                      <a:extLst>
                        <a:ext uri="{FF2B5EF4-FFF2-40B4-BE49-F238E27FC236}">
                          <a16:creationId xmlns:a16="http://schemas.microsoft.com/office/drawing/2014/main" id="{7AFDE8D9-B4DD-0854-BC85-D2DEB6C460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14" name="Pfeil: Chevron 313">
                      <a:extLst>
                        <a:ext uri="{FF2B5EF4-FFF2-40B4-BE49-F238E27FC236}">
                          <a16:creationId xmlns:a16="http://schemas.microsoft.com/office/drawing/2014/main" id="{B244E2D5-5AE5-A2D3-691B-0BAF8D5B7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15" name="Gruppieren 314">
                    <a:extLst>
                      <a:ext uri="{FF2B5EF4-FFF2-40B4-BE49-F238E27FC236}">
                        <a16:creationId xmlns:a16="http://schemas.microsoft.com/office/drawing/2014/main" id="{0C8DF33B-4FBF-9F14-4835-34F1EBABCEC7}"/>
                      </a:ext>
                    </a:extLst>
                  </p:cNvPr>
                  <p:cNvGrpSpPr/>
                  <p:nvPr/>
                </p:nvGrpSpPr>
                <p:grpSpPr>
                  <a:xfrm>
                    <a:off x="6242109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16" name="Pfeil: Chevron 315">
                      <a:extLst>
                        <a:ext uri="{FF2B5EF4-FFF2-40B4-BE49-F238E27FC236}">
                          <a16:creationId xmlns:a16="http://schemas.microsoft.com/office/drawing/2014/main" id="{9DF9C335-F41E-0B26-F061-14156FAEDF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17" name="Pfeil: Chevron 316">
                      <a:extLst>
                        <a:ext uri="{FF2B5EF4-FFF2-40B4-BE49-F238E27FC236}">
                          <a16:creationId xmlns:a16="http://schemas.microsoft.com/office/drawing/2014/main" id="{6EB8D07B-4592-2831-0157-C03FA4DF8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18" name="Gruppieren 317">
                    <a:extLst>
                      <a:ext uri="{FF2B5EF4-FFF2-40B4-BE49-F238E27FC236}">
                        <a16:creationId xmlns:a16="http://schemas.microsoft.com/office/drawing/2014/main" id="{9A9B2F4A-2E1F-2301-BB66-9DE41D8FF157}"/>
                      </a:ext>
                    </a:extLst>
                  </p:cNvPr>
                  <p:cNvGrpSpPr/>
                  <p:nvPr/>
                </p:nvGrpSpPr>
                <p:grpSpPr>
                  <a:xfrm>
                    <a:off x="6628309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19" name="Pfeil: Chevron 318">
                      <a:extLst>
                        <a:ext uri="{FF2B5EF4-FFF2-40B4-BE49-F238E27FC236}">
                          <a16:creationId xmlns:a16="http://schemas.microsoft.com/office/drawing/2014/main" id="{A5959596-5981-6FE3-5D87-09AE9DEF5A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0" name="Pfeil: Chevron 319">
                      <a:extLst>
                        <a:ext uri="{FF2B5EF4-FFF2-40B4-BE49-F238E27FC236}">
                          <a16:creationId xmlns:a16="http://schemas.microsoft.com/office/drawing/2014/main" id="{C336C5AA-9ED5-EC0D-FFED-73E2132A15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21" name="Gruppieren 320">
                    <a:extLst>
                      <a:ext uri="{FF2B5EF4-FFF2-40B4-BE49-F238E27FC236}">
                        <a16:creationId xmlns:a16="http://schemas.microsoft.com/office/drawing/2014/main" id="{6B4BD392-1A46-A270-06EC-0CDB42E37FBB}"/>
                      </a:ext>
                    </a:extLst>
                  </p:cNvPr>
                  <p:cNvGrpSpPr/>
                  <p:nvPr/>
                </p:nvGrpSpPr>
                <p:grpSpPr>
                  <a:xfrm>
                    <a:off x="7022970" y="2578330"/>
                    <a:ext cx="128706" cy="108001"/>
                    <a:chOff x="4833288" y="3517134"/>
                    <a:chExt cx="128706" cy="108001"/>
                  </a:xfrm>
                </p:grpSpPr>
                <p:sp>
                  <p:nvSpPr>
                    <p:cNvPr id="322" name="Pfeil: Chevron 321">
                      <a:extLst>
                        <a:ext uri="{FF2B5EF4-FFF2-40B4-BE49-F238E27FC236}">
                          <a16:creationId xmlns:a16="http://schemas.microsoft.com/office/drawing/2014/main" id="{B32865DF-4655-3591-A787-8C2BB822FC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288" y="3517135"/>
                      <a:ext cx="72000" cy="108000"/>
                    </a:xfrm>
                    <a:prstGeom prst="chevron">
                      <a:avLst/>
                    </a:prstGeom>
                    <a:solidFill>
                      <a:srgbClr val="C75B4C"/>
                    </a:solidFill>
                    <a:ln>
                      <a:solidFill>
                        <a:srgbClr val="C75B4C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3" name="Pfeil: Chevron 322">
                      <a:extLst>
                        <a:ext uri="{FF2B5EF4-FFF2-40B4-BE49-F238E27FC236}">
                          <a16:creationId xmlns:a16="http://schemas.microsoft.com/office/drawing/2014/main" id="{8698BF80-8136-E333-EBE0-773A88A3A9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9994" y="3517134"/>
                      <a:ext cx="72000" cy="108000"/>
                    </a:xfrm>
                    <a:prstGeom prst="chevron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80000" tIns="180000" rIns="180000" bIns="180000" rtlCol="0" anchor="ctr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324" name="Pfeil: Chevron 323">
                    <a:extLst>
                      <a:ext uri="{FF2B5EF4-FFF2-40B4-BE49-F238E27FC236}">
                        <a16:creationId xmlns:a16="http://schemas.microsoft.com/office/drawing/2014/main" id="{2D282CA3-E094-7852-EC9F-0E898B8A7B09}"/>
                      </a:ext>
                    </a:extLst>
                  </p:cNvPr>
                  <p:cNvSpPr/>
                  <p:nvPr/>
                </p:nvSpPr>
                <p:spPr>
                  <a:xfrm>
                    <a:off x="7411723" y="2578330"/>
                    <a:ext cx="72000" cy="108000"/>
                  </a:xfrm>
                  <a:prstGeom prst="chevron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80000" tIns="180000" rIns="180000" bIns="180000" rtlCol="0" anchor="ctr"/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endPara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36310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3" name="Gruppieren 1122">
            <a:extLst>
              <a:ext uri="{FF2B5EF4-FFF2-40B4-BE49-F238E27FC236}">
                <a16:creationId xmlns:a16="http://schemas.microsoft.com/office/drawing/2014/main" id="{A5D0E853-4C24-067E-49FB-1A65335C9077}"/>
              </a:ext>
            </a:extLst>
          </p:cNvPr>
          <p:cNvGrpSpPr/>
          <p:nvPr/>
        </p:nvGrpSpPr>
        <p:grpSpPr>
          <a:xfrm>
            <a:off x="-53340" y="0"/>
            <a:ext cx="13205460" cy="7277100"/>
            <a:chOff x="-53340" y="0"/>
            <a:chExt cx="13205460" cy="7277100"/>
          </a:xfrm>
        </p:grpSpPr>
        <p:sp>
          <p:nvSpPr>
            <p:cNvPr id="1122" name="Rechteck 1121">
              <a:extLst>
                <a:ext uri="{FF2B5EF4-FFF2-40B4-BE49-F238E27FC236}">
                  <a16:creationId xmlns:a16="http://schemas.microsoft.com/office/drawing/2014/main" id="{07D8A19B-D852-1A8D-5FF1-F458BD43C2B2}"/>
                </a:ext>
              </a:extLst>
            </p:cNvPr>
            <p:cNvSpPr/>
            <p:nvPr/>
          </p:nvSpPr>
          <p:spPr>
            <a:xfrm>
              <a:off x="-53340" y="0"/>
              <a:ext cx="13205460" cy="7277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121" name="Gruppieren 1120">
              <a:extLst>
                <a:ext uri="{FF2B5EF4-FFF2-40B4-BE49-F238E27FC236}">
                  <a16:creationId xmlns:a16="http://schemas.microsoft.com/office/drawing/2014/main" id="{AE6B6BE6-8581-A47A-C941-EE135722AD6B}"/>
                </a:ext>
              </a:extLst>
            </p:cNvPr>
            <p:cNvGrpSpPr/>
            <p:nvPr/>
          </p:nvGrpSpPr>
          <p:grpSpPr>
            <a:xfrm>
              <a:off x="0" y="274538"/>
              <a:ext cx="13091160" cy="6903502"/>
              <a:chOff x="0" y="274538"/>
              <a:chExt cx="9908413" cy="4342770"/>
            </a:xfrm>
          </p:grpSpPr>
          <p:grpSp>
            <p:nvGrpSpPr>
              <p:cNvPr id="1120" name="Gruppieren 1119">
                <a:extLst>
                  <a:ext uri="{FF2B5EF4-FFF2-40B4-BE49-F238E27FC236}">
                    <a16:creationId xmlns:a16="http://schemas.microsoft.com/office/drawing/2014/main" id="{5359CDA7-3488-C282-41B4-F2A77FBBF55F}"/>
                  </a:ext>
                </a:extLst>
              </p:cNvPr>
              <p:cNvGrpSpPr/>
              <p:nvPr/>
            </p:nvGrpSpPr>
            <p:grpSpPr>
              <a:xfrm>
                <a:off x="0" y="274538"/>
                <a:ext cx="9908413" cy="1347052"/>
                <a:chOff x="0" y="274538"/>
                <a:chExt cx="9908413" cy="1347052"/>
              </a:xfrm>
            </p:grpSpPr>
            <p:grpSp>
              <p:nvGrpSpPr>
                <p:cNvPr id="1107" name="Gruppieren 1106">
                  <a:extLst>
                    <a:ext uri="{FF2B5EF4-FFF2-40B4-BE49-F238E27FC236}">
                      <a16:creationId xmlns:a16="http://schemas.microsoft.com/office/drawing/2014/main" id="{09585E00-E71E-D135-CE00-8AD2A4F2DC38}"/>
                    </a:ext>
                  </a:extLst>
                </p:cNvPr>
                <p:cNvGrpSpPr/>
                <p:nvPr/>
              </p:nvGrpSpPr>
              <p:grpSpPr>
                <a:xfrm>
                  <a:off x="0" y="274538"/>
                  <a:ext cx="2520000" cy="1347052"/>
                  <a:chOff x="0" y="274538"/>
                  <a:chExt cx="2520000" cy="1347052"/>
                </a:xfrm>
              </p:grpSpPr>
              <p:pic>
                <p:nvPicPr>
                  <p:cNvPr id="11" name="Grafik 10">
                    <a:extLst>
                      <a:ext uri="{FF2B5EF4-FFF2-40B4-BE49-F238E27FC236}">
                        <a16:creationId xmlns:a16="http://schemas.microsoft.com/office/drawing/2014/main" id="{01D0B35D-B6EB-FAD3-E0D4-179F802006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0" y="327137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83" name="Textfeld 1082">
                    <a:extLst>
                      <a:ext uri="{FF2B5EF4-FFF2-40B4-BE49-F238E27FC236}">
                        <a16:creationId xmlns:a16="http://schemas.microsoft.com/office/drawing/2014/main" id="{BE263C99-3484-989D-6F8B-3CE02CFE293E}"/>
                      </a:ext>
                    </a:extLst>
                  </p:cNvPr>
                  <p:cNvSpPr txBox="1"/>
                  <p:nvPr/>
                </p:nvSpPr>
                <p:spPr>
                  <a:xfrm>
                    <a:off x="809556" y="274538"/>
                    <a:ext cx="900888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Groundtruth</a:t>
                    </a: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 HR</a:t>
                    </a:r>
                  </a:p>
                </p:txBody>
              </p:sp>
            </p:grpSp>
            <p:grpSp>
              <p:nvGrpSpPr>
                <p:cNvPr id="1108" name="Gruppieren 1107">
                  <a:extLst>
                    <a:ext uri="{FF2B5EF4-FFF2-40B4-BE49-F238E27FC236}">
                      <a16:creationId xmlns:a16="http://schemas.microsoft.com/office/drawing/2014/main" id="{FCE2E395-9A53-5A6D-954D-E2017091EFAC}"/>
                    </a:ext>
                  </a:extLst>
                </p:cNvPr>
                <p:cNvGrpSpPr/>
                <p:nvPr/>
              </p:nvGrpSpPr>
              <p:grpSpPr>
                <a:xfrm>
                  <a:off x="2462804" y="274538"/>
                  <a:ext cx="2520000" cy="1347052"/>
                  <a:chOff x="2377125" y="274538"/>
                  <a:chExt cx="2520000" cy="1347052"/>
                </a:xfrm>
              </p:grpSpPr>
              <p:pic>
                <p:nvPicPr>
                  <p:cNvPr id="13" name="Grafik 12">
                    <a:extLst>
                      <a:ext uri="{FF2B5EF4-FFF2-40B4-BE49-F238E27FC236}">
                        <a16:creationId xmlns:a16="http://schemas.microsoft.com/office/drawing/2014/main" id="{261A0A68-177D-6EF4-9BEB-926D580A7C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77125" y="327137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84" name="Textfeld 1083">
                    <a:extLst>
                      <a:ext uri="{FF2B5EF4-FFF2-40B4-BE49-F238E27FC236}">
                        <a16:creationId xmlns:a16="http://schemas.microsoft.com/office/drawing/2014/main" id="{69362635-ACC4-69D8-1F3D-C2BC47CBCEE8}"/>
                      </a:ext>
                    </a:extLst>
                  </p:cNvPr>
                  <p:cNvSpPr txBox="1"/>
                  <p:nvPr/>
                </p:nvSpPr>
                <p:spPr>
                  <a:xfrm>
                    <a:off x="3197902" y="274538"/>
                    <a:ext cx="878446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Groundtruth</a:t>
                    </a: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 LR</a:t>
                    </a:r>
                  </a:p>
                </p:txBody>
              </p:sp>
            </p:grpSp>
            <p:grpSp>
              <p:nvGrpSpPr>
                <p:cNvPr id="1109" name="Gruppieren 1108">
                  <a:extLst>
                    <a:ext uri="{FF2B5EF4-FFF2-40B4-BE49-F238E27FC236}">
                      <a16:creationId xmlns:a16="http://schemas.microsoft.com/office/drawing/2014/main" id="{F48B0020-70A7-497B-365E-D79633AA0F27}"/>
                    </a:ext>
                  </a:extLst>
                </p:cNvPr>
                <p:cNvGrpSpPr/>
                <p:nvPr/>
              </p:nvGrpSpPr>
              <p:grpSpPr>
                <a:xfrm>
                  <a:off x="4925608" y="274538"/>
                  <a:ext cx="2520000" cy="1347052"/>
                  <a:chOff x="4980725" y="274538"/>
                  <a:chExt cx="2520000" cy="1347052"/>
                </a:xfrm>
              </p:grpSpPr>
              <p:pic>
                <p:nvPicPr>
                  <p:cNvPr id="15" name="Grafik 14">
                    <a:extLst>
                      <a:ext uri="{FF2B5EF4-FFF2-40B4-BE49-F238E27FC236}">
                        <a16:creationId xmlns:a16="http://schemas.microsoft.com/office/drawing/2014/main" id="{BEDFCC8F-F5C2-56B9-5344-9228A4E3EF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80725" y="327137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85" name="Textfeld 1084">
                    <a:extLst>
                      <a:ext uri="{FF2B5EF4-FFF2-40B4-BE49-F238E27FC236}">
                        <a16:creationId xmlns:a16="http://schemas.microsoft.com/office/drawing/2014/main" id="{D6E81AA6-373C-25B0-DDCA-2C203738A89A}"/>
                      </a:ext>
                    </a:extLst>
                  </p:cNvPr>
                  <p:cNvSpPr txBox="1"/>
                  <p:nvPr/>
                </p:nvSpPr>
                <p:spPr>
                  <a:xfrm>
                    <a:off x="6027526" y="274538"/>
                    <a:ext cx="426399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Bilinear</a:t>
                    </a:r>
                  </a:p>
                </p:txBody>
              </p:sp>
            </p:grpSp>
            <p:grpSp>
              <p:nvGrpSpPr>
                <p:cNvPr id="1110" name="Gruppieren 1109">
                  <a:extLst>
                    <a:ext uri="{FF2B5EF4-FFF2-40B4-BE49-F238E27FC236}">
                      <a16:creationId xmlns:a16="http://schemas.microsoft.com/office/drawing/2014/main" id="{DFA02C9E-09B5-7F53-760B-BF3EBBA24E2A}"/>
                    </a:ext>
                  </a:extLst>
                </p:cNvPr>
                <p:cNvGrpSpPr/>
                <p:nvPr/>
              </p:nvGrpSpPr>
              <p:grpSpPr>
                <a:xfrm>
                  <a:off x="7388413" y="274538"/>
                  <a:ext cx="2520000" cy="1347052"/>
                  <a:chOff x="7388413" y="274538"/>
                  <a:chExt cx="2520000" cy="1347052"/>
                </a:xfrm>
              </p:grpSpPr>
              <p:pic>
                <p:nvPicPr>
                  <p:cNvPr id="17" name="Grafik 16">
                    <a:extLst>
                      <a:ext uri="{FF2B5EF4-FFF2-40B4-BE49-F238E27FC236}">
                        <a16:creationId xmlns:a16="http://schemas.microsoft.com/office/drawing/2014/main" id="{87409991-1527-C665-D443-8C916CC1F2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388413" y="327137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86" name="Textfeld 1085">
                    <a:extLst>
                      <a:ext uri="{FF2B5EF4-FFF2-40B4-BE49-F238E27FC236}">
                        <a16:creationId xmlns:a16="http://schemas.microsoft.com/office/drawing/2014/main" id="{E087F8E5-EB22-6B11-31BB-238096339549}"/>
                      </a:ext>
                    </a:extLst>
                  </p:cNvPr>
                  <p:cNvSpPr txBox="1"/>
                  <p:nvPr/>
                </p:nvSpPr>
                <p:spPr>
                  <a:xfrm>
                    <a:off x="8258082" y="274538"/>
                    <a:ext cx="780663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Bicubic spline</a:t>
                    </a:r>
                  </a:p>
                </p:txBody>
              </p:sp>
            </p:grpSp>
          </p:grpSp>
          <p:grpSp>
            <p:nvGrpSpPr>
              <p:cNvPr id="1118" name="Gruppieren 1117">
                <a:extLst>
                  <a:ext uri="{FF2B5EF4-FFF2-40B4-BE49-F238E27FC236}">
                    <a16:creationId xmlns:a16="http://schemas.microsoft.com/office/drawing/2014/main" id="{10519FB0-17A9-8636-9BA0-D7810862086C}"/>
                  </a:ext>
                </a:extLst>
              </p:cNvPr>
              <p:cNvGrpSpPr/>
              <p:nvPr/>
            </p:nvGrpSpPr>
            <p:grpSpPr>
              <a:xfrm>
                <a:off x="0" y="3248396"/>
                <a:ext cx="2520000" cy="1368912"/>
                <a:chOff x="0" y="3644636"/>
                <a:chExt cx="2520000" cy="1368912"/>
              </a:xfrm>
            </p:grpSpPr>
            <p:pic>
              <p:nvPicPr>
                <p:cNvPr id="1089" name="Grafik 1088">
                  <a:extLst>
                    <a:ext uri="{FF2B5EF4-FFF2-40B4-BE49-F238E27FC236}">
                      <a16:creationId xmlns:a16="http://schemas.microsoft.com/office/drawing/2014/main" id="{F6F0E300-DC9D-93E1-A312-27647120D4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3719095"/>
                  <a:ext cx="2520000" cy="1294453"/>
                </a:xfrm>
                <a:prstGeom prst="rect">
                  <a:avLst/>
                </a:prstGeom>
              </p:spPr>
            </p:pic>
            <p:sp>
              <p:nvSpPr>
                <p:cNvPr id="1090" name="Textfeld 1089">
                  <a:extLst>
                    <a:ext uri="{FF2B5EF4-FFF2-40B4-BE49-F238E27FC236}">
                      <a16:creationId xmlns:a16="http://schemas.microsoft.com/office/drawing/2014/main" id="{953FD46A-DA6D-535E-BFB9-900C4C56B51A}"/>
                    </a:ext>
                  </a:extLst>
                </p:cNvPr>
                <p:cNvSpPr txBox="1"/>
                <p:nvPr/>
              </p:nvSpPr>
              <p:spPr>
                <a:xfrm>
                  <a:off x="928179" y="3644636"/>
                  <a:ext cx="663643" cy="156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CNN-LSTM</a:t>
                  </a:r>
                </a:p>
              </p:txBody>
            </p:sp>
          </p:grpSp>
          <p:grpSp>
            <p:nvGrpSpPr>
              <p:cNvPr id="1119" name="Gruppieren 1118">
                <a:extLst>
                  <a:ext uri="{FF2B5EF4-FFF2-40B4-BE49-F238E27FC236}">
                    <a16:creationId xmlns:a16="http://schemas.microsoft.com/office/drawing/2014/main" id="{F03CFB3B-6BF4-E6A0-9A57-C8ACF5BA330F}"/>
                  </a:ext>
                </a:extLst>
              </p:cNvPr>
              <p:cNvGrpSpPr/>
              <p:nvPr/>
            </p:nvGrpSpPr>
            <p:grpSpPr>
              <a:xfrm>
                <a:off x="0" y="1762207"/>
                <a:ext cx="9908413" cy="1345573"/>
                <a:chOff x="0" y="1969447"/>
                <a:chExt cx="9908413" cy="1345573"/>
              </a:xfrm>
            </p:grpSpPr>
            <p:grpSp>
              <p:nvGrpSpPr>
                <p:cNvPr id="1117" name="Gruppieren 1116">
                  <a:extLst>
                    <a:ext uri="{FF2B5EF4-FFF2-40B4-BE49-F238E27FC236}">
                      <a16:creationId xmlns:a16="http://schemas.microsoft.com/office/drawing/2014/main" id="{9BBC8796-C153-5C3A-8B63-9A17F0B30273}"/>
                    </a:ext>
                  </a:extLst>
                </p:cNvPr>
                <p:cNvGrpSpPr/>
                <p:nvPr/>
              </p:nvGrpSpPr>
              <p:grpSpPr>
                <a:xfrm>
                  <a:off x="0" y="1969447"/>
                  <a:ext cx="2520000" cy="1345573"/>
                  <a:chOff x="0" y="1986736"/>
                  <a:chExt cx="2520000" cy="1345573"/>
                </a:xfrm>
              </p:grpSpPr>
              <p:pic>
                <p:nvPicPr>
                  <p:cNvPr id="19" name="Grafik 18">
                    <a:extLst>
                      <a:ext uri="{FF2B5EF4-FFF2-40B4-BE49-F238E27FC236}">
                        <a16:creationId xmlns:a16="http://schemas.microsoft.com/office/drawing/2014/main" id="{71647313-3DBC-E4A1-CF47-979100A725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0" y="2037856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87" name="Textfeld 1086">
                    <a:extLst>
                      <a:ext uri="{FF2B5EF4-FFF2-40B4-BE49-F238E27FC236}">
                        <a16:creationId xmlns:a16="http://schemas.microsoft.com/office/drawing/2014/main" id="{32DA4D58-D300-7953-C1D5-CC858D361F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374" y="1986736"/>
                    <a:ext cx="455253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SRGAN</a:t>
                    </a:r>
                  </a:p>
                </p:txBody>
              </p:sp>
            </p:grpSp>
            <p:grpSp>
              <p:nvGrpSpPr>
                <p:cNvPr id="1113" name="Gruppieren 1112">
                  <a:extLst>
                    <a:ext uri="{FF2B5EF4-FFF2-40B4-BE49-F238E27FC236}">
                      <a16:creationId xmlns:a16="http://schemas.microsoft.com/office/drawing/2014/main" id="{91739A36-9D80-5759-6317-FB0C02311EC1}"/>
                    </a:ext>
                  </a:extLst>
                </p:cNvPr>
                <p:cNvGrpSpPr/>
                <p:nvPr/>
              </p:nvGrpSpPr>
              <p:grpSpPr>
                <a:xfrm>
                  <a:off x="2462804" y="1973531"/>
                  <a:ext cx="2520000" cy="1337405"/>
                  <a:chOff x="2377125" y="1986736"/>
                  <a:chExt cx="2520000" cy="1337405"/>
                </a:xfrm>
              </p:grpSpPr>
              <p:pic>
                <p:nvPicPr>
                  <p:cNvPr id="1092" name="Grafik 1091">
                    <a:extLst>
                      <a:ext uri="{FF2B5EF4-FFF2-40B4-BE49-F238E27FC236}">
                        <a16:creationId xmlns:a16="http://schemas.microsoft.com/office/drawing/2014/main" id="{7F3C0B95-F8B6-6B09-5FE4-D3D55980AF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77125" y="2029688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97" name="Textfeld 1096">
                    <a:extLst>
                      <a:ext uri="{FF2B5EF4-FFF2-40B4-BE49-F238E27FC236}">
                        <a16:creationId xmlns:a16="http://schemas.microsoft.com/office/drawing/2014/main" id="{9126FEEB-D325-AA0E-6E5B-9680395C9BEA}"/>
                      </a:ext>
                    </a:extLst>
                  </p:cNvPr>
                  <p:cNvSpPr txBox="1"/>
                  <p:nvPr/>
                </p:nvSpPr>
                <p:spPr>
                  <a:xfrm>
                    <a:off x="3491252" y="1986736"/>
                    <a:ext cx="291747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UNet</a:t>
                    </a:r>
                    <a:endPara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114" name="Gruppieren 1113">
                  <a:extLst>
                    <a:ext uri="{FF2B5EF4-FFF2-40B4-BE49-F238E27FC236}">
                      <a16:creationId xmlns:a16="http://schemas.microsoft.com/office/drawing/2014/main" id="{421D6BCE-20BD-E294-5186-CBEF16A067C4}"/>
                    </a:ext>
                  </a:extLst>
                </p:cNvPr>
                <p:cNvGrpSpPr/>
                <p:nvPr/>
              </p:nvGrpSpPr>
              <p:grpSpPr>
                <a:xfrm>
                  <a:off x="4925608" y="1973531"/>
                  <a:ext cx="2520000" cy="1337405"/>
                  <a:chOff x="4980725" y="1986736"/>
                  <a:chExt cx="2520000" cy="1337405"/>
                </a:xfrm>
              </p:grpSpPr>
              <p:pic>
                <p:nvPicPr>
                  <p:cNvPr id="1094" name="Grafik 1093">
                    <a:extLst>
                      <a:ext uri="{FF2B5EF4-FFF2-40B4-BE49-F238E27FC236}">
                        <a16:creationId xmlns:a16="http://schemas.microsoft.com/office/drawing/2014/main" id="{F8A1AAA8-0402-F054-7C1A-07AD0C6FCB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80725" y="2029688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98" name="Textfeld 1097">
                    <a:extLst>
                      <a:ext uri="{FF2B5EF4-FFF2-40B4-BE49-F238E27FC236}">
                        <a16:creationId xmlns:a16="http://schemas.microsoft.com/office/drawing/2014/main" id="{F332AE1C-2959-52FA-5FEA-4ED98BC404FD}"/>
                      </a:ext>
                    </a:extLst>
                  </p:cNvPr>
                  <p:cNvSpPr txBox="1"/>
                  <p:nvPr/>
                </p:nvSpPr>
                <p:spPr>
                  <a:xfrm>
                    <a:off x="5874441" y="1986736"/>
                    <a:ext cx="732573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UNet</a:t>
                    </a: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 Fourier</a:t>
                    </a:r>
                  </a:p>
                </p:txBody>
              </p:sp>
            </p:grpSp>
            <p:grpSp>
              <p:nvGrpSpPr>
                <p:cNvPr id="1115" name="Gruppieren 1114">
                  <a:extLst>
                    <a:ext uri="{FF2B5EF4-FFF2-40B4-BE49-F238E27FC236}">
                      <a16:creationId xmlns:a16="http://schemas.microsoft.com/office/drawing/2014/main" id="{04A7D55E-A998-70C9-CBB1-DDC1DE712152}"/>
                    </a:ext>
                  </a:extLst>
                </p:cNvPr>
                <p:cNvGrpSpPr/>
                <p:nvPr/>
              </p:nvGrpSpPr>
              <p:grpSpPr>
                <a:xfrm>
                  <a:off x="7388413" y="1973531"/>
                  <a:ext cx="2520000" cy="1337405"/>
                  <a:chOff x="7388413" y="1986736"/>
                  <a:chExt cx="2520000" cy="1337405"/>
                </a:xfrm>
              </p:grpSpPr>
              <p:pic>
                <p:nvPicPr>
                  <p:cNvPr id="1096" name="Grafik 1095">
                    <a:extLst>
                      <a:ext uri="{FF2B5EF4-FFF2-40B4-BE49-F238E27FC236}">
                        <a16:creationId xmlns:a16="http://schemas.microsoft.com/office/drawing/2014/main" id="{BA88CF9A-D393-5653-6AF5-58FC6A6F2A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388413" y="2029688"/>
                    <a:ext cx="2520000" cy="1294453"/>
                  </a:xfrm>
                  <a:prstGeom prst="rect">
                    <a:avLst/>
                  </a:prstGeom>
                </p:spPr>
              </p:pic>
              <p:sp>
                <p:nvSpPr>
                  <p:cNvPr id="1099" name="Textfeld 1098">
                    <a:extLst>
                      <a:ext uri="{FF2B5EF4-FFF2-40B4-BE49-F238E27FC236}">
                        <a16:creationId xmlns:a16="http://schemas.microsoft.com/office/drawing/2014/main" id="{B1EA48BF-B603-96DB-F75B-AE2749EE66EB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077" y="1986736"/>
                    <a:ext cx="788678" cy="1561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indent="0" algn="ctr" defTabSz="914400" rtl="0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</a:pPr>
                    <a:r>
                      <a:rPr kumimoji="0" lang="en-GB" sz="10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UNet</a:t>
                    </a:r>
                    <a:r>
                      <a: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 Wavelet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70054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B1D1A-8413-1261-63E3-A56CBF46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3EF13E-F4DB-E43C-A02C-672CEDB1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86B73D-B437-F8AF-EB36-C5112E6D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56BA64-5C93-55E2-1A13-B029E0C9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F13A1C9-B3BE-0A75-8181-D170A55C29B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44F3225-ECC4-3C09-AA7D-14758B693A9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1A8BF4-A1FA-8409-7783-A818E46061C3}"/>
              </a:ext>
            </a:extLst>
          </p:cNvPr>
          <p:cNvSpPr/>
          <p:nvPr/>
        </p:nvSpPr>
        <p:spPr>
          <a:xfrm>
            <a:off x="419100" y="2240280"/>
            <a:ext cx="1623060" cy="1417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0412562-BA5A-FEF3-7FCF-1DC16064EF62}"/>
              </a:ext>
            </a:extLst>
          </p:cNvPr>
          <p:cNvSpPr/>
          <p:nvPr/>
        </p:nvSpPr>
        <p:spPr>
          <a:xfrm>
            <a:off x="2217420" y="2240280"/>
            <a:ext cx="1623060" cy="1417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AF0A4E-6251-6BAB-F52A-EF009D3CCE06}"/>
              </a:ext>
            </a:extLst>
          </p:cNvPr>
          <p:cNvSpPr/>
          <p:nvPr/>
        </p:nvSpPr>
        <p:spPr>
          <a:xfrm>
            <a:off x="4015740" y="2240280"/>
            <a:ext cx="162306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3D465B1-787C-8988-760F-1A36E23DA759}"/>
              </a:ext>
            </a:extLst>
          </p:cNvPr>
          <p:cNvSpPr/>
          <p:nvPr/>
        </p:nvSpPr>
        <p:spPr>
          <a:xfrm>
            <a:off x="5988051" y="2240280"/>
            <a:ext cx="1623060" cy="14173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5E3FAE-04EB-4F46-3056-6666D3E333AC}"/>
              </a:ext>
            </a:extLst>
          </p:cNvPr>
          <p:cNvSpPr/>
          <p:nvPr/>
        </p:nvSpPr>
        <p:spPr>
          <a:xfrm>
            <a:off x="7894296" y="2240280"/>
            <a:ext cx="162306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8A14C33-44BB-3016-F6AD-64891AD7C545}"/>
              </a:ext>
            </a:extLst>
          </p:cNvPr>
          <p:cNvSpPr/>
          <p:nvPr/>
        </p:nvSpPr>
        <p:spPr>
          <a:xfrm>
            <a:off x="419100" y="3792962"/>
            <a:ext cx="1623060" cy="1417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84DF204-DA97-7BCF-AEF8-4890DD78ECF5}"/>
              </a:ext>
            </a:extLst>
          </p:cNvPr>
          <p:cNvSpPr/>
          <p:nvPr/>
        </p:nvSpPr>
        <p:spPr>
          <a:xfrm>
            <a:off x="2217420" y="3792962"/>
            <a:ext cx="1623060" cy="1417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FF60438-D2FD-C94D-6A59-4E343FFAEE86}"/>
              </a:ext>
            </a:extLst>
          </p:cNvPr>
          <p:cNvSpPr/>
          <p:nvPr/>
        </p:nvSpPr>
        <p:spPr>
          <a:xfrm>
            <a:off x="4015740" y="3792962"/>
            <a:ext cx="1623060" cy="1417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9228D6E-3507-9018-1E2F-196B83F123EA}"/>
              </a:ext>
            </a:extLst>
          </p:cNvPr>
          <p:cNvSpPr/>
          <p:nvPr/>
        </p:nvSpPr>
        <p:spPr>
          <a:xfrm>
            <a:off x="5988051" y="3792962"/>
            <a:ext cx="1623060" cy="141732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4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209CB0-CE46-6EE5-854F-D6F559AE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6FEA-3FF6-494D-B706-4E23BBB1C80F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B79A20-DDC5-046C-5D66-112F1A03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F7FD04-8829-7AC3-001E-4423B274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B01802B-4CF3-E1B5-EFCA-7AD85267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966A97D-3236-10DE-0DD4-F6EAF5F8F88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D65EB86-FDDF-694A-BBE0-F0977E9063D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6FF191-ECC5-D66C-0D50-0B73A4AEEA66}"/>
              </a:ext>
            </a:extLst>
          </p:cNvPr>
          <p:cNvSpPr/>
          <p:nvPr/>
        </p:nvSpPr>
        <p:spPr>
          <a:xfrm>
            <a:off x="419100" y="2240280"/>
            <a:ext cx="1623060" cy="14173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7762F54-2B9F-2381-17BA-2E54C2E8C9AE}"/>
              </a:ext>
            </a:extLst>
          </p:cNvPr>
          <p:cNvSpPr/>
          <p:nvPr/>
        </p:nvSpPr>
        <p:spPr>
          <a:xfrm>
            <a:off x="2217420" y="2240280"/>
            <a:ext cx="1623060" cy="14173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D78736-21A5-E3AE-E9F4-7B8312354854}"/>
              </a:ext>
            </a:extLst>
          </p:cNvPr>
          <p:cNvSpPr/>
          <p:nvPr/>
        </p:nvSpPr>
        <p:spPr>
          <a:xfrm>
            <a:off x="4015740" y="2240280"/>
            <a:ext cx="1623060" cy="1417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45625F0-63B1-3A7D-342A-15F1AADCBBB9}"/>
              </a:ext>
            </a:extLst>
          </p:cNvPr>
          <p:cNvSpPr/>
          <p:nvPr/>
        </p:nvSpPr>
        <p:spPr>
          <a:xfrm>
            <a:off x="5988051" y="2240280"/>
            <a:ext cx="1623060" cy="1417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80D9C37-B71B-B760-01EF-227CD34C8E96}"/>
              </a:ext>
            </a:extLst>
          </p:cNvPr>
          <p:cNvSpPr/>
          <p:nvPr/>
        </p:nvSpPr>
        <p:spPr>
          <a:xfrm>
            <a:off x="7894296" y="2240280"/>
            <a:ext cx="1623060" cy="141732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6F44BEF-BEB7-3962-72CD-47D090C278BC}"/>
              </a:ext>
            </a:extLst>
          </p:cNvPr>
          <p:cNvSpPr/>
          <p:nvPr/>
        </p:nvSpPr>
        <p:spPr>
          <a:xfrm>
            <a:off x="594360" y="4251810"/>
            <a:ext cx="1623060" cy="1417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81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D2DB08-6BED-73C0-40AA-8B8A4E09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E38A-EB2B-4D3A-BA3A-60E064537934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136A7D-4AB5-7215-D9D9-9C979D89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65B37F-A4F0-9B11-1A75-8FCA3AEC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F105A6D-E891-0B22-D819-61630F4E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670E681-C237-E4B6-134D-FEE31B3114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5DE7680-3B70-545F-870D-524422E16E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EF12806-9454-6D3F-B000-32AAA5AD2576}"/>
              </a:ext>
            </a:extLst>
          </p:cNvPr>
          <p:cNvSpPr/>
          <p:nvPr/>
        </p:nvSpPr>
        <p:spPr>
          <a:xfrm>
            <a:off x="876300" y="2979420"/>
            <a:ext cx="1242060" cy="15468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F96E85D-1F71-7BE5-4E9B-7A23D91431EC}"/>
              </a:ext>
            </a:extLst>
          </p:cNvPr>
          <p:cNvSpPr/>
          <p:nvPr/>
        </p:nvSpPr>
        <p:spPr>
          <a:xfrm>
            <a:off x="2613105" y="2979420"/>
            <a:ext cx="1242060" cy="154686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B4AC2AB-CD6E-9F27-C59E-1B9415942DBA}"/>
              </a:ext>
            </a:extLst>
          </p:cNvPr>
          <p:cNvSpPr/>
          <p:nvPr/>
        </p:nvSpPr>
        <p:spPr>
          <a:xfrm>
            <a:off x="4236165" y="2903220"/>
            <a:ext cx="1242060" cy="15468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B5FC556-0AD2-05DF-9936-EE525C5304FC}"/>
              </a:ext>
            </a:extLst>
          </p:cNvPr>
          <p:cNvSpPr/>
          <p:nvPr/>
        </p:nvSpPr>
        <p:spPr>
          <a:xfrm>
            <a:off x="5859225" y="2903220"/>
            <a:ext cx="1242060" cy="15468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90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3C698E-0185-50D8-E0B5-9591541F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B5FE-3D26-4358-90F6-7AB9A5E1C9C0}" type="datetime4">
              <a:rPr lang="de-DE" smtClean="0"/>
              <a:t>27. Juni 2024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0315FE-5F01-9286-4BA9-51446464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0C2342-5F47-476B-B61C-410E96C0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594924-5462-C8B7-6C3F-08CB34DEB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BF403B-4D4A-5B77-5E35-7499EFC4AD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F692A9C-695F-1BF6-79CF-0E8FEB30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33725CF-11DC-D54D-57FC-6CC5C1CBBF0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48285EF-F4AB-877C-6355-09D376EDB7DB}"/>
              </a:ext>
            </a:extLst>
          </p:cNvPr>
          <p:cNvSpPr/>
          <p:nvPr/>
        </p:nvSpPr>
        <p:spPr>
          <a:xfrm>
            <a:off x="876300" y="2979420"/>
            <a:ext cx="1242060" cy="15468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C814394-7914-7871-4EDA-B053A2B7F226}"/>
              </a:ext>
            </a:extLst>
          </p:cNvPr>
          <p:cNvSpPr/>
          <p:nvPr/>
        </p:nvSpPr>
        <p:spPr>
          <a:xfrm>
            <a:off x="2613105" y="2979420"/>
            <a:ext cx="1242060" cy="1546860"/>
          </a:xfrm>
          <a:prstGeom prst="rect">
            <a:avLst/>
          </a:prstGeom>
          <a:solidFill>
            <a:srgbClr val="C75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7376698-77B6-A4DE-4F7A-BD39DD39B621}"/>
              </a:ext>
            </a:extLst>
          </p:cNvPr>
          <p:cNvSpPr/>
          <p:nvPr/>
        </p:nvSpPr>
        <p:spPr>
          <a:xfrm>
            <a:off x="4236165" y="2903220"/>
            <a:ext cx="1242060" cy="15468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57339E0-D2F8-6BD8-58C5-F2E87A2E6C5C}"/>
              </a:ext>
            </a:extLst>
          </p:cNvPr>
          <p:cNvSpPr/>
          <p:nvPr/>
        </p:nvSpPr>
        <p:spPr>
          <a:xfrm>
            <a:off x="5859225" y="2903220"/>
            <a:ext cx="1242060" cy="154686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001272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Philosophische Fakultät und Fachbereich Theologie">
  <a:themeElements>
    <a:clrScheme name="FAU - Orange">
      <a:dk1>
        <a:sysClr val="windowText" lastClr="000000"/>
      </a:dk1>
      <a:lt1>
        <a:srgbClr val="FFFFFF"/>
      </a:lt1>
      <a:dk2>
        <a:srgbClr val="FDB735"/>
      </a:dk2>
      <a:lt2>
        <a:srgbClr val="FFFFFF"/>
      </a:lt2>
      <a:accent1>
        <a:srgbClr val="7F7F7F"/>
      </a:accent1>
      <a:accent2>
        <a:srgbClr val="963B2F"/>
      </a:accent2>
      <a:accent3>
        <a:srgbClr val="E46D41"/>
      </a:accent3>
      <a:accent4>
        <a:srgbClr val="FDB735"/>
      </a:accent4>
      <a:accent5>
        <a:srgbClr val="EEDBAC"/>
      </a:accent5>
      <a:accent6>
        <a:srgbClr val="C7C7C7"/>
      </a:accent6>
      <a:hlink>
        <a:srgbClr val="E46D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U - Rechts- und Wirtschaftswissenschaftliche Fakultät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U - Medizinische Fakultät">
  <a:themeElements>
    <a:clrScheme name="FAU - Blau">
      <a:dk1>
        <a:sysClr val="windowText" lastClr="000000"/>
      </a:dk1>
      <a:lt1>
        <a:srgbClr val="FFFFFF"/>
      </a:lt1>
      <a:dk2>
        <a:srgbClr val="18B4F1"/>
      </a:dk2>
      <a:lt2>
        <a:srgbClr val="FFFFFF"/>
      </a:lt2>
      <a:accent1>
        <a:srgbClr val="7F7F7F"/>
      </a:accent1>
      <a:accent2>
        <a:srgbClr val="003E61"/>
      </a:accent2>
      <a:accent3>
        <a:srgbClr val="005287"/>
      </a:accent3>
      <a:accent4>
        <a:srgbClr val="18B4F1"/>
      </a:accent4>
      <a:accent5>
        <a:srgbClr val="9CC9E4"/>
      </a:accent5>
      <a:accent6>
        <a:srgbClr val="C7C7C7"/>
      </a:accent6>
      <a:hlink>
        <a:srgbClr val="005287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U - Naturwissenschaftliche Fakultät">
  <a:themeElements>
    <a:clrScheme name="FAU - Grün">
      <a:dk1>
        <a:sysClr val="windowText" lastClr="000000"/>
      </a:dk1>
      <a:lt1>
        <a:srgbClr val="FFFFFF"/>
      </a:lt1>
      <a:dk2>
        <a:srgbClr val="7BB725"/>
      </a:dk2>
      <a:lt2>
        <a:srgbClr val="FFFFFF"/>
      </a:lt2>
      <a:accent1>
        <a:srgbClr val="7F7F7F"/>
      </a:accent1>
      <a:accent2>
        <a:srgbClr val="14462D"/>
      </a:accent2>
      <a:accent3>
        <a:srgbClr val="266141"/>
      </a:accent3>
      <a:accent4>
        <a:srgbClr val="7BB725"/>
      </a:accent4>
      <a:accent5>
        <a:srgbClr val="B0CCBF"/>
      </a:accent5>
      <a:accent6>
        <a:srgbClr val="C7C7C7"/>
      </a:accent6>
      <a:hlink>
        <a:srgbClr val="2661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1A7FE3-81F7-4596-A188-3EE8D4188E1F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fb85ab14-7e8c-4c52-9b70-946b4c29b102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484bbf3a-33cc-4cbe-8ce2-0ccc6fd65326"/>
  </ds:schemaRefs>
</ds:datastoreItem>
</file>

<file path=customXml/itemProps2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Breitbild</PresentationFormat>
  <Paragraphs>338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 Math</vt:lpstr>
      <vt:lpstr>Symbol</vt:lpstr>
      <vt:lpstr>FAU - Philosophische Fakultät und Fachbereich Theologie</vt:lpstr>
      <vt:lpstr>FAU - Rechts- und Wirtschaftswissenschaftliche Fakultät</vt:lpstr>
      <vt:lpstr>FAU - Medizinische Fakultät</vt:lpstr>
      <vt:lpstr>FAU - Naturwissenschaftliche Fakultät</vt:lpstr>
      <vt:lpstr>FAU - Technische Fakultät</vt:lpstr>
      <vt:lpstr>PowerPoint-Präsentation</vt:lpstr>
      <vt:lpstr>PowerPoint-Präsentation</vt:lpstr>
      <vt:lpstr>Generator 1</vt:lpstr>
      <vt:lpstr>Discriminator</vt:lpstr>
      <vt:lpstr>Unet</vt:lpstr>
      <vt:lpstr>Unet - Fourier</vt:lpstr>
      <vt:lpstr>Unet - Wavelet</vt:lpstr>
      <vt:lpstr>LSTM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Kloos, Janina</cp:lastModifiedBy>
  <cp:revision>146</cp:revision>
  <dcterms:created xsi:type="dcterms:W3CDTF">2021-11-18T07:49:57Z</dcterms:created>
  <dcterms:modified xsi:type="dcterms:W3CDTF">2024-06-27T17:40:00Z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