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2.xml" ContentType="application/vnd.openxmlformats-officedocument.theme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3.xml" ContentType="application/vnd.openxmlformats-officedocument.theme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theme/theme4.xml" ContentType="application/vnd.openxmlformats-officedocument.theme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93" r:id="rId5"/>
    <p:sldMasterId id="2147483714" r:id="rId6"/>
    <p:sldMasterId id="2147483735" r:id="rId7"/>
    <p:sldMasterId id="2147483756" r:id="rId8"/>
  </p:sldMasterIdLst>
  <p:notesMasterIdLst>
    <p:notesMasterId r:id="rId23"/>
  </p:notesMasterIdLst>
  <p:handoutMasterIdLst>
    <p:handoutMasterId r:id="rId24"/>
  </p:handoutMasterIdLst>
  <p:sldIdLst>
    <p:sldId id="258" r:id="rId9"/>
    <p:sldId id="259" r:id="rId10"/>
    <p:sldId id="264" r:id="rId11"/>
    <p:sldId id="277" r:id="rId12"/>
    <p:sldId id="270" r:id="rId13"/>
    <p:sldId id="272" r:id="rId14"/>
    <p:sldId id="278" r:id="rId15"/>
    <p:sldId id="279" r:id="rId16"/>
    <p:sldId id="282" r:id="rId17"/>
    <p:sldId id="275" r:id="rId18"/>
    <p:sldId id="265" r:id="rId19"/>
    <p:sldId id="262" r:id="rId20"/>
    <p:sldId id="263" r:id="rId21"/>
    <p:sldId id="267" r:id="rId2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B735"/>
    <a:srgbClr val="C75B4C"/>
    <a:srgbClr val="5DC08A"/>
    <a:srgbClr val="2B9861"/>
    <a:srgbClr val="EFA78D"/>
    <a:srgbClr val="8C9FB1"/>
    <a:srgbClr val="0431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53" autoAdjust="0"/>
    <p:restoredTop sz="93595" autoAdjust="0"/>
  </p:normalViewPr>
  <p:slideViewPr>
    <p:cSldViewPr snapToGrid="0" showGuides="1">
      <p:cViewPr>
        <p:scale>
          <a:sx n="125" d="100"/>
          <a:sy n="125" d="100"/>
        </p:scale>
        <p:origin x="834" y="630"/>
      </p:cViewPr>
      <p:guideLst/>
    </p:cSldViewPr>
  </p:slideViewPr>
  <p:outlineViewPr>
    <p:cViewPr>
      <p:scale>
        <a:sx n="33" d="100"/>
        <a:sy n="33" d="100"/>
      </p:scale>
      <p:origin x="0" y="-2784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 snapToGrid="0" showGuides="1">
      <p:cViewPr varScale="1">
        <p:scale>
          <a:sx n="80" d="100"/>
          <a:sy n="80" d="100"/>
        </p:scale>
        <p:origin x="391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3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8.xml"/><Relationship Id="rId20" Type="http://schemas.openxmlformats.org/officeDocument/2006/relationships/slide" Target="slides/slide12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24" Type="http://schemas.openxmlformats.org/officeDocument/2006/relationships/handoutMaster" Target="handoutMasters/handout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7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2.xml"/><Relationship Id="rId19" Type="http://schemas.openxmlformats.org/officeDocument/2006/relationships/slide" Target="slides/slide1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slide" Target="slides/slide14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02C9555C-46DE-4406-8ABE-45349F5208F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4F3B590-57A4-4D61-9607-3C2EA36AB18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8CE87A-16FF-4C7D-8292-0CB980715C8B}" type="datetimeFigureOut">
              <a:rPr lang="de-DE" smtClean="0"/>
              <a:t>09.06.2024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C6DC5A1-1CCC-484A-AB24-DCA2F05D59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4041CFA-48F6-4759-86C7-790FC637E93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52F6222-CCA6-4FA7-88E0-B7BAE53645A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183288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ECA62E-2216-4960-A875-4D2633F4A404}" type="datetimeFigureOut">
              <a:rPr lang="de-DE" smtClean="0"/>
              <a:t>09.06.2024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F93703-73BA-47D5-8B02-C172375928D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33144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bild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platzhalter 167">
            <a:extLst>
              <a:ext uri="{FF2B5EF4-FFF2-40B4-BE49-F238E27FC236}">
                <a16:creationId xmlns:a16="http://schemas.microsoft.com/office/drawing/2014/main" id="{91CA67B1-C872-42F5-99A5-C31B319F69A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1628775"/>
            <a:ext cx="12192000" cy="5229225"/>
          </a:xfrm>
          <a:gradFill>
            <a:gsLst>
              <a:gs pos="50000">
                <a:schemeClr val="accent4">
                  <a:alpha val="50000"/>
                </a:schemeClr>
              </a:gs>
              <a:gs pos="5000">
                <a:schemeClr val="accent4"/>
              </a:gs>
              <a:gs pos="100000">
                <a:schemeClr val="accent4">
                  <a:alpha val="20000"/>
                </a:schemeClr>
              </a:gs>
            </a:gsLst>
            <a:lin ang="5400000" scaled="1"/>
          </a:gradFill>
        </p:spPr>
        <p:txBody>
          <a:bodyPr vert="horz" wrap="square" lIns="540000" tIns="1188000" rIns="0" bIns="0" rtlCol="0" anchor="t" anchorCtr="0">
            <a:noAutofit/>
          </a:bodyPr>
          <a:lstStyle>
            <a:lvl1pPr>
              <a:defRPr lang="de-DE" sz="4000" b="1" dirty="0"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 </a:t>
            </a:r>
          </a:p>
        </p:txBody>
      </p:sp>
      <p:sp>
        <p:nvSpPr>
          <p:cNvPr id="165" name="Bildplatzhalter 60">
            <a:extLst>
              <a:ext uri="{FF2B5EF4-FFF2-40B4-BE49-F238E27FC236}">
                <a16:creationId xmlns:a16="http://schemas.microsoft.com/office/drawing/2014/main" id="{F018B551-27B5-4B00-BF39-7527999917A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628775"/>
            <a:ext cx="12192000" cy="5229226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r>
              <a:rPr lang="de-DE" dirty="0"/>
              <a:t>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C1DC1BF-B7B9-4143-AFEB-7D1D6C73E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0163" y="2913731"/>
            <a:ext cx="4979505" cy="1030539"/>
          </a:xfrm>
        </p:spPr>
        <p:txBody>
          <a:bodyPr wrap="none" tIns="0" rIns="0"/>
          <a:lstStyle>
            <a:lvl1pPr algn="l">
              <a:lnSpc>
                <a:spcPct val="110000"/>
              </a:lnSpc>
              <a:defRPr sz="6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Willkommen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929994FB-5DBF-40C3-99B7-BCB45F80FCBA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DB0B422D-422E-4796-8EA3-E0C93BC35646}"/>
              </a:ext>
            </a:extLst>
          </p:cNvPr>
          <p:cNvSpPr/>
          <p:nvPr/>
        </p:nvSpPr>
        <p:spPr>
          <a:xfrm>
            <a:off x="10056938" y="300703"/>
            <a:ext cx="1619125" cy="618155"/>
          </a:xfrm>
          <a:custGeom>
            <a:avLst/>
            <a:gdLst>
              <a:gd name="connsiteX0" fmla="*/ 0 w 1456912"/>
              <a:gd name="connsiteY0" fmla="*/ 51854 h 556225"/>
              <a:gd name="connsiteX1" fmla="*/ 28188 w 1456912"/>
              <a:gd name="connsiteY1" fmla="*/ 23666 h 556225"/>
              <a:gd name="connsiteX2" fmla="*/ 28188 w 1456912"/>
              <a:gd name="connsiteY2" fmla="*/ 535557 h 556225"/>
              <a:gd name="connsiteX3" fmla="*/ 0 w 1456912"/>
              <a:gd name="connsiteY3" fmla="*/ 535557 h 556225"/>
              <a:gd name="connsiteX4" fmla="*/ 0 w 1456912"/>
              <a:gd name="connsiteY4" fmla="*/ 51854 h 556225"/>
              <a:gd name="connsiteX5" fmla="*/ 84564 w 1456912"/>
              <a:gd name="connsiteY5" fmla="*/ 28188 h 556225"/>
              <a:gd name="connsiteX6" fmla="*/ 422811 w 1456912"/>
              <a:gd name="connsiteY6" fmla="*/ 28188 h 556225"/>
              <a:gd name="connsiteX7" fmla="*/ 422811 w 1456912"/>
              <a:gd name="connsiteY7" fmla="*/ 0 h 556225"/>
              <a:gd name="connsiteX8" fmla="*/ 56376 w 1456912"/>
              <a:gd name="connsiteY8" fmla="*/ 0 h 556225"/>
              <a:gd name="connsiteX9" fmla="*/ 56376 w 1456912"/>
              <a:gd name="connsiteY9" fmla="*/ 338244 h 556225"/>
              <a:gd name="connsiteX10" fmla="*/ 367711 w 1456912"/>
              <a:gd name="connsiteY10" fmla="*/ 338244 h 556225"/>
              <a:gd name="connsiteX11" fmla="*/ 367711 w 1456912"/>
              <a:gd name="connsiteY11" fmla="*/ 310062 h 556225"/>
              <a:gd name="connsiteX12" fmla="*/ 84564 w 1456912"/>
              <a:gd name="connsiteY12" fmla="*/ 310062 h 556225"/>
              <a:gd name="connsiteX13" fmla="*/ 84564 w 1456912"/>
              <a:gd name="connsiteY13" fmla="*/ 28188 h 556225"/>
              <a:gd name="connsiteX14" fmla="*/ 410152 w 1456912"/>
              <a:gd name="connsiteY14" fmla="*/ 253686 h 556225"/>
              <a:gd name="connsiteX15" fmla="*/ 140937 w 1456912"/>
              <a:gd name="connsiteY15" fmla="*/ 253686 h 556225"/>
              <a:gd name="connsiteX16" fmla="*/ 140937 w 1456912"/>
              <a:gd name="connsiteY16" fmla="*/ 140940 h 556225"/>
              <a:gd name="connsiteX17" fmla="*/ 371171 w 1456912"/>
              <a:gd name="connsiteY17" fmla="*/ 140940 h 556225"/>
              <a:gd name="connsiteX18" fmla="*/ 399359 w 1456912"/>
              <a:gd name="connsiteY18" fmla="*/ 112752 h 556225"/>
              <a:gd name="connsiteX19" fmla="*/ 140937 w 1456912"/>
              <a:gd name="connsiteY19" fmla="*/ 112752 h 556225"/>
              <a:gd name="connsiteX20" fmla="*/ 140937 w 1456912"/>
              <a:gd name="connsiteY20" fmla="*/ 84564 h 556225"/>
              <a:gd name="connsiteX21" fmla="*/ 422811 w 1456912"/>
              <a:gd name="connsiteY21" fmla="*/ 84564 h 556225"/>
              <a:gd name="connsiteX22" fmla="*/ 422811 w 1456912"/>
              <a:gd name="connsiteY22" fmla="*/ 56376 h 556225"/>
              <a:gd name="connsiteX23" fmla="*/ 112749 w 1456912"/>
              <a:gd name="connsiteY23" fmla="*/ 56376 h 556225"/>
              <a:gd name="connsiteX24" fmla="*/ 112749 w 1456912"/>
              <a:gd name="connsiteY24" fmla="*/ 281874 h 556225"/>
              <a:gd name="connsiteX25" fmla="*/ 382334 w 1456912"/>
              <a:gd name="connsiteY25" fmla="*/ 281874 h 556225"/>
              <a:gd name="connsiteX26" fmla="*/ 410152 w 1456912"/>
              <a:gd name="connsiteY26" fmla="*/ 253686 h 556225"/>
              <a:gd name="connsiteX27" fmla="*/ 56376 w 1456912"/>
              <a:gd name="connsiteY27" fmla="*/ 535557 h 556225"/>
              <a:gd name="connsiteX28" fmla="*/ 84564 w 1456912"/>
              <a:gd name="connsiteY28" fmla="*/ 535557 h 556225"/>
              <a:gd name="connsiteX29" fmla="*/ 84564 w 1456912"/>
              <a:gd name="connsiteY29" fmla="*/ 394620 h 556225"/>
              <a:gd name="connsiteX30" fmla="*/ 112752 w 1456912"/>
              <a:gd name="connsiteY30" fmla="*/ 394620 h 556225"/>
              <a:gd name="connsiteX31" fmla="*/ 112752 w 1456912"/>
              <a:gd name="connsiteY31" fmla="*/ 511890 h 556225"/>
              <a:gd name="connsiteX32" fmla="*/ 140940 w 1456912"/>
              <a:gd name="connsiteY32" fmla="*/ 483705 h 556225"/>
              <a:gd name="connsiteX33" fmla="*/ 140940 w 1456912"/>
              <a:gd name="connsiteY33" fmla="*/ 394620 h 556225"/>
              <a:gd name="connsiteX34" fmla="*/ 367714 w 1456912"/>
              <a:gd name="connsiteY34" fmla="*/ 394620 h 556225"/>
              <a:gd name="connsiteX35" fmla="*/ 367714 w 1456912"/>
              <a:gd name="connsiteY35" fmla="*/ 366435 h 556225"/>
              <a:gd name="connsiteX36" fmla="*/ 56376 w 1456912"/>
              <a:gd name="connsiteY36" fmla="*/ 366435 h 556225"/>
              <a:gd name="connsiteX37" fmla="*/ 56376 w 1456912"/>
              <a:gd name="connsiteY37" fmla="*/ 535557 h 556225"/>
              <a:gd name="connsiteX38" fmla="*/ 1428724 w 1456912"/>
              <a:gd name="connsiteY38" fmla="*/ 0 h 556225"/>
              <a:gd name="connsiteX39" fmla="*/ 1428724 w 1456912"/>
              <a:gd name="connsiteY39" fmla="*/ 324156 h 556225"/>
              <a:gd name="connsiteX40" fmla="*/ 1316539 w 1456912"/>
              <a:gd name="connsiteY40" fmla="*/ 514089 h 556225"/>
              <a:gd name="connsiteX41" fmla="*/ 1315903 w 1456912"/>
              <a:gd name="connsiteY41" fmla="*/ 513258 h 556225"/>
              <a:gd name="connsiteX42" fmla="*/ 1400536 w 1456912"/>
              <a:gd name="connsiteY42" fmla="*/ 351869 h 556225"/>
              <a:gd name="connsiteX43" fmla="*/ 1400536 w 1456912"/>
              <a:gd name="connsiteY43" fmla="*/ 3 h 556225"/>
              <a:gd name="connsiteX44" fmla="*/ 1372348 w 1456912"/>
              <a:gd name="connsiteY44" fmla="*/ 3 h 556225"/>
              <a:gd name="connsiteX45" fmla="*/ 1372348 w 1456912"/>
              <a:gd name="connsiteY45" fmla="*/ 351400 h 556225"/>
              <a:gd name="connsiteX46" fmla="*/ 1189132 w 1456912"/>
              <a:gd name="connsiteY46" fmla="*/ 528510 h 556225"/>
              <a:gd name="connsiteX47" fmla="*/ 1005916 w 1456912"/>
              <a:gd name="connsiteY47" fmla="*/ 351400 h 556225"/>
              <a:gd name="connsiteX48" fmla="*/ 1005916 w 1456912"/>
              <a:gd name="connsiteY48" fmla="*/ 23666 h 556225"/>
              <a:gd name="connsiteX49" fmla="*/ 977728 w 1456912"/>
              <a:gd name="connsiteY49" fmla="*/ 51854 h 556225"/>
              <a:gd name="connsiteX50" fmla="*/ 977728 w 1456912"/>
              <a:gd name="connsiteY50" fmla="*/ 351869 h 556225"/>
              <a:gd name="connsiteX51" fmla="*/ 1189132 w 1456912"/>
              <a:gd name="connsiteY51" fmla="*/ 556226 h 556225"/>
              <a:gd name="connsiteX52" fmla="*/ 1217320 w 1456912"/>
              <a:gd name="connsiteY52" fmla="*/ 556226 h 556225"/>
              <a:gd name="connsiteX53" fmla="*/ 1456912 w 1456912"/>
              <a:gd name="connsiteY53" fmla="*/ 324566 h 556225"/>
              <a:gd name="connsiteX54" fmla="*/ 1456912 w 1456912"/>
              <a:gd name="connsiteY54" fmla="*/ 0 h 556225"/>
              <a:gd name="connsiteX55" fmla="*/ 1428724 w 1456912"/>
              <a:gd name="connsiteY55" fmla="*/ 0 h 556225"/>
              <a:gd name="connsiteX56" fmla="*/ 1189132 w 1456912"/>
              <a:gd name="connsiteY56" fmla="*/ 500322 h 556225"/>
              <a:gd name="connsiteX57" fmla="*/ 1344160 w 1456912"/>
              <a:gd name="connsiteY57" fmla="*/ 351400 h 556225"/>
              <a:gd name="connsiteX58" fmla="*/ 1344160 w 1456912"/>
              <a:gd name="connsiteY58" fmla="*/ 351400 h 556225"/>
              <a:gd name="connsiteX59" fmla="*/ 1344160 w 1456912"/>
              <a:gd name="connsiteY59" fmla="*/ 23666 h 556225"/>
              <a:gd name="connsiteX60" fmla="*/ 1315972 w 1456912"/>
              <a:gd name="connsiteY60" fmla="*/ 51854 h 556225"/>
              <a:gd name="connsiteX61" fmla="*/ 1315972 w 1456912"/>
              <a:gd name="connsiteY61" fmla="*/ 324153 h 556225"/>
              <a:gd name="connsiteX62" fmla="*/ 1217317 w 1456912"/>
              <a:gd name="connsiteY62" fmla="*/ 415761 h 556225"/>
              <a:gd name="connsiteX63" fmla="*/ 1118662 w 1456912"/>
              <a:gd name="connsiteY63" fmla="*/ 324153 h 556225"/>
              <a:gd name="connsiteX64" fmla="*/ 1118662 w 1456912"/>
              <a:gd name="connsiteY64" fmla="*/ 3 h 556225"/>
              <a:gd name="connsiteX65" fmla="*/ 1090474 w 1456912"/>
              <a:gd name="connsiteY65" fmla="*/ 3 h 556225"/>
              <a:gd name="connsiteX66" fmla="*/ 1090474 w 1456912"/>
              <a:gd name="connsiteY66" fmla="*/ 324156 h 556225"/>
              <a:gd name="connsiteX67" fmla="*/ 1217317 w 1456912"/>
              <a:gd name="connsiteY67" fmla="*/ 443951 h 556225"/>
              <a:gd name="connsiteX68" fmla="*/ 1304349 w 1456912"/>
              <a:gd name="connsiteY68" fmla="*/ 404889 h 556225"/>
              <a:gd name="connsiteX69" fmla="*/ 1304982 w 1456912"/>
              <a:gd name="connsiteY69" fmla="*/ 405720 h 556225"/>
              <a:gd name="connsiteX70" fmla="*/ 1189129 w 1456912"/>
              <a:gd name="connsiteY70" fmla="*/ 472139 h 556225"/>
              <a:gd name="connsiteX71" fmla="*/ 1062303 w 1456912"/>
              <a:gd name="connsiteY71" fmla="*/ 352344 h 556225"/>
              <a:gd name="connsiteX72" fmla="*/ 1062286 w 1456912"/>
              <a:gd name="connsiteY72" fmla="*/ 352344 h 556225"/>
              <a:gd name="connsiteX73" fmla="*/ 1062286 w 1456912"/>
              <a:gd name="connsiteY73" fmla="*/ 3 h 556225"/>
              <a:gd name="connsiteX74" fmla="*/ 1034098 w 1456912"/>
              <a:gd name="connsiteY74" fmla="*/ 3 h 556225"/>
              <a:gd name="connsiteX75" fmla="*/ 1034098 w 1456912"/>
              <a:gd name="connsiteY75" fmla="*/ 352341 h 556225"/>
              <a:gd name="connsiteX76" fmla="*/ 1034113 w 1456912"/>
              <a:gd name="connsiteY76" fmla="*/ 352341 h 556225"/>
              <a:gd name="connsiteX77" fmla="*/ 1189132 w 1456912"/>
              <a:gd name="connsiteY77" fmla="*/ 500322 h 556225"/>
              <a:gd name="connsiteX78" fmla="*/ 562774 w 1456912"/>
              <a:gd name="connsiteY78" fmla="*/ 366435 h 556225"/>
              <a:gd name="connsiteX79" fmla="*/ 491494 w 1456912"/>
              <a:gd name="connsiteY79" fmla="*/ 535557 h 556225"/>
              <a:gd name="connsiteX80" fmla="*/ 519684 w 1456912"/>
              <a:gd name="connsiteY80" fmla="*/ 535554 h 556225"/>
              <a:gd name="connsiteX81" fmla="*/ 519682 w 1456912"/>
              <a:gd name="connsiteY81" fmla="*/ 535557 h 556225"/>
              <a:gd name="connsiteX82" fmla="*/ 519684 w 1456912"/>
              <a:gd name="connsiteY82" fmla="*/ 535557 h 556225"/>
              <a:gd name="connsiteX83" fmla="*/ 555322 w 1456912"/>
              <a:gd name="connsiteY83" fmla="*/ 450996 h 556225"/>
              <a:gd name="connsiteX84" fmla="*/ 794138 w 1456912"/>
              <a:gd name="connsiteY84" fmla="*/ 450996 h 556225"/>
              <a:gd name="connsiteX85" fmla="*/ 829744 w 1456912"/>
              <a:gd name="connsiteY85" fmla="*/ 535557 h 556225"/>
              <a:gd name="connsiteX86" fmla="*/ 857932 w 1456912"/>
              <a:gd name="connsiteY86" fmla="*/ 535557 h 556225"/>
              <a:gd name="connsiteX87" fmla="*/ 810457 w 1456912"/>
              <a:gd name="connsiteY87" fmla="*/ 422808 h 556225"/>
              <a:gd name="connsiteX88" fmla="*/ 567200 w 1456912"/>
              <a:gd name="connsiteY88" fmla="*/ 422808 h 556225"/>
              <a:gd name="connsiteX89" fmla="*/ 579078 w 1456912"/>
              <a:gd name="connsiteY89" fmla="*/ 394620 h 556225"/>
              <a:gd name="connsiteX90" fmla="*/ 826776 w 1456912"/>
              <a:gd name="connsiteY90" fmla="*/ 394620 h 556225"/>
              <a:gd name="connsiteX91" fmla="*/ 886120 w 1456912"/>
              <a:gd name="connsiteY91" fmla="*/ 535557 h 556225"/>
              <a:gd name="connsiteX92" fmla="*/ 914308 w 1456912"/>
              <a:gd name="connsiteY92" fmla="*/ 535557 h 556225"/>
              <a:gd name="connsiteX93" fmla="*/ 843097 w 1456912"/>
              <a:gd name="connsiteY93" fmla="*/ 366435 h 556225"/>
              <a:gd name="connsiteX94" fmla="*/ 562774 w 1456912"/>
              <a:gd name="connsiteY94" fmla="*/ 366435 h 556225"/>
              <a:gd name="connsiteX95" fmla="*/ 604248 w 1456912"/>
              <a:gd name="connsiteY95" fmla="*/ 0 h 556225"/>
              <a:gd name="connsiteX96" fmla="*/ 397091 w 1456912"/>
              <a:gd name="connsiteY96" fmla="*/ 491374 h 556225"/>
              <a:gd name="connsiteX97" fmla="*/ 415032 w 1456912"/>
              <a:gd name="connsiteY97" fmla="*/ 515732 h 556225"/>
              <a:gd name="connsiteX98" fmla="*/ 632437 w 1456912"/>
              <a:gd name="connsiteY98" fmla="*/ 0 h 556225"/>
              <a:gd name="connsiteX99" fmla="*/ 604248 w 1456912"/>
              <a:gd name="connsiteY99" fmla="*/ 0 h 556225"/>
              <a:gd name="connsiteX100" fmla="*/ 716998 w 1456912"/>
              <a:gd name="connsiteY100" fmla="*/ 3 h 556225"/>
              <a:gd name="connsiteX101" fmla="*/ 934130 w 1456912"/>
              <a:gd name="connsiteY101" fmla="*/ 515735 h 556225"/>
              <a:gd name="connsiteX102" fmla="*/ 952028 w 1456912"/>
              <a:gd name="connsiteY102" fmla="*/ 491377 h 556225"/>
              <a:gd name="connsiteX103" fmla="*/ 745186 w 1456912"/>
              <a:gd name="connsiteY103" fmla="*/ 3 h 556225"/>
              <a:gd name="connsiteX104" fmla="*/ 716998 w 1456912"/>
              <a:gd name="connsiteY104" fmla="*/ 3 h 556225"/>
              <a:gd name="connsiteX105" fmla="*/ 546409 w 1456912"/>
              <a:gd name="connsiteY105" fmla="*/ 338247 h 556225"/>
              <a:gd name="connsiteX106" fmla="*/ 463042 w 1456912"/>
              <a:gd name="connsiteY106" fmla="*/ 535557 h 556225"/>
              <a:gd name="connsiteX107" fmla="*/ 434854 w 1456912"/>
              <a:gd name="connsiteY107" fmla="*/ 535557 h 556225"/>
              <a:gd name="connsiteX108" fmla="*/ 646528 w 1456912"/>
              <a:gd name="connsiteY108" fmla="*/ 33467 h 556225"/>
              <a:gd name="connsiteX109" fmla="*/ 762988 w 1456912"/>
              <a:gd name="connsiteY109" fmla="*/ 310059 h 556225"/>
              <a:gd name="connsiteX110" fmla="*/ 791176 w 1456912"/>
              <a:gd name="connsiteY110" fmla="*/ 310059 h 556225"/>
              <a:gd name="connsiteX111" fmla="*/ 660624 w 1456912"/>
              <a:gd name="connsiteY111" fmla="*/ 3 h 556225"/>
              <a:gd name="connsiteX112" fmla="*/ 688812 w 1456912"/>
              <a:gd name="connsiteY112" fmla="*/ 3 h 556225"/>
              <a:gd name="connsiteX113" fmla="*/ 831231 w 1456912"/>
              <a:gd name="connsiteY113" fmla="*/ 338247 h 556225"/>
              <a:gd name="connsiteX114" fmla="*/ 546409 w 1456912"/>
              <a:gd name="connsiteY114" fmla="*/ 338247 h 556225"/>
              <a:gd name="connsiteX115" fmla="*/ 674788 w 1456912"/>
              <a:gd name="connsiteY115" fmla="*/ 167531 h 556225"/>
              <a:gd name="connsiteX116" fmla="*/ 614721 w 1456912"/>
              <a:gd name="connsiteY116" fmla="*/ 310062 h 556225"/>
              <a:gd name="connsiteX117" fmla="*/ 734800 w 1456912"/>
              <a:gd name="connsiteY117" fmla="*/ 310062 h 556225"/>
              <a:gd name="connsiteX118" fmla="*/ 674788 w 1456912"/>
              <a:gd name="connsiteY118" fmla="*/ 167531 h 556225"/>
              <a:gd name="connsiteX119" fmla="*/ 558275 w 1456912"/>
              <a:gd name="connsiteY119" fmla="*/ 310062 h 556225"/>
              <a:gd name="connsiteX120" fmla="*/ 586535 w 1456912"/>
              <a:gd name="connsiteY120" fmla="*/ 310062 h 556225"/>
              <a:gd name="connsiteX121" fmla="*/ 660703 w 1456912"/>
              <a:gd name="connsiteY121" fmla="*/ 134072 h 556225"/>
              <a:gd name="connsiteX122" fmla="*/ 646588 w 1456912"/>
              <a:gd name="connsiteY122" fmla="*/ 100553 h 556225"/>
              <a:gd name="connsiteX123" fmla="*/ 558275 w 1456912"/>
              <a:gd name="connsiteY123" fmla="*/ 310062 h 55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1456912" h="556225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rgbClr val="04316A"/>
          </a:solidFill>
          <a:ln w="289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A67BB0E1-5E7F-46E5-9D87-74249FA80151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735EC3F0-D52F-43D8-9D20-FC4F70B1922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D73E6E84-A759-4118-9971-2B614D3FE504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F1FCC803-A93B-423F-B835-B52876B2721B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94D29247-DB20-40F1-888F-155F9E5ABC8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5E32A3F3-E989-43F3-A16F-94173C632533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44D22F83-A0F5-4FE2-9D6C-012542F7E2B8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BA2BC1BF-6FE4-4475-BE69-6D37CBD516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88D7DDBE-C865-4F05-B6F5-3E2BBB15FDA7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5BF365C6-4DF1-469F-A081-5BB981472333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67" name="Gerader Verbinder 66">
              <a:extLst>
                <a:ext uri="{FF2B5EF4-FFF2-40B4-BE49-F238E27FC236}">
                  <a16:creationId xmlns:a16="http://schemas.microsoft.com/office/drawing/2014/main" id="{9CA1C573-E95F-4CC5-A4BE-0E74960DBC2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02A35681-195F-407A-BB6C-7E3B4E241132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BF6DC0B3-1B79-4824-B73B-DC9B7AA77A08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439D9EA3-D6F8-4D8A-8C91-B7BCDD4883C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EF8776E0-353D-4DBE-918C-2BE4D9ED22C0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EB1A981A-C15F-48BC-856D-45BFDE402164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3" name="Gerader Verbinder 72">
              <a:extLst>
                <a:ext uri="{FF2B5EF4-FFF2-40B4-BE49-F238E27FC236}">
                  <a16:creationId xmlns:a16="http://schemas.microsoft.com/office/drawing/2014/main" id="{CA1B7D91-52B4-4C4E-9872-DAE627C5BDA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DD5301F3-CDC0-4F62-A7F3-64DF1FAFB6C3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C5363AC9-A7FE-4ED9-A4AE-BF1F41479440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A5C058E5-1B77-4F37-8A90-6C2DB0C9F0D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3F3FD432-7B0C-441D-887D-260F088129D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11D3348D-CD05-48E5-89ED-528A62DA8118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8C904B9B-CFB8-4878-BE89-64B7783A68C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C15810B6-1DFF-43DE-849F-E24988A1AC21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CFDE3FDD-B76C-49E7-81B4-7302EAE01430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CC2966EC-F4C0-41FC-88ED-2E5F725EA0B2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92230FDE-430C-429C-A396-DFCEF2CE147E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53056242-C21F-4347-8E6E-305C959935E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A954A2AB-7A1B-4F20-8556-0C283B584BE2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C31D32E9-A207-4C49-AAE0-5A541EE5B56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Textfeld 86">
              <a:extLst>
                <a:ext uri="{FF2B5EF4-FFF2-40B4-BE49-F238E27FC236}">
                  <a16:creationId xmlns:a16="http://schemas.microsoft.com/office/drawing/2014/main" id="{0027A521-04C3-4807-A55B-38087BBBA705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166" name="Grafik 3">
            <a:extLst>
              <a:ext uri="{FF2B5EF4-FFF2-40B4-BE49-F238E27FC236}">
                <a16:creationId xmlns:a16="http://schemas.microsoft.com/office/drawing/2014/main" id="{F5E57E6A-8A0A-4611-8D20-6EFE128A3061}"/>
              </a:ext>
            </a:extLst>
          </p:cNvPr>
          <p:cNvGrpSpPr/>
          <p:nvPr userDrawn="1"/>
        </p:nvGrpSpPr>
        <p:grpSpPr>
          <a:xfrm>
            <a:off x="520163" y="293688"/>
            <a:ext cx="2592820" cy="556499"/>
            <a:chOff x="1648912" y="-143138"/>
            <a:chExt cx="2305525" cy="494837"/>
          </a:xfrm>
          <a:solidFill>
            <a:srgbClr val="04316A"/>
          </a:solidFill>
        </p:grpSpPr>
        <p:sp>
          <p:nvSpPr>
            <p:cNvPr id="167" name="Freihandform: Form 166">
              <a:extLst>
                <a:ext uri="{FF2B5EF4-FFF2-40B4-BE49-F238E27FC236}">
                  <a16:creationId xmlns:a16="http://schemas.microsoft.com/office/drawing/2014/main" id="{2BAC0EB9-6745-4BC9-B62C-D0408639044C}"/>
                </a:ext>
              </a:extLst>
            </p:cNvPr>
            <p:cNvSpPr/>
            <p:nvPr/>
          </p:nvSpPr>
          <p:spPr>
            <a:xfrm>
              <a:off x="1648912" y="-137135"/>
              <a:ext cx="69751" cy="110916"/>
            </a:xfrm>
            <a:custGeom>
              <a:avLst/>
              <a:gdLst>
                <a:gd name="connsiteX0" fmla="*/ 69752 w 69751"/>
                <a:gd name="connsiteY0" fmla="*/ 18296 h 110916"/>
                <a:gd name="connsiteX1" fmla="*/ 19725 w 69751"/>
                <a:gd name="connsiteY1" fmla="*/ 18296 h 110916"/>
                <a:gd name="connsiteX2" fmla="*/ 19725 w 69751"/>
                <a:gd name="connsiteY2" fmla="*/ 45739 h 110916"/>
                <a:gd name="connsiteX3" fmla="*/ 56888 w 69751"/>
                <a:gd name="connsiteY3" fmla="*/ 45739 h 110916"/>
                <a:gd name="connsiteX4" fmla="*/ 56888 w 69751"/>
                <a:gd name="connsiteY4" fmla="*/ 63749 h 110916"/>
                <a:gd name="connsiteX5" fmla="*/ 19725 w 69751"/>
                <a:gd name="connsiteY5" fmla="*/ 63749 h 110916"/>
                <a:gd name="connsiteX6" fmla="*/ 19725 w 69751"/>
                <a:gd name="connsiteY6" fmla="*/ 110917 h 110916"/>
                <a:gd name="connsiteX7" fmla="*/ 0 w 69751"/>
                <a:gd name="connsiteY7" fmla="*/ 110917 h 110916"/>
                <a:gd name="connsiteX8" fmla="*/ 0 w 69751"/>
                <a:gd name="connsiteY8" fmla="*/ 0 h 110916"/>
                <a:gd name="connsiteX9" fmla="*/ 69466 w 69751"/>
                <a:gd name="connsiteY9" fmla="*/ 0 h 110916"/>
                <a:gd name="connsiteX10" fmla="*/ 69466 w 69751"/>
                <a:gd name="connsiteY10" fmla="*/ 18296 h 110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751" h="110916">
                  <a:moveTo>
                    <a:pt x="69752" y="18296"/>
                  </a:moveTo>
                  <a:lnTo>
                    <a:pt x="19725" y="18296"/>
                  </a:lnTo>
                  <a:lnTo>
                    <a:pt x="19725" y="45739"/>
                  </a:lnTo>
                  <a:lnTo>
                    <a:pt x="56888" y="45739"/>
                  </a:lnTo>
                  <a:lnTo>
                    <a:pt x="56888" y="63749"/>
                  </a:lnTo>
                  <a:lnTo>
                    <a:pt x="19725" y="63749"/>
                  </a:lnTo>
                  <a:lnTo>
                    <a:pt x="19725" y="110917"/>
                  </a:lnTo>
                  <a:lnTo>
                    <a:pt x="0" y="110917"/>
                  </a:lnTo>
                  <a:lnTo>
                    <a:pt x="0" y="0"/>
                  </a:lnTo>
                  <a:lnTo>
                    <a:pt x="69466" y="0"/>
                  </a:lnTo>
                  <a:lnTo>
                    <a:pt x="69466" y="18296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9" name="Freihandform: Form 168">
              <a:extLst>
                <a:ext uri="{FF2B5EF4-FFF2-40B4-BE49-F238E27FC236}">
                  <a16:creationId xmlns:a16="http://schemas.microsoft.com/office/drawing/2014/main" id="{AE05F4DA-8875-4531-A3E1-9A9253C9B8C8}"/>
                </a:ext>
              </a:extLst>
            </p:cNvPr>
            <p:cNvSpPr/>
            <p:nvPr/>
          </p:nvSpPr>
          <p:spPr>
            <a:xfrm>
              <a:off x="1729527" y="-108335"/>
              <a:ext cx="48025" cy="81831"/>
            </a:xfrm>
            <a:custGeom>
              <a:avLst/>
              <a:gdLst>
                <a:gd name="connsiteX0" fmla="*/ 48026 w 48025"/>
                <a:gd name="connsiteY0" fmla="*/ 1502 h 81831"/>
                <a:gd name="connsiteX1" fmla="*/ 45167 w 48025"/>
                <a:gd name="connsiteY1" fmla="*/ 20655 h 81831"/>
                <a:gd name="connsiteX2" fmla="*/ 34876 w 48025"/>
                <a:gd name="connsiteY2" fmla="*/ 18083 h 81831"/>
                <a:gd name="connsiteX3" fmla="*/ 18581 w 48025"/>
                <a:gd name="connsiteY3" fmla="*/ 40666 h 81831"/>
                <a:gd name="connsiteX4" fmla="*/ 18581 w 48025"/>
                <a:gd name="connsiteY4" fmla="*/ 81831 h 81831"/>
                <a:gd name="connsiteX5" fmla="*/ 0 w 48025"/>
                <a:gd name="connsiteY5" fmla="*/ 81831 h 81831"/>
                <a:gd name="connsiteX6" fmla="*/ 0 w 48025"/>
                <a:gd name="connsiteY6" fmla="*/ 1788 h 81831"/>
                <a:gd name="connsiteX7" fmla="*/ 18296 w 48025"/>
                <a:gd name="connsiteY7" fmla="*/ 1788 h 81831"/>
                <a:gd name="connsiteX8" fmla="*/ 18296 w 48025"/>
                <a:gd name="connsiteY8" fmla="*/ 12079 h 81831"/>
                <a:gd name="connsiteX9" fmla="*/ 18581 w 48025"/>
                <a:gd name="connsiteY9" fmla="*/ 12079 h 81831"/>
                <a:gd name="connsiteX10" fmla="*/ 39450 w 48025"/>
                <a:gd name="connsiteY10" fmla="*/ 73 h 81831"/>
                <a:gd name="connsiteX11" fmla="*/ 48026 w 48025"/>
                <a:gd name="connsiteY11" fmla="*/ 1502 h 81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025" h="81831">
                  <a:moveTo>
                    <a:pt x="48026" y="1502"/>
                  </a:moveTo>
                  <a:lnTo>
                    <a:pt x="45167" y="20655"/>
                  </a:lnTo>
                  <a:cubicBezTo>
                    <a:pt x="42308" y="19226"/>
                    <a:pt x="38878" y="18083"/>
                    <a:pt x="34876" y="18083"/>
                  </a:cubicBezTo>
                  <a:cubicBezTo>
                    <a:pt x="22012" y="18083"/>
                    <a:pt x="18581" y="28374"/>
                    <a:pt x="18581" y="40666"/>
                  </a:cubicBezTo>
                  <a:lnTo>
                    <a:pt x="18581" y="81831"/>
                  </a:lnTo>
                  <a:lnTo>
                    <a:pt x="0" y="81831"/>
                  </a:lnTo>
                  <a:lnTo>
                    <a:pt x="0" y="1788"/>
                  </a:lnTo>
                  <a:lnTo>
                    <a:pt x="18296" y="1788"/>
                  </a:lnTo>
                  <a:lnTo>
                    <a:pt x="18296" y="12079"/>
                  </a:lnTo>
                  <a:lnTo>
                    <a:pt x="18581" y="12079"/>
                  </a:lnTo>
                  <a:cubicBezTo>
                    <a:pt x="22869" y="4647"/>
                    <a:pt x="30302" y="73"/>
                    <a:pt x="39450" y="73"/>
                  </a:cubicBezTo>
                  <a:cubicBezTo>
                    <a:pt x="42023" y="-213"/>
                    <a:pt x="45167" y="359"/>
                    <a:pt x="48026" y="150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0" name="Freihandform: Form 169">
              <a:extLst>
                <a:ext uri="{FF2B5EF4-FFF2-40B4-BE49-F238E27FC236}">
                  <a16:creationId xmlns:a16="http://schemas.microsoft.com/office/drawing/2014/main" id="{F79262BF-E867-4B8D-A5D9-C05986D4B5C4}"/>
                </a:ext>
              </a:extLst>
            </p:cNvPr>
            <p:cNvSpPr/>
            <p:nvPr/>
          </p:nvSpPr>
          <p:spPr>
            <a:xfrm>
              <a:off x="1790989" y="-141994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296"/>
                    <a:pt x="0" y="11435"/>
                  </a:cubicBezTo>
                  <a:cubicBezTo>
                    <a:pt x="0" y="4860"/>
                    <a:pt x="5431" y="0"/>
                    <a:pt x="11721" y="0"/>
                  </a:cubicBezTo>
                  <a:cubicBezTo>
                    <a:pt x="18296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1" name="Freihandform: Form 170">
              <a:extLst>
                <a:ext uri="{FF2B5EF4-FFF2-40B4-BE49-F238E27FC236}">
                  <a16:creationId xmlns:a16="http://schemas.microsoft.com/office/drawing/2014/main" id="{088B175E-3332-4F42-85CC-4D3CB1CDD67E}"/>
                </a:ext>
              </a:extLst>
            </p:cNvPr>
            <p:cNvSpPr/>
            <p:nvPr/>
          </p:nvSpPr>
          <p:spPr>
            <a:xfrm>
              <a:off x="1831868" y="-108262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0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581 w 72896"/>
                <a:gd name="connsiteY10" fmla="*/ 34590 h 83759"/>
                <a:gd name="connsiteX11" fmla="*/ 54887 w 72896"/>
                <a:gd name="connsiteY11" fmla="*/ 34590 h 83759"/>
                <a:gd name="connsiteX12" fmla="*/ 37163 w 72896"/>
                <a:gd name="connsiteY12" fmla="*/ 15151 h 83759"/>
                <a:gd name="connsiteX13" fmla="*/ 18581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0" y="46025"/>
                    <a:pt x="72610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1742" y="83759"/>
                    <a:pt x="39736" y="83759"/>
                  </a:cubicBezTo>
                  <a:close/>
                  <a:moveTo>
                    <a:pt x="18581" y="34590"/>
                  </a:moveTo>
                  <a:lnTo>
                    <a:pt x="54887" y="34590"/>
                  </a:lnTo>
                  <a:cubicBezTo>
                    <a:pt x="54029" y="22298"/>
                    <a:pt x="47740" y="15151"/>
                    <a:pt x="37163" y="15151"/>
                  </a:cubicBezTo>
                  <a:cubicBezTo>
                    <a:pt x="26872" y="15151"/>
                    <a:pt x="20297" y="22298"/>
                    <a:pt x="18581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2" name="Freihandform: Form 171">
              <a:extLst>
                <a:ext uri="{FF2B5EF4-FFF2-40B4-BE49-F238E27FC236}">
                  <a16:creationId xmlns:a16="http://schemas.microsoft.com/office/drawing/2014/main" id="{2D3EE7E7-656D-44D0-A8E5-902F51365AD8}"/>
                </a:ext>
              </a:extLst>
            </p:cNvPr>
            <p:cNvSpPr/>
            <p:nvPr/>
          </p:nvSpPr>
          <p:spPr>
            <a:xfrm>
              <a:off x="1921344" y="-143138"/>
              <a:ext cx="74611" cy="118921"/>
            </a:xfrm>
            <a:custGeom>
              <a:avLst/>
              <a:gdLst>
                <a:gd name="connsiteX0" fmla="*/ 0 w 74611"/>
                <a:gd name="connsiteY0" fmla="*/ 76613 h 118921"/>
                <a:gd name="connsiteX1" fmla="*/ 32589 w 74611"/>
                <a:gd name="connsiteY1" fmla="*/ 34876 h 118921"/>
                <a:gd name="connsiteX2" fmla="*/ 55744 w 74611"/>
                <a:gd name="connsiteY2" fmla="*/ 45739 h 118921"/>
                <a:gd name="connsiteX3" fmla="*/ 56030 w 74611"/>
                <a:gd name="connsiteY3" fmla="*/ 45739 h 118921"/>
                <a:gd name="connsiteX4" fmla="*/ 56030 w 74611"/>
                <a:gd name="connsiteY4" fmla="*/ 4574 h 118921"/>
                <a:gd name="connsiteX5" fmla="*/ 74612 w 74611"/>
                <a:gd name="connsiteY5" fmla="*/ 0 h 118921"/>
                <a:gd name="connsiteX6" fmla="*/ 74612 w 74611"/>
                <a:gd name="connsiteY6" fmla="*/ 116920 h 118921"/>
                <a:gd name="connsiteX7" fmla="*/ 56316 w 74611"/>
                <a:gd name="connsiteY7" fmla="*/ 116920 h 118921"/>
                <a:gd name="connsiteX8" fmla="*/ 56316 w 74611"/>
                <a:gd name="connsiteY8" fmla="*/ 107486 h 118921"/>
                <a:gd name="connsiteX9" fmla="*/ 56030 w 74611"/>
                <a:gd name="connsiteY9" fmla="*/ 107486 h 118921"/>
                <a:gd name="connsiteX10" fmla="*/ 32017 w 74611"/>
                <a:gd name="connsiteY10" fmla="*/ 118921 h 118921"/>
                <a:gd name="connsiteX11" fmla="*/ 0 w 74611"/>
                <a:gd name="connsiteY11" fmla="*/ 76613 h 118921"/>
                <a:gd name="connsiteX12" fmla="*/ 18296 w 74611"/>
                <a:gd name="connsiteY12" fmla="*/ 76613 h 118921"/>
                <a:gd name="connsiteX13" fmla="*/ 36877 w 74611"/>
                <a:gd name="connsiteY13" fmla="*/ 102341 h 118921"/>
                <a:gd name="connsiteX14" fmla="*/ 56030 w 74611"/>
                <a:gd name="connsiteY14" fmla="*/ 91764 h 118921"/>
                <a:gd name="connsiteX15" fmla="*/ 56030 w 74611"/>
                <a:gd name="connsiteY15" fmla="*/ 62319 h 118921"/>
                <a:gd name="connsiteX16" fmla="*/ 36877 w 74611"/>
                <a:gd name="connsiteY16" fmla="*/ 51742 h 118921"/>
                <a:gd name="connsiteX17" fmla="*/ 18296 w 74611"/>
                <a:gd name="connsiteY17" fmla="*/ 76613 h 118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611" h="118921">
                  <a:moveTo>
                    <a:pt x="0" y="76613"/>
                  </a:moveTo>
                  <a:cubicBezTo>
                    <a:pt x="0" y="50885"/>
                    <a:pt x="13150" y="34876"/>
                    <a:pt x="32589" y="34876"/>
                  </a:cubicBezTo>
                  <a:cubicBezTo>
                    <a:pt x="42594" y="34876"/>
                    <a:pt x="50599" y="39164"/>
                    <a:pt x="55744" y="45739"/>
                  </a:cubicBezTo>
                  <a:lnTo>
                    <a:pt x="56030" y="45739"/>
                  </a:lnTo>
                  <a:lnTo>
                    <a:pt x="56030" y="4574"/>
                  </a:lnTo>
                  <a:lnTo>
                    <a:pt x="74612" y="0"/>
                  </a:lnTo>
                  <a:lnTo>
                    <a:pt x="74612" y="116920"/>
                  </a:lnTo>
                  <a:lnTo>
                    <a:pt x="56316" y="116920"/>
                  </a:lnTo>
                  <a:lnTo>
                    <a:pt x="56316" y="107486"/>
                  </a:lnTo>
                  <a:lnTo>
                    <a:pt x="56030" y="107486"/>
                  </a:lnTo>
                  <a:cubicBezTo>
                    <a:pt x="50313" y="114633"/>
                    <a:pt x="42023" y="118921"/>
                    <a:pt x="32017" y="118921"/>
                  </a:cubicBezTo>
                  <a:cubicBezTo>
                    <a:pt x="13150" y="118635"/>
                    <a:pt x="0" y="102341"/>
                    <a:pt x="0" y="76613"/>
                  </a:cubicBezTo>
                  <a:close/>
                  <a:moveTo>
                    <a:pt x="18296" y="76613"/>
                  </a:moveTo>
                  <a:cubicBezTo>
                    <a:pt x="18296" y="92907"/>
                    <a:pt x="25156" y="102341"/>
                    <a:pt x="36877" y="102341"/>
                  </a:cubicBezTo>
                  <a:cubicBezTo>
                    <a:pt x="44024" y="102341"/>
                    <a:pt x="50027" y="98910"/>
                    <a:pt x="56030" y="91764"/>
                  </a:cubicBezTo>
                  <a:lnTo>
                    <a:pt x="56030" y="62319"/>
                  </a:lnTo>
                  <a:cubicBezTo>
                    <a:pt x="50599" y="55173"/>
                    <a:pt x="44595" y="51742"/>
                    <a:pt x="36877" y="51742"/>
                  </a:cubicBezTo>
                  <a:cubicBezTo>
                    <a:pt x="24871" y="51742"/>
                    <a:pt x="18296" y="60604"/>
                    <a:pt x="18296" y="76613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3" name="Freihandform: Form 172">
              <a:extLst>
                <a:ext uri="{FF2B5EF4-FFF2-40B4-BE49-F238E27FC236}">
                  <a16:creationId xmlns:a16="http://schemas.microsoft.com/office/drawing/2014/main" id="{EB7CDC62-6D84-4879-90B2-CED3047AB955}"/>
                </a:ext>
              </a:extLst>
            </p:cNvPr>
            <p:cNvSpPr/>
            <p:nvPr/>
          </p:nvSpPr>
          <p:spPr>
            <a:xfrm>
              <a:off x="2020826" y="-108335"/>
              <a:ext cx="48025" cy="81831"/>
            </a:xfrm>
            <a:custGeom>
              <a:avLst/>
              <a:gdLst>
                <a:gd name="connsiteX0" fmla="*/ 48026 w 48025"/>
                <a:gd name="connsiteY0" fmla="*/ 1502 h 81831"/>
                <a:gd name="connsiteX1" fmla="*/ 45167 w 48025"/>
                <a:gd name="connsiteY1" fmla="*/ 20655 h 81831"/>
                <a:gd name="connsiteX2" fmla="*/ 34876 w 48025"/>
                <a:gd name="connsiteY2" fmla="*/ 18083 h 81831"/>
                <a:gd name="connsiteX3" fmla="*/ 18581 w 48025"/>
                <a:gd name="connsiteY3" fmla="*/ 40666 h 81831"/>
                <a:gd name="connsiteX4" fmla="*/ 18581 w 48025"/>
                <a:gd name="connsiteY4" fmla="*/ 81831 h 81831"/>
                <a:gd name="connsiteX5" fmla="*/ 0 w 48025"/>
                <a:gd name="connsiteY5" fmla="*/ 81831 h 81831"/>
                <a:gd name="connsiteX6" fmla="*/ 0 w 48025"/>
                <a:gd name="connsiteY6" fmla="*/ 1788 h 81831"/>
                <a:gd name="connsiteX7" fmla="*/ 18296 w 48025"/>
                <a:gd name="connsiteY7" fmla="*/ 1788 h 81831"/>
                <a:gd name="connsiteX8" fmla="*/ 18296 w 48025"/>
                <a:gd name="connsiteY8" fmla="*/ 12079 h 81831"/>
                <a:gd name="connsiteX9" fmla="*/ 18581 w 48025"/>
                <a:gd name="connsiteY9" fmla="*/ 12079 h 81831"/>
                <a:gd name="connsiteX10" fmla="*/ 39450 w 48025"/>
                <a:gd name="connsiteY10" fmla="*/ 73 h 81831"/>
                <a:gd name="connsiteX11" fmla="*/ 48026 w 48025"/>
                <a:gd name="connsiteY11" fmla="*/ 1502 h 81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025" h="81831">
                  <a:moveTo>
                    <a:pt x="48026" y="1502"/>
                  </a:moveTo>
                  <a:lnTo>
                    <a:pt x="45167" y="20655"/>
                  </a:lnTo>
                  <a:cubicBezTo>
                    <a:pt x="42308" y="19226"/>
                    <a:pt x="38878" y="18083"/>
                    <a:pt x="34876" y="18083"/>
                  </a:cubicBezTo>
                  <a:cubicBezTo>
                    <a:pt x="22012" y="18083"/>
                    <a:pt x="18581" y="28374"/>
                    <a:pt x="18581" y="40666"/>
                  </a:cubicBezTo>
                  <a:lnTo>
                    <a:pt x="18581" y="81831"/>
                  </a:lnTo>
                  <a:lnTo>
                    <a:pt x="0" y="81831"/>
                  </a:lnTo>
                  <a:lnTo>
                    <a:pt x="0" y="1788"/>
                  </a:lnTo>
                  <a:lnTo>
                    <a:pt x="18296" y="1788"/>
                  </a:lnTo>
                  <a:lnTo>
                    <a:pt x="18296" y="12079"/>
                  </a:lnTo>
                  <a:lnTo>
                    <a:pt x="18581" y="12079"/>
                  </a:lnTo>
                  <a:cubicBezTo>
                    <a:pt x="22869" y="4647"/>
                    <a:pt x="30302" y="73"/>
                    <a:pt x="39450" y="73"/>
                  </a:cubicBezTo>
                  <a:cubicBezTo>
                    <a:pt x="42023" y="-213"/>
                    <a:pt x="45167" y="359"/>
                    <a:pt x="48026" y="150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4" name="Freihandform: Form 173">
              <a:extLst>
                <a:ext uri="{FF2B5EF4-FFF2-40B4-BE49-F238E27FC236}">
                  <a16:creationId xmlns:a16="http://schemas.microsoft.com/office/drawing/2014/main" id="{73F2EB24-4BA2-4855-BA15-2013AD15DE4C}"/>
                </a:ext>
              </a:extLst>
            </p:cNvPr>
            <p:cNvSpPr/>
            <p:nvPr/>
          </p:nvSpPr>
          <p:spPr>
            <a:xfrm>
              <a:off x="2082002" y="-141994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440 w 23727"/>
                <a:gd name="connsiteY5" fmla="*/ 115491 h 115490"/>
                <a:gd name="connsiteX6" fmla="*/ 2859 w 23727"/>
                <a:gd name="connsiteY6" fmla="*/ 115491 h 115490"/>
                <a:gd name="connsiteX7" fmla="*/ 2859 w 23727"/>
                <a:gd name="connsiteY7" fmla="*/ 35448 h 115490"/>
                <a:gd name="connsiteX8" fmla="*/ 21440 w 23727"/>
                <a:gd name="connsiteY8" fmla="*/ 35448 h 115490"/>
                <a:gd name="connsiteX9" fmla="*/ 21440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296"/>
                    <a:pt x="0" y="11435"/>
                  </a:cubicBezTo>
                  <a:cubicBezTo>
                    <a:pt x="0" y="4860"/>
                    <a:pt x="5431" y="0"/>
                    <a:pt x="11721" y="0"/>
                  </a:cubicBezTo>
                  <a:cubicBezTo>
                    <a:pt x="18581" y="0"/>
                    <a:pt x="23727" y="4860"/>
                    <a:pt x="23727" y="11435"/>
                  </a:cubicBezTo>
                  <a:close/>
                  <a:moveTo>
                    <a:pt x="21440" y="115491"/>
                  </a:moveTo>
                  <a:lnTo>
                    <a:pt x="2859" y="115491"/>
                  </a:lnTo>
                  <a:lnTo>
                    <a:pt x="2859" y="35448"/>
                  </a:lnTo>
                  <a:lnTo>
                    <a:pt x="21440" y="35448"/>
                  </a:lnTo>
                  <a:lnTo>
                    <a:pt x="21440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5" name="Freihandform: Form 174">
              <a:extLst>
                <a:ext uri="{FF2B5EF4-FFF2-40B4-BE49-F238E27FC236}">
                  <a16:creationId xmlns:a16="http://schemas.microsoft.com/office/drawing/2014/main" id="{856783BA-4BD9-456A-8E1F-DB395FAA4C27}"/>
                </a:ext>
              </a:extLst>
            </p:cNvPr>
            <p:cNvSpPr/>
            <p:nvPr/>
          </p:nvSpPr>
          <p:spPr>
            <a:xfrm>
              <a:off x="2123453" y="-108548"/>
              <a:ext cx="67464" cy="84045"/>
            </a:xfrm>
            <a:custGeom>
              <a:avLst/>
              <a:gdLst>
                <a:gd name="connsiteX0" fmla="*/ 66893 w 67464"/>
                <a:gd name="connsiteY0" fmla="*/ 71181 h 84045"/>
                <a:gd name="connsiteX1" fmla="*/ 38306 w 67464"/>
                <a:gd name="connsiteY1" fmla="*/ 84045 h 84045"/>
                <a:gd name="connsiteX2" fmla="*/ 0 w 67464"/>
                <a:gd name="connsiteY2" fmla="*/ 42308 h 84045"/>
                <a:gd name="connsiteX3" fmla="*/ 38592 w 67464"/>
                <a:gd name="connsiteY3" fmla="*/ 0 h 84045"/>
                <a:gd name="connsiteX4" fmla="*/ 67465 w 67464"/>
                <a:gd name="connsiteY4" fmla="*/ 13722 h 84045"/>
                <a:gd name="connsiteX5" fmla="*/ 54601 w 67464"/>
                <a:gd name="connsiteY5" fmla="*/ 26014 h 84045"/>
                <a:gd name="connsiteX6" fmla="*/ 38592 w 67464"/>
                <a:gd name="connsiteY6" fmla="*/ 17152 h 84045"/>
                <a:gd name="connsiteX7" fmla="*/ 18867 w 67464"/>
                <a:gd name="connsiteY7" fmla="*/ 42023 h 84045"/>
                <a:gd name="connsiteX8" fmla="*/ 38592 w 67464"/>
                <a:gd name="connsiteY8" fmla="*/ 66893 h 84045"/>
                <a:gd name="connsiteX9" fmla="*/ 55173 w 67464"/>
                <a:gd name="connsiteY9" fmla="*/ 58031 h 84045"/>
                <a:gd name="connsiteX10" fmla="*/ 66893 w 67464"/>
                <a:gd name="connsiteY10" fmla="*/ 7118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7464" h="84045">
                  <a:moveTo>
                    <a:pt x="66893" y="71181"/>
                  </a:moveTo>
                  <a:cubicBezTo>
                    <a:pt x="58889" y="80043"/>
                    <a:pt x="49741" y="84045"/>
                    <a:pt x="38306" y="84045"/>
                  </a:cubicBezTo>
                  <a:cubicBezTo>
                    <a:pt x="15437" y="84045"/>
                    <a:pt x="0" y="67465"/>
                    <a:pt x="0" y="42308"/>
                  </a:cubicBezTo>
                  <a:cubicBezTo>
                    <a:pt x="0" y="17152"/>
                    <a:pt x="15437" y="0"/>
                    <a:pt x="38592" y="0"/>
                  </a:cubicBezTo>
                  <a:cubicBezTo>
                    <a:pt x="50599" y="0"/>
                    <a:pt x="60318" y="4574"/>
                    <a:pt x="67465" y="13722"/>
                  </a:cubicBezTo>
                  <a:lnTo>
                    <a:pt x="54601" y="26014"/>
                  </a:lnTo>
                  <a:cubicBezTo>
                    <a:pt x="50027" y="20011"/>
                    <a:pt x="44881" y="17152"/>
                    <a:pt x="38592" y="17152"/>
                  </a:cubicBezTo>
                  <a:cubicBezTo>
                    <a:pt x="26872" y="17152"/>
                    <a:pt x="18867" y="26872"/>
                    <a:pt x="18867" y="42023"/>
                  </a:cubicBezTo>
                  <a:cubicBezTo>
                    <a:pt x="18867" y="56888"/>
                    <a:pt x="26872" y="66893"/>
                    <a:pt x="38592" y="66893"/>
                  </a:cubicBezTo>
                  <a:cubicBezTo>
                    <a:pt x="44881" y="66893"/>
                    <a:pt x="50027" y="64034"/>
                    <a:pt x="55173" y="58031"/>
                  </a:cubicBezTo>
                  <a:lnTo>
                    <a:pt x="66893" y="7118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6" name="Freihandform: Form 175">
              <a:extLst>
                <a:ext uri="{FF2B5EF4-FFF2-40B4-BE49-F238E27FC236}">
                  <a16:creationId xmlns:a16="http://schemas.microsoft.com/office/drawing/2014/main" id="{FA0A9AC4-4291-4429-A5E6-F9B02DA18E36}"/>
                </a:ext>
              </a:extLst>
            </p:cNvPr>
            <p:cNvSpPr/>
            <p:nvPr/>
          </p:nvSpPr>
          <p:spPr>
            <a:xfrm>
              <a:off x="2206927" y="-143138"/>
              <a:ext cx="68894" cy="116920"/>
            </a:xfrm>
            <a:custGeom>
              <a:avLst/>
              <a:gdLst>
                <a:gd name="connsiteX0" fmla="*/ 68894 w 68894"/>
                <a:gd name="connsiteY0" fmla="*/ 116634 h 116920"/>
                <a:gd name="connsiteX1" fmla="*/ 50313 w 68894"/>
                <a:gd name="connsiteY1" fmla="*/ 116634 h 116920"/>
                <a:gd name="connsiteX2" fmla="*/ 50313 w 68894"/>
                <a:gd name="connsiteY2" fmla="*/ 70895 h 116920"/>
                <a:gd name="connsiteX3" fmla="*/ 35448 w 68894"/>
                <a:gd name="connsiteY3" fmla="*/ 51456 h 116920"/>
                <a:gd name="connsiteX4" fmla="*/ 18867 w 68894"/>
                <a:gd name="connsiteY4" fmla="*/ 70895 h 116920"/>
                <a:gd name="connsiteX5" fmla="*/ 18867 w 68894"/>
                <a:gd name="connsiteY5" fmla="*/ 116920 h 116920"/>
                <a:gd name="connsiteX6" fmla="*/ 0 w 68894"/>
                <a:gd name="connsiteY6" fmla="*/ 116920 h 116920"/>
                <a:gd name="connsiteX7" fmla="*/ 0 w 68894"/>
                <a:gd name="connsiteY7" fmla="*/ 4574 h 116920"/>
                <a:gd name="connsiteX8" fmla="*/ 18581 w 68894"/>
                <a:gd name="connsiteY8" fmla="*/ 0 h 116920"/>
                <a:gd name="connsiteX9" fmla="*/ 18581 w 68894"/>
                <a:gd name="connsiteY9" fmla="*/ 46597 h 116920"/>
                <a:gd name="connsiteX10" fmla="*/ 18867 w 68894"/>
                <a:gd name="connsiteY10" fmla="*/ 46597 h 116920"/>
                <a:gd name="connsiteX11" fmla="*/ 42308 w 68894"/>
                <a:gd name="connsiteY11" fmla="*/ 34876 h 116920"/>
                <a:gd name="connsiteX12" fmla="*/ 68608 w 68894"/>
                <a:gd name="connsiteY12" fmla="*/ 67179 h 116920"/>
                <a:gd name="connsiteX13" fmla="*/ 68608 w 68894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894" h="116920">
                  <a:moveTo>
                    <a:pt x="68894" y="116634"/>
                  </a:moveTo>
                  <a:lnTo>
                    <a:pt x="50313" y="116634"/>
                  </a:lnTo>
                  <a:lnTo>
                    <a:pt x="50313" y="70895"/>
                  </a:lnTo>
                  <a:cubicBezTo>
                    <a:pt x="50313" y="59175"/>
                    <a:pt x="46596" y="51456"/>
                    <a:pt x="35448" y="51456"/>
                  </a:cubicBezTo>
                  <a:cubicBezTo>
                    <a:pt x="22584" y="51456"/>
                    <a:pt x="18867" y="61748"/>
                    <a:pt x="18867" y="70895"/>
                  </a:cubicBezTo>
                  <a:lnTo>
                    <a:pt x="18867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7"/>
                  </a:lnTo>
                  <a:lnTo>
                    <a:pt x="18867" y="46597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7" name="Freihandform: Form 176">
              <a:extLst>
                <a:ext uri="{FF2B5EF4-FFF2-40B4-BE49-F238E27FC236}">
                  <a16:creationId xmlns:a16="http://schemas.microsoft.com/office/drawing/2014/main" id="{D700BB3D-17DE-4AA7-9481-48C5BCF0CC69}"/>
                </a:ext>
              </a:extLst>
            </p:cNvPr>
            <p:cNvSpPr/>
            <p:nvPr/>
          </p:nvSpPr>
          <p:spPr>
            <a:xfrm>
              <a:off x="2297261" y="-84249"/>
              <a:ext cx="39163" cy="17723"/>
            </a:xfrm>
            <a:custGeom>
              <a:avLst/>
              <a:gdLst>
                <a:gd name="connsiteX0" fmla="*/ 39164 w 39163"/>
                <a:gd name="connsiteY0" fmla="*/ 17724 h 17723"/>
                <a:gd name="connsiteX1" fmla="*/ 0 w 39163"/>
                <a:gd name="connsiteY1" fmla="*/ 17724 h 17723"/>
                <a:gd name="connsiteX2" fmla="*/ 0 w 39163"/>
                <a:gd name="connsiteY2" fmla="*/ 0 h 17723"/>
                <a:gd name="connsiteX3" fmla="*/ 39164 w 39163"/>
                <a:gd name="connsiteY3" fmla="*/ 0 h 17723"/>
                <a:gd name="connsiteX4" fmla="*/ 39164 w 39163"/>
                <a:gd name="connsiteY4" fmla="*/ 17724 h 17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163" h="17723">
                  <a:moveTo>
                    <a:pt x="39164" y="17724"/>
                  </a:moveTo>
                  <a:lnTo>
                    <a:pt x="0" y="17724"/>
                  </a:lnTo>
                  <a:lnTo>
                    <a:pt x="0" y="0"/>
                  </a:lnTo>
                  <a:lnTo>
                    <a:pt x="39164" y="0"/>
                  </a:lnTo>
                  <a:lnTo>
                    <a:pt x="39164" y="1772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8" name="Freihandform: Form 177">
              <a:extLst>
                <a:ext uri="{FF2B5EF4-FFF2-40B4-BE49-F238E27FC236}">
                  <a16:creationId xmlns:a16="http://schemas.microsoft.com/office/drawing/2014/main" id="{2ACBC44E-27C1-408A-8EDD-F5913EFE6DB7}"/>
                </a:ext>
              </a:extLst>
            </p:cNvPr>
            <p:cNvSpPr/>
            <p:nvPr/>
          </p:nvSpPr>
          <p:spPr>
            <a:xfrm>
              <a:off x="2346430" y="-137135"/>
              <a:ext cx="102912" cy="110630"/>
            </a:xfrm>
            <a:custGeom>
              <a:avLst/>
              <a:gdLst>
                <a:gd name="connsiteX0" fmla="*/ 40879 w 102912"/>
                <a:gd name="connsiteY0" fmla="*/ 0 h 110630"/>
                <a:gd name="connsiteX1" fmla="*/ 61748 w 102912"/>
                <a:gd name="connsiteY1" fmla="*/ 0 h 110630"/>
                <a:gd name="connsiteX2" fmla="*/ 102912 w 102912"/>
                <a:gd name="connsiteY2" fmla="*/ 110631 h 110630"/>
                <a:gd name="connsiteX3" fmla="*/ 81472 w 102912"/>
                <a:gd name="connsiteY3" fmla="*/ 110631 h 110630"/>
                <a:gd name="connsiteX4" fmla="*/ 73468 w 102912"/>
                <a:gd name="connsiteY4" fmla="*/ 87190 h 110630"/>
                <a:gd name="connsiteX5" fmla="*/ 28873 w 102912"/>
                <a:gd name="connsiteY5" fmla="*/ 87190 h 110630"/>
                <a:gd name="connsiteX6" fmla="*/ 20868 w 102912"/>
                <a:gd name="connsiteY6" fmla="*/ 110631 h 110630"/>
                <a:gd name="connsiteX7" fmla="*/ 0 w 102912"/>
                <a:gd name="connsiteY7" fmla="*/ 110631 h 110630"/>
                <a:gd name="connsiteX8" fmla="*/ 40879 w 102912"/>
                <a:gd name="connsiteY8" fmla="*/ 0 h 110630"/>
                <a:gd name="connsiteX9" fmla="*/ 34876 w 102912"/>
                <a:gd name="connsiteY9" fmla="*/ 69466 h 110630"/>
                <a:gd name="connsiteX10" fmla="*/ 67179 w 102912"/>
                <a:gd name="connsiteY10" fmla="*/ 69466 h 110630"/>
                <a:gd name="connsiteX11" fmla="*/ 51170 w 102912"/>
                <a:gd name="connsiteY11" fmla="*/ 22584 h 110630"/>
                <a:gd name="connsiteX12" fmla="*/ 50885 w 102912"/>
                <a:gd name="connsiteY12" fmla="*/ 22584 h 110630"/>
                <a:gd name="connsiteX13" fmla="*/ 34876 w 102912"/>
                <a:gd name="connsiteY13" fmla="*/ 69466 h 110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2912" h="110630">
                  <a:moveTo>
                    <a:pt x="40879" y="0"/>
                  </a:moveTo>
                  <a:lnTo>
                    <a:pt x="61748" y="0"/>
                  </a:lnTo>
                  <a:lnTo>
                    <a:pt x="102912" y="110631"/>
                  </a:lnTo>
                  <a:lnTo>
                    <a:pt x="81472" y="110631"/>
                  </a:lnTo>
                  <a:lnTo>
                    <a:pt x="73468" y="87190"/>
                  </a:lnTo>
                  <a:lnTo>
                    <a:pt x="28873" y="87190"/>
                  </a:lnTo>
                  <a:lnTo>
                    <a:pt x="20868" y="110631"/>
                  </a:lnTo>
                  <a:lnTo>
                    <a:pt x="0" y="110631"/>
                  </a:lnTo>
                  <a:lnTo>
                    <a:pt x="40879" y="0"/>
                  </a:lnTo>
                  <a:close/>
                  <a:moveTo>
                    <a:pt x="34876" y="69466"/>
                  </a:moveTo>
                  <a:lnTo>
                    <a:pt x="67179" y="69466"/>
                  </a:lnTo>
                  <a:lnTo>
                    <a:pt x="51170" y="22584"/>
                  </a:lnTo>
                  <a:lnTo>
                    <a:pt x="50885" y="22584"/>
                  </a:lnTo>
                  <a:lnTo>
                    <a:pt x="34876" y="69466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9" name="Freihandform: Form 178">
              <a:extLst>
                <a:ext uri="{FF2B5EF4-FFF2-40B4-BE49-F238E27FC236}">
                  <a16:creationId xmlns:a16="http://schemas.microsoft.com/office/drawing/2014/main" id="{26905261-35BC-4E75-8193-766751D592AB}"/>
                </a:ext>
              </a:extLst>
            </p:cNvPr>
            <p:cNvSpPr/>
            <p:nvPr/>
          </p:nvSpPr>
          <p:spPr>
            <a:xfrm>
              <a:off x="2465923" y="-143138"/>
              <a:ext cx="18581" cy="116634"/>
            </a:xfrm>
            <a:custGeom>
              <a:avLst/>
              <a:gdLst>
                <a:gd name="connsiteX0" fmla="*/ 18581 w 18581"/>
                <a:gd name="connsiteY0" fmla="*/ 116634 h 116634"/>
                <a:gd name="connsiteX1" fmla="*/ 0 w 18581"/>
                <a:gd name="connsiteY1" fmla="*/ 116634 h 116634"/>
                <a:gd name="connsiteX2" fmla="*/ 0 w 18581"/>
                <a:gd name="connsiteY2" fmla="*/ 4288 h 116634"/>
                <a:gd name="connsiteX3" fmla="*/ 18581 w 18581"/>
                <a:gd name="connsiteY3" fmla="*/ 0 h 116634"/>
                <a:gd name="connsiteX4" fmla="*/ 18581 w 18581"/>
                <a:gd name="connsiteY4" fmla="*/ 116634 h 116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81" h="116634">
                  <a:moveTo>
                    <a:pt x="18581" y="116634"/>
                  </a:moveTo>
                  <a:lnTo>
                    <a:pt x="0" y="116634"/>
                  </a:lnTo>
                  <a:lnTo>
                    <a:pt x="0" y="4288"/>
                  </a:lnTo>
                  <a:lnTo>
                    <a:pt x="18581" y="0"/>
                  </a:lnTo>
                  <a:lnTo>
                    <a:pt x="18581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0" name="Freihandform: Form 179">
              <a:extLst>
                <a:ext uri="{FF2B5EF4-FFF2-40B4-BE49-F238E27FC236}">
                  <a16:creationId xmlns:a16="http://schemas.microsoft.com/office/drawing/2014/main" id="{F18B191E-54AD-4B1D-BCB0-A06E5A2804B1}"/>
                </a:ext>
              </a:extLst>
            </p:cNvPr>
            <p:cNvSpPr/>
            <p:nvPr/>
          </p:nvSpPr>
          <p:spPr>
            <a:xfrm>
              <a:off x="2504515" y="-108262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0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2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0" y="46025"/>
                    <a:pt x="72610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2028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2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7157" y="15151"/>
                    <a:pt x="20582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1" name="Freihandform: Form 180">
              <a:extLst>
                <a:ext uri="{FF2B5EF4-FFF2-40B4-BE49-F238E27FC236}">
                  <a16:creationId xmlns:a16="http://schemas.microsoft.com/office/drawing/2014/main" id="{CC01031B-1E3F-4B3F-8836-7B4C5789BBE3}"/>
                </a:ext>
              </a:extLst>
            </p:cNvPr>
            <p:cNvSpPr/>
            <p:nvPr/>
          </p:nvSpPr>
          <p:spPr>
            <a:xfrm>
              <a:off x="2587703" y="-106547"/>
              <a:ext cx="76612" cy="80043"/>
            </a:xfrm>
            <a:custGeom>
              <a:avLst/>
              <a:gdLst>
                <a:gd name="connsiteX0" fmla="*/ 76613 w 76612"/>
                <a:gd name="connsiteY0" fmla="*/ 80043 h 80043"/>
                <a:gd name="connsiteX1" fmla="*/ 55172 w 76612"/>
                <a:gd name="connsiteY1" fmla="*/ 80043 h 80043"/>
                <a:gd name="connsiteX2" fmla="*/ 38020 w 76612"/>
                <a:gd name="connsiteY2" fmla="*/ 52314 h 80043"/>
                <a:gd name="connsiteX3" fmla="*/ 37735 w 76612"/>
                <a:gd name="connsiteY3" fmla="*/ 52314 h 80043"/>
                <a:gd name="connsiteX4" fmla="*/ 21154 w 76612"/>
                <a:gd name="connsiteY4" fmla="*/ 80043 h 80043"/>
                <a:gd name="connsiteX5" fmla="*/ 0 w 76612"/>
                <a:gd name="connsiteY5" fmla="*/ 80043 h 80043"/>
                <a:gd name="connsiteX6" fmla="*/ 27443 w 76612"/>
                <a:gd name="connsiteY6" fmla="*/ 38592 h 80043"/>
                <a:gd name="connsiteX7" fmla="*/ 2001 w 76612"/>
                <a:gd name="connsiteY7" fmla="*/ 0 h 80043"/>
                <a:gd name="connsiteX8" fmla="*/ 23155 w 76612"/>
                <a:gd name="connsiteY8" fmla="*/ 0 h 80043"/>
                <a:gd name="connsiteX9" fmla="*/ 38306 w 76612"/>
                <a:gd name="connsiteY9" fmla="*/ 24585 h 80043"/>
                <a:gd name="connsiteX10" fmla="*/ 38592 w 76612"/>
                <a:gd name="connsiteY10" fmla="*/ 24585 h 80043"/>
                <a:gd name="connsiteX11" fmla="*/ 53457 w 76612"/>
                <a:gd name="connsiteY11" fmla="*/ 0 h 80043"/>
                <a:gd name="connsiteX12" fmla="*/ 74326 w 76612"/>
                <a:gd name="connsiteY12" fmla="*/ 0 h 80043"/>
                <a:gd name="connsiteX13" fmla="*/ 49169 w 76612"/>
                <a:gd name="connsiteY13" fmla="*/ 38306 h 80043"/>
                <a:gd name="connsiteX14" fmla="*/ 76613 w 76612"/>
                <a:gd name="connsiteY14" fmla="*/ 80043 h 80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612" h="80043">
                  <a:moveTo>
                    <a:pt x="76613" y="80043"/>
                  </a:moveTo>
                  <a:lnTo>
                    <a:pt x="55172" y="80043"/>
                  </a:lnTo>
                  <a:lnTo>
                    <a:pt x="38020" y="52314"/>
                  </a:lnTo>
                  <a:lnTo>
                    <a:pt x="37735" y="52314"/>
                  </a:lnTo>
                  <a:lnTo>
                    <a:pt x="21154" y="80043"/>
                  </a:lnTo>
                  <a:lnTo>
                    <a:pt x="0" y="80043"/>
                  </a:lnTo>
                  <a:lnTo>
                    <a:pt x="27443" y="38592"/>
                  </a:lnTo>
                  <a:lnTo>
                    <a:pt x="2001" y="0"/>
                  </a:lnTo>
                  <a:lnTo>
                    <a:pt x="23155" y="0"/>
                  </a:lnTo>
                  <a:lnTo>
                    <a:pt x="38306" y="24585"/>
                  </a:lnTo>
                  <a:lnTo>
                    <a:pt x="38592" y="24585"/>
                  </a:lnTo>
                  <a:lnTo>
                    <a:pt x="53457" y="0"/>
                  </a:lnTo>
                  <a:lnTo>
                    <a:pt x="74326" y="0"/>
                  </a:lnTo>
                  <a:lnTo>
                    <a:pt x="49169" y="38306"/>
                  </a:lnTo>
                  <a:lnTo>
                    <a:pt x="76613" y="80043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2" name="Freihandform: Form 181">
              <a:extLst>
                <a:ext uri="{FF2B5EF4-FFF2-40B4-BE49-F238E27FC236}">
                  <a16:creationId xmlns:a16="http://schemas.microsoft.com/office/drawing/2014/main" id="{30AFC32A-2C37-44C1-A1BB-2B0FC87FC6BE}"/>
                </a:ext>
              </a:extLst>
            </p:cNvPr>
            <p:cNvSpPr/>
            <p:nvPr/>
          </p:nvSpPr>
          <p:spPr>
            <a:xfrm>
              <a:off x="2674316" y="-108262"/>
              <a:ext cx="67755" cy="83759"/>
            </a:xfrm>
            <a:custGeom>
              <a:avLst/>
              <a:gdLst>
                <a:gd name="connsiteX0" fmla="*/ 34309 w 67755"/>
                <a:gd name="connsiteY0" fmla="*/ 32303 h 83759"/>
                <a:gd name="connsiteX1" fmla="*/ 49460 w 67755"/>
                <a:gd name="connsiteY1" fmla="*/ 34018 h 83759"/>
                <a:gd name="connsiteX2" fmla="*/ 49460 w 67755"/>
                <a:gd name="connsiteY2" fmla="*/ 31160 h 83759"/>
                <a:gd name="connsiteX3" fmla="*/ 31736 w 67755"/>
                <a:gd name="connsiteY3" fmla="*/ 15723 h 83759"/>
                <a:gd name="connsiteX4" fmla="*/ 11440 w 67755"/>
                <a:gd name="connsiteY4" fmla="*/ 20297 h 83759"/>
                <a:gd name="connsiteX5" fmla="*/ 7438 w 67755"/>
                <a:gd name="connsiteY5" fmla="*/ 4574 h 83759"/>
                <a:gd name="connsiteX6" fmla="*/ 33737 w 67755"/>
                <a:gd name="connsiteY6" fmla="*/ 0 h 83759"/>
                <a:gd name="connsiteX7" fmla="*/ 67756 w 67755"/>
                <a:gd name="connsiteY7" fmla="*/ 30874 h 83759"/>
                <a:gd name="connsiteX8" fmla="*/ 67756 w 67755"/>
                <a:gd name="connsiteY8" fmla="*/ 82044 h 83759"/>
                <a:gd name="connsiteX9" fmla="*/ 50032 w 67755"/>
                <a:gd name="connsiteY9" fmla="*/ 82044 h 83759"/>
                <a:gd name="connsiteX10" fmla="*/ 50032 w 67755"/>
                <a:gd name="connsiteY10" fmla="*/ 73468 h 83759"/>
                <a:gd name="connsiteX11" fmla="*/ 49746 w 67755"/>
                <a:gd name="connsiteY11" fmla="*/ 73468 h 83759"/>
                <a:gd name="connsiteX12" fmla="*/ 26305 w 67755"/>
                <a:gd name="connsiteY12" fmla="*/ 83759 h 83759"/>
                <a:gd name="connsiteX13" fmla="*/ 5 w 67755"/>
                <a:gd name="connsiteY13" fmla="*/ 58317 h 83759"/>
                <a:gd name="connsiteX14" fmla="*/ 34309 w 67755"/>
                <a:gd name="connsiteY14" fmla="*/ 32303 h 83759"/>
                <a:gd name="connsiteX15" fmla="*/ 31165 w 67755"/>
                <a:gd name="connsiteY15" fmla="*/ 69752 h 83759"/>
                <a:gd name="connsiteX16" fmla="*/ 49460 w 67755"/>
                <a:gd name="connsiteY16" fmla="*/ 60032 h 83759"/>
                <a:gd name="connsiteX17" fmla="*/ 49460 w 67755"/>
                <a:gd name="connsiteY17" fmla="*/ 46311 h 83759"/>
                <a:gd name="connsiteX18" fmla="*/ 36310 w 67755"/>
                <a:gd name="connsiteY18" fmla="*/ 44881 h 83759"/>
                <a:gd name="connsiteX19" fmla="*/ 17729 w 67755"/>
                <a:gd name="connsiteY19" fmla="*/ 58031 h 83759"/>
                <a:gd name="connsiteX20" fmla="*/ 31165 w 67755"/>
                <a:gd name="connsiteY20" fmla="*/ 69752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7755" h="83759">
                  <a:moveTo>
                    <a:pt x="34309" y="32303"/>
                  </a:moveTo>
                  <a:cubicBezTo>
                    <a:pt x="39455" y="32303"/>
                    <a:pt x="44315" y="32589"/>
                    <a:pt x="49460" y="34018"/>
                  </a:cubicBezTo>
                  <a:lnTo>
                    <a:pt x="49460" y="31160"/>
                  </a:lnTo>
                  <a:cubicBezTo>
                    <a:pt x="49460" y="20868"/>
                    <a:pt x="43457" y="15723"/>
                    <a:pt x="31736" y="15723"/>
                  </a:cubicBezTo>
                  <a:cubicBezTo>
                    <a:pt x="25161" y="15723"/>
                    <a:pt x="18015" y="17152"/>
                    <a:pt x="11440" y="20297"/>
                  </a:cubicBezTo>
                  <a:lnTo>
                    <a:pt x="7438" y="4574"/>
                  </a:lnTo>
                  <a:cubicBezTo>
                    <a:pt x="14870" y="1715"/>
                    <a:pt x="24590" y="0"/>
                    <a:pt x="33737" y="0"/>
                  </a:cubicBezTo>
                  <a:cubicBezTo>
                    <a:pt x="56321" y="0"/>
                    <a:pt x="67756" y="10577"/>
                    <a:pt x="67756" y="30874"/>
                  </a:cubicBezTo>
                  <a:lnTo>
                    <a:pt x="67756" y="82044"/>
                  </a:lnTo>
                  <a:lnTo>
                    <a:pt x="50032" y="82044"/>
                  </a:lnTo>
                  <a:lnTo>
                    <a:pt x="50032" y="73468"/>
                  </a:lnTo>
                  <a:lnTo>
                    <a:pt x="49746" y="73468"/>
                  </a:lnTo>
                  <a:cubicBezTo>
                    <a:pt x="42885" y="80615"/>
                    <a:pt x="35738" y="83759"/>
                    <a:pt x="26305" y="83759"/>
                  </a:cubicBezTo>
                  <a:cubicBezTo>
                    <a:pt x="10296" y="83759"/>
                    <a:pt x="5" y="73754"/>
                    <a:pt x="5" y="58317"/>
                  </a:cubicBezTo>
                  <a:cubicBezTo>
                    <a:pt x="-281" y="41451"/>
                    <a:pt x="11726" y="32303"/>
                    <a:pt x="34309" y="32303"/>
                  </a:cubicBezTo>
                  <a:close/>
                  <a:moveTo>
                    <a:pt x="31165" y="69752"/>
                  </a:moveTo>
                  <a:cubicBezTo>
                    <a:pt x="38025" y="69752"/>
                    <a:pt x="44315" y="66321"/>
                    <a:pt x="49460" y="60032"/>
                  </a:cubicBezTo>
                  <a:lnTo>
                    <a:pt x="49460" y="46311"/>
                  </a:lnTo>
                  <a:cubicBezTo>
                    <a:pt x="45172" y="45167"/>
                    <a:pt x="40598" y="44881"/>
                    <a:pt x="36310" y="44881"/>
                  </a:cubicBezTo>
                  <a:cubicBezTo>
                    <a:pt x="24590" y="44881"/>
                    <a:pt x="17729" y="49455"/>
                    <a:pt x="17729" y="58031"/>
                  </a:cubicBezTo>
                  <a:cubicBezTo>
                    <a:pt x="17729" y="65178"/>
                    <a:pt x="22874" y="69752"/>
                    <a:pt x="31165" y="6975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3" name="Freihandform: Form 182">
              <a:extLst>
                <a:ext uri="{FF2B5EF4-FFF2-40B4-BE49-F238E27FC236}">
                  <a16:creationId xmlns:a16="http://schemas.microsoft.com/office/drawing/2014/main" id="{7D64DA7C-9D36-4399-80F0-718B75D53D4B}"/>
                </a:ext>
              </a:extLst>
            </p:cNvPr>
            <p:cNvSpPr/>
            <p:nvPr/>
          </p:nvSpPr>
          <p:spPr>
            <a:xfrm>
              <a:off x="2765799" y="-108262"/>
              <a:ext cx="68894" cy="82044"/>
            </a:xfrm>
            <a:custGeom>
              <a:avLst/>
              <a:gdLst>
                <a:gd name="connsiteX0" fmla="*/ 68894 w 68894"/>
                <a:gd name="connsiteY0" fmla="*/ 81758 h 82044"/>
                <a:gd name="connsiteX1" fmla="*/ 50027 w 68894"/>
                <a:gd name="connsiteY1" fmla="*/ 81758 h 82044"/>
                <a:gd name="connsiteX2" fmla="*/ 50027 w 68894"/>
                <a:gd name="connsiteY2" fmla="*/ 36019 h 82044"/>
                <a:gd name="connsiteX3" fmla="*/ 35162 w 68894"/>
                <a:gd name="connsiteY3" fmla="*/ 16580 h 82044"/>
                <a:gd name="connsiteX4" fmla="*/ 18581 w 68894"/>
                <a:gd name="connsiteY4" fmla="*/ 36019 h 82044"/>
                <a:gd name="connsiteX5" fmla="*/ 18581 w 68894"/>
                <a:gd name="connsiteY5" fmla="*/ 82044 h 82044"/>
                <a:gd name="connsiteX6" fmla="*/ 0 w 68894"/>
                <a:gd name="connsiteY6" fmla="*/ 82044 h 82044"/>
                <a:gd name="connsiteX7" fmla="*/ 0 w 68894"/>
                <a:gd name="connsiteY7" fmla="*/ 2001 h 82044"/>
                <a:gd name="connsiteX8" fmla="*/ 18581 w 68894"/>
                <a:gd name="connsiteY8" fmla="*/ 2001 h 82044"/>
                <a:gd name="connsiteX9" fmla="*/ 18581 w 68894"/>
                <a:gd name="connsiteY9" fmla="*/ 11721 h 82044"/>
                <a:gd name="connsiteX10" fmla="*/ 18867 w 68894"/>
                <a:gd name="connsiteY10" fmla="*/ 11721 h 82044"/>
                <a:gd name="connsiteX11" fmla="*/ 42308 w 68894"/>
                <a:gd name="connsiteY11" fmla="*/ 0 h 82044"/>
                <a:gd name="connsiteX12" fmla="*/ 68608 w 68894"/>
                <a:gd name="connsiteY12" fmla="*/ 32303 h 82044"/>
                <a:gd name="connsiteX13" fmla="*/ 68608 w 68894"/>
                <a:gd name="connsiteY13" fmla="*/ 81758 h 8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894" h="82044">
                  <a:moveTo>
                    <a:pt x="68894" y="81758"/>
                  </a:moveTo>
                  <a:lnTo>
                    <a:pt x="50027" y="81758"/>
                  </a:lnTo>
                  <a:lnTo>
                    <a:pt x="50027" y="36019"/>
                  </a:lnTo>
                  <a:cubicBezTo>
                    <a:pt x="50027" y="24299"/>
                    <a:pt x="46596" y="16580"/>
                    <a:pt x="35162" y="16580"/>
                  </a:cubicBezTo>
                  <a:cubicBezTo>
                    <a:pt x="22012" y="16580"/>
                    <a:pt x="18581" y="27157"/>
                    <a:pt x="18581" y="36019"/>
                  </a:cubicBezTo>
                  <a:lnTo>
                    <a:pt x="18581" y="82044"/>
                  </a:lnTo>
                  <a:lnTo>
                    <a:pt x="0" y="82044"/>
                  </a:lnTo>
                  <a:lnTo>
                    <a:pt x="0" y="2001"/>
                  </a:lnTo>
                  <a:lnTo>
                    <a:pt x="18581" y="2001"/>
                  </a:lnTo>
                  <a:lnTo>
                    <a:pt x="18581" y="11721"/>
                  </a:lnTo>
                  <a:lnTo>
                    <a:pt x="18867" y="11721"/>
                  </a:lnTo>
                  <a:cubicBezTo>
                    <a:pt x="23727" y="4574"/>
                    <a:pt x="32017" y="0"/>
                    <a:pt x="42308" y="0"/>
                  </a:cubicBezTo>
                  <a:cubicBezTo>
                    <a:pt x="60604" y="0"/>
                    <a:pt x="68608" y="13436"/>
                    <a:pt x="68608" y="32303"/>
                  </a:cubicBezTo>
                  <a:lnTo>
                    <a:pt x="68608" y="81758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4" name="Freihandform: Form 183">
              <a:extLst>
                <a:ext uri="{FF2B5EF4-FFF2-40B4-BE49-F238E27FC236}">
                  <a16:creationId xmlns:a16="http://schemas.microsoft.com/office/drawing/2014/main" id="{B0884CE5-F60B-43FE-B570-CB0ED9ED2C0D}"/>
                </a:ext>
              </a:extLst>
            </p:cNvPr>
            <p:cNvSpPr/>
            <p:nvPr/>
          </p:nvSpPr>
          <p:spPr>
            <a:xfrm>
              <a:off x="2854418" y="-143138"/>
              <a:ext cx="74611" cy="118921"/>
            </a:xfrm>
            <a:custGeom>
              <a:avLst/>
              <a:gdLst>
                <a:gd name="connsiteX0" fmla="*/ 0 w 74611"/>
                <a:gd name="connsiteY0" fmla="*/ 76613 h 118921"/>
                <a:gd name="connsiteX1" fmla="*/ 32589 w 74611"/>
                <a:gd name="connsiteY1" fmla="*/ 34876 h 118921"/>
                <a:gd name="connsiteX2" fmla="*/ 55744 w 74611"/>
                <a:gd name="connsiteY2" fmla="*/ 45739 h 118921"/>
                <a:gd name="connsiteX3" fmla="*/ 56030 w 74611"/>
                <a:gd name="connsiteY3" fmla="*/ 45739 h 118921"/>
                <a:gd name="connsiteX4" fmla="*/ 56030 w 74611"/>
                <a:gd name="connsiteY4" fmla="*/ 4574 h 118921"/>
                <a:gd name="connsiteX5" fmla="*/ 74612 w 74611"/>
                <a:gd name="connsiteY5" fmla="*/ 0 h 118921"/>
                <a:gd name="connsiteX6" fmla="*/ 74612 w 74611"/>
                <a:gd name="connsiteY6" fmla="*/ 116920 h 118921"/>
                <a:gd name="connsiteX7" fmla="*/ 56316 w 74611"/>
                <a:gd name="connsiteY7" fmla="*/ 116920 h 118921"/>
                <a:gd name="connsiteX8" fmla="*/ 56316 w 74611"/>
                <a:gd name="connsiteY8" fmla="*/ 107486 h 118921"/>
                <a:gd name="connsiteX9" fmla="*/ 56030 w 74611"/>
                <a:gd name="connsiteY9" fmla="*/ 107486 h 118921"/>
                <a:gd name="connsiteX10" fmla="*/ 32017 w 74611"/>
                <a:gd name="connsiteY10" fmla="*/ 118921 h 118921"/>
                <a:gd name="connsiteX11" fmla="*/ 0 w 74611"/>
                <a:gd name="connsiteY11" fmla="*/ 76613 h 118921"/>
                <a:gd name="connsiteX12" fmla="*/ 18581 w 74611"/>
                <a:gd name="connsiteY12" fmla="*/ 76613 h 118921"/>
                <a:gd name="connsiteX13" fmla="*/ 37163 w 74611"/>
                <a:gd name="connsiteY13" fmla="*/ 102341 h 118921"/>
                <a:gd name="connsiteX14" fmla="*/ 56316 w 74611"/>
                <a:gd name="connsiteY14" fmla="*/ 91764 h 118921"/>
                <a:gd name="connsiteX15" fmla="*/ 56316 w 74611"/>
                <a:gd name="connsiteY15" fmla="*/ 62319 h 118921"/>
                <a:gd name="connsiteX16" fmla="*/ 37163 w 74611"/>
                <a:gd name="connsiteY16" fmla="*/ 51742 h 118921"/>
                <a:gd name="connsiteX17" fmla="*/ 18581 w 74611"/>
                <a:gd name="connsiteY17" fmla="*/ 76613 h 118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611" h="118921">
                  <a:moveTo>
                    <a:pt x="0" y="76613"/>
                  </a:moveTo>
                  <a:cubicBezTo>
                    <a:pt x="0" y="50885"/>
                    <a:pt x="13150" y="34876"/>
                    <a:pt x="32589" y="34876"/>
                  </a:cubicBezTo>
                  <a:cubicBezTo>
                    <a:pt x="42594" y="34876"/>
                    <a:pt x="50599" y="39164"/>
                    <a:pt x="55744" y="45739"/>
                  </a:cubicBezTo>
                  <a:lnTo>
                    <a:pt x="56030" y="45739"/>
                  </a:lnTo>
                  <a:lnTo>
                    <a:pt x="56030" y="4574"/>
                  </a:lnTo>
                  <a:lnTo>
                    <a:pt x="74612" y="0"/>
                  </a:lnTo>
                  <a:lnTo>
                    <a:pt x="74612" y="116920"/>
                  </a:lnTo>
                  <a:lnTo>
                    <a:pt x="56316" y="116920"/>
                  </a:lnTo>
                  <a:lnTo>
                    <a:pt x="56316" y="107486"/>
                  </a:lnTo>
                  <a:lnTo>
                    <a:pt x="56030" y="107486"/>
                  </a:lnTo>
                  <a:cubicBezTo>
                    <a:pt x="50313" y="114633"/>
                    <a:pt x="42023" y="118921"/>
                    <a:pt x="32017" y="118921"/>
                  </a:cubicBezTo>
                  <a:cubicBezTo>
                    <a:pt x="13150" y="118635"/>
                    <a:pt x="0" y="102341"/>
                    <a:pt x="0" y="76613"/>
                  </a:cubicBezTo>
                  <a:close/>
                  <a:moveTo>
                    <a:pt x="18581" y="76613"/>
                  </a:moveTo>
                  <a:cubicBezTo>
                    <a:pt x="18581" y="92907"/>
                    <a:pt x="25442" y="102341"/>
                    <a:pt x="37163" y="102341"/>
                  </a:cubicBezTo>
                  <a:cubicBezTo>
                    <a:pt x="44310" y="102341"/>
                    <a:pt x="50313" y="98910"/>
                    <a:pt x="56316" y="91764"/>
                  </a:cubicBezTo>
                  <a:lnTo>
                    <a:pt x="56316" y="62319"/>
                  </a:lnTo>
                  <a:cubicBezTo>
                    <a:pt x="50884" y="55173"/>
                    <a:pt x="44881" y="51742"/>
                    <a:pt x="37163" y="51742"/>
                  </a:cubicBezTo>
                  <a:cubicBezTo>
                    <a:pt x="24871" y="51742"/>
                    <a:pt x="18581" y="60604"/>
                    <a:pt x="18581" y="76613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5" name="Freihandform: Form 184">
              <a:extLst>
                <a:ext uri="{FF2B5EF4-FFF2-40B4-BE49-F238E27FC236}">
                  <a16:creationId xmlns:a16="http://schemas.microsoft.com/office/drawing/2014/main" id="{E75BDE08-0A10-4A88-BFA6-8D059D2D02BB}"/>
                </a:ext>
              </a:extLst>
            </p:cNvPr>
            <p:cNvSpPr/>
            <p:nvPr/>
          </p:nvSpPr>
          <p:spPr>
            <a:xfrm>
              <a:off x="2949326" y="-108262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0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2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0" y="46025"/>
                    <a:pt x="72610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1742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2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7157" y="15151"/>
                    <a:pt x="20297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6" name="Freihandform: Form 185">
              <a:extLst>
                <a:ext uri="{FF2B5EF4-FFF2-40B4-BE49-F238E27FC236}">
                  <a16:creationId xmlns:a16="http://schemas.microsoft.com/office/drawing/2014/main" id="{F2AB79C9-E3ED-4783-B671-5DB9D4288B46}"/>
                </a:ext>
              </a:extLst>
            </p:cNvPr>
            <p:cNvSpPr/>
            <p:nvPr/>
          </p:nvSpPr>
          <p:spPr>
            <a:xfrm>
              <a:off x="3043376" y="-108335"/>
              <a:ext cx="48025" cy="81831"/>
            </a:xfrm>
            <a:custGeom>
              <a:avLst/>
              <a:gdLst>
                <a:gd name="connsiteX0" fmla="*/ 48026 w 48025"/>
                <a:gd name="connsiteY0" fmla="*/ 1502 h 81831"/>
                <a:gd name="connsiteX1" fmla="*/ 45167 w 48025"/>
                <a:gd name="connsiteY1" fmla="*/ 20655 h 81831"/>
                <a:gd name="connsiteX2" fmla="*/ 34876 w 48025"/>
                <a:gd name="connsiteY2" fmla="*/ 18083 h 81831"/>
                <a:gd name="connsiteX3" fmla="*/ 18581 w 48025"/>
                <a:gd name="connsiteY3" fmla="*/ 40666 h 81831"/>
                <a:gd name="connsiteX4" fmla="*/ 18581 w 48025"/>
                <a:gd name="connsiteY4" fmla="*/ 81831 h 81831"/>
                <a:gd name="connsiteX5" fmla="*/ 0 w 48025"/>
                <a:gd name="connsiteY5" fmla="*/ 81831 h 81831"/>
                <a:gd name="connsiteX6" fmla="*/ 0 w 48025"/>
                <a:gd name="connsiteY6" fmla="*/ 1788 h 81831"/>
                <a:gd name="connsiteX7" fmla="*/ 18296 w 48025"/>
                <a:gd name="connsiteY7" fmla="*/ 1788 h 81831"/>
                <a:gd name="connsiteX8" fmla="*/ 18296 w 48025"/>
                <a:gd name="connsiteY8" fmla="*/ 12079 h 81831"/>
                <a:gd name="connsiteX9" fmla="*/ 18581 w 48025"/>
                <a:gd name="connsiteY9" fmla="*/ 12079 h 81831"/>
                <a:gd name="connsiteX10" fmla="*/ 39450 w 48025"/>
                <a:gd name="connsiteY10" fmla="*/ 73 h 81831"/>
                <a:gd name="connsiteX11" fmla="*/ 48026 w 48025"/>
                <a:gd name="connsiteY11" fmla="*/ 1502 h 81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025" h="81831">
                  <a:moveTo>
                    <a:pt x="48026" y="1502"/>
                  </a:moveTo>
                  <a:lnTo>
                    <a:pt x="45167" y="20655"/>
                  </a:lnTo>
                  <a:cubicBezTo>
                    <a:pt x="42309" y="19226"/>
                    <a:pt x="38878" y="18083"/>
                    <a:pt x="34876" y="18083"/>
                  </a:cubicBezTo>
                  <a:cubicBezTo>
                    <a:pt x="22012" y="18083"/>
                    <a:pt x="18581" y="28374"/>
                    <a:pt x="18581" y="40666"/>
                  </a:cubicBezTo>
                  <a:lnTo>
                    <a:pt x="18581" y="81831"/>
                  </a:lnTo>
                  <a:lnTo>
                    <a:pt x="0" y="81831"/>
                  </a:lnTo>
                  <a:lnTo>
                    <a:pt x="0" y="1788"/>
                  </a:lnTo>
                  <a:lnTo>
                    <a:pt x="18296" y="1788"/>
                  </a:lnTo>
                  <a:lnTo>
                    <a:pt x="18296" y="12079"/>
                  </a:lnTo>
                  <a:lnTo>
                    <a:pt x="18581" y="12079"/>
                  </a:lnTo>
                  <a:cubicBezTo>
                    <a:pt x="22869" y="4647"/>
                    <a:pt x="30302" y="73"/>
                    <a:pt x="39450" y="73"/>
                  </a:cubicBezTo>
                  <a:cubicBezTo>
                    <a:pt x="42023" y="-213"/>
                    <a:pt x="45167" y="359"/>
                    <a:pt x="48026" y="150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7" name="Freihandform: Form 186">
              <a:extLst>
                <a:ext uri="{FF2B5EF4-FFF2-40B4-BE49-F238E27FC236}">
                  <a16:creationId xmlns:a16="http://schemas.microsoft.com/office/drawing/2014/main" id="{113C232E-3E76-4078-8B81-B0E5AF404A15}"/>
                </a:ext>
              </a:extLst>
            </p:cNvPr>
            <p:cNvSpPr/>
            <p:nvPr/>
          </p:nvSpPr>
          <p:spPr>
            <a:xfrm>
              <a:off x="3103123" y="-84249"/>
              <a:ext cx="39163" cy="17723"/>
            </a:xfrm>
            <a:custGeom>
              <a:avLst/>
              <a:gdLst>
                <a:gd name="connsiteX0" fmla="*/ 39164 w 39163"/>
                <a:gd name="connsiteY0" fmla="*/ 17724 h 17723"/>
                <a:gd name="connsiteX1" fmla="*/ 0 w 39163"/>
                <a:gd name="connsiteY1" fmla="*/ 17724 h 17723"/>
                <a:gd name="connsiteX2" fmla="*/ 0 w 39163"/>
                <a:gd name="connsiteY2" fmla="*/ 0 h 17723"/>
                <a:gd name="connsiteX3" fmla="*/ 39164 w 39163"/>
                <a:gd name="connsiteY3" fmla="*/ 0 h 17723"/>
                <a:gd name="connsiteX4" fmla="*/ 39164 w 39163"/>
                <a:gd name="connsiteY4" fmla="*/ 17724 h 17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163" h="17723">
                  <a:moveTo>
                    <a:pt x="39164" y="17724"/>
                  </a:moveTo>
                  <a:lnTo>
                    <a:pt x="0" y="17724"/>
                  </a:lnTo>
                  <a:lnTo>
                    <a:pt x="0" y="0"/>
                  </a:lnTo>
                  <a:lnTo>
                    <a:pt x="39164" y="0"/>
                  </a:lnTo>
                  <a:lnTo>
                    <a:pt x="39164" y="1772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8" name="Freihandform: Form 187">
              <a:extLst>
                <a:ext uri="{FF2B5EF4-FFF2-40B4-BE49-F238E27FC236}">
                  <a16:creationId xmlns:a16="http://schemas.microsoft.com/office/drawing/2014/main" id="{082E9C18-DF8B-4CF7-9A49-42E90EFB55C5}"/>
                </a:ext>
              </a:extLst>
            </p:cNvPr>
            <p:cNvSpPr/>
            <p:nvPr/>
          </p:nvSpPr>
          <p:spPr>
            <a:xfrm>
              <a:off x="3166014" y="-137135"/>
              <a:ext cx="86617" cy="112632"/>
            </a:xfrm>
            <a:custGeom>
              <a:avLst/>
              <a:gdLst>
                <a:gd name="connsiteX0" fmla="*/ 86618 w 86617"/>
                <a:gd name="connsiteY0" fmla="*/ 66893 h 112632"/>
                <a:gd name="connsiteX1" fmla="*/ 43166 w 86617"/>
                <a:gd name="connsiteY1" fmla="*/ 112632 h 112632"/>
                <a:gd name="connsiteX2" fmla="*/ 0 w 86617"/>
                <a:gd name="connsiteY2" fmla="*/ 66893 h 112632"/>
                <a:gd name="connsiteX3" fmla="*/ 0 w 86617"/>
                <a:gd name="connsiteY3" fmla="*/ 0 h 112632"/>
                <a:gd name="connsiteX4" fmla="*/ 20011 w 86617"/>
                <a:gd name="connsiteY4" fmla="*/ 0 h 112632"/>
                <a:gd name="connsiteX5" fmla="*/ 20011 w 86617"/>
                <a:gd name="connsiteY5" fmla="*/ 65750 h 112632"/>
                <a:gd name="connsiteX6" fmla="*/ 43452 w 86617"/>
                <a:gd name="connsiteY6" fmla="*/ 93765 h 112632"/>
                <a:gd name="connsiteX7" fmla="*/ 66321 w 86617"/>
                <a:gd name="connsiteY7" fmla="*/ 65750 h 112632"/>
                <a:gd name="connsiteX8" fmla="*/ 66321 w 86617"/>
                <a:gd name="connsiteY8" fmla="*/ 0 h 112632"/>
                <a:gd name="connsiteX9" fmla="*/ 86332 w 86617"/>
                <a:gd name="connsiteY9" fmla="*/ 0 h 112632"/>
                <a:gd name="connsiteX10" fmla="*/ 86332 w 86617"/>
                <a:gd name="connsiteY10" fmla="*/ 66893 h 112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6617" h="112632">
                  <a:moveTo>
                    <a:pt x="86618" y="66893"/>
                  </a:moveTo>
                  <a:cubicBezTo>
                    <a:pt x="86618" y="93479"/>
                    <a:pt x="72896" y="112632"/>
                    <a:pt x="43166" y="112632"/>
                  </a:cubicBezTo>
                  <a:cubicBezTo>
                    <a:pt x="13722" y="112632"/>
                    <a:pt x="0" y="93765"/>
                    <a:pt x="0" y="66893"/>
                  </a:cubicBezTo>
                  <a:lnTo>
                    <a:pt x="0" y="0"/>
                  </a:lnTo>
                  <a:lnTo>
                    <a:pt x="20011" y="0"/>
                  </a:lnTo>
                  <a:lnTo>
                    <a:pt x="20011" y="65750"/>
                  </a:lnTo>
                  <a:cubicBezTo>
                    <a:pt x="20011" y="82330"/>
                    <a:pt x="27157" y="93765"/>
                    <a:pt x="43452" y="93765"/>
                  </a:cubicBezTo>
                  <a:cubicBezTo>
                    <a:pt x="59746" y="93765"/>
                    <a:pt x="66321" y="82616"/>
                    <a:pt x="66321" y="65750"/>
                  </a:cubicBezTo>
                  <a:lnTo>
                    <a:pt x="66321" y="0"/>
                  </a:lnTo>
                  <a:lnTo>
                    <a:pt x="86332" y="0"/>
                  </a:lnTo>
                  <a:lnTo>
                    <a:pt x="86332" y="66893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9" name="Freihandform: Form 188">
              <a:extLst>
                <a:ext uri="{FF2B5EF4-FFF2-40B4-BE49-F238E27FC236}">
                  <a16:creationId xmlns:a16="http://schemas.microsoft.com/office/drawing/2014/main" id="{0445EFA6-D834-4337-BBD2-4534F841B54A}"/>
                </a:ext>
              </a:extLst>
            </p:cNvPr>
            <p:cNvSpPr/>
            <p:nvPr/>
          </p:nvSpPr>
          <p:spPr>
            <a:xfrm>
              <a:off x="3277788" y="-108262"/>
              <a:ext cx="68608" cy="82044"/>
            </a:xfrm>
            <a:custGeom>
              <a:avLst/>
              <a:gdLst>
                <a:gd name="connsiteX0" fmla="*/ 68608 w 68608"/>
                <a:gd name="connsiteY0" fmla="*/ 81758 h 82044"/>
                <a:gd name="connsiteX1" fmla="*/ 50027 w 68608"/>
                <a:gd name="connsiteY1" fmla="*/ 81758 h 82044"/>
                <a:gd name="connsiteX2" fmla="*/ 50027 w 68608"/>
                <a:gd name="connsiteY2" fmla="*/ 36019 h 82044"/>
                <a:gd name="connsiteX3" fmla="*/ 35162 w 68608"/>
                <a:gd name="connsiteY3" fmla="*/ 16580 h 82044"/>
                <a:gd name="connsiteX4" fmla="*/ 18581 w 68608"/>
                <a:gd name="connsiteY4" fmla="*/ 36019 h 82044"/>
                <a:gd name="connsiteX5" fmla="*/ 18581 w 68608"/>
                <a:gd name="connsiteY5" fmla="*/ 82044 h 82044"/>
                <a:gd name="connsiteX6" fmla="*/ 0 w 68608"/>
                <a:gd name="connsiteY6" fmla="*/ 82044 h 82044"/>
                <a:gd name="connsiteX7" fmla="*/ 0 w 68608"/>
                <a:gd name="connsiteY7" fmla="*/ 2001 h 82044"/>
                <a:gd name="connsiteX8" fmla="*/ 18581 w 68608"/>
                <a:gd name="connsiteY8" fmla="*/ 2001 h 82044"/>
                <a:gd name="connsiteX9" fmla="*/ 18581 w 68608"/>
                <a:gd name="connsiteY9" fmla="*/ 11721 h 82044"/>
                <a:gd name="connsiteX10" fmla="*/ 18867 w 68608"/>
                <a:gd name="connsiteY10" fmla="*/ 11721 h 82044"/>
                <a:gd name="connsiteX11" fmla="*/ 42309 w 68608"/>
                <a:gd name="connsiteY11" fmla="*/ 0 h 82044"/>
                <a:gd name="connsiteX12" fmla="*/ 68608 w 68608"/>
                <a:gd name="connsiteY12" fmla="*/ 32303 h 82044"/>
                <a:gd name="connsiteX13" fmla="*/ 68608 w 68608"/>
                <a:gd name="connsiteY13" fmla="*/ 81758 h 8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82044">
                  <a:moveTo>
                    <a:pt x="68608" y="81758"/>
                  </a:moveTo>
                  <a:lnTo>
                    <a:pt x="50027" y="81758"/>
                  </a:lnTo>
                  <a:lnTo>
                    <a:pt x="50027" y="36019"/>
                  </a:lnTo>
                  <a:cubicBezTo>
                    <a:pt x="50027" y="24299"/>
                    <a:pt x="46597" y="16580"/>
                    <a:pt x="35162" y="16580"/>
                  </a:cubicBezTo>
                  <a:cubicBezTo>
                    <a:pt x="22012" y="16580"/>
                    <a:pt x="18581" y="27157"/>
                    <a:pt x="18581" y="36019"/>
                  </a:cubicBezTo>
                  <a:lnTo>
                    <a:pt x="18581" y="82044"/>
                  </a:lnTo>
                  <a:lnTo>
                    <a:pt x="0" y="82044"/>
                  </a:lnTo>
                  <a:lnTo>
                    <a:pt x="0" y="2001"/>
                  </a:lnTo>
                  <a:lnTo>
                    <a:pt x="18581" y="2001"/>
                  </a:lnTo>
                  <a:lnTo>
                    <a:pt x="18581" y="11721"/>
                  </a:lnTo>
                  <a:lnTo>
                    <a:pt x="18867" y="11721"/>
                  </a:lnTo>
                  <a:cubicBezTo>
                    <a:pt x="23727" y="4574"/>
                    <a:pt x="32017" y="0"/>
                    <a:pt x="42309" y="0"/>
                  </a:cubicBezTo>
                  <a:cubicBezTo>
                    <a:pt x="60604" y="0"/>
                    <a:pt x="68608" y="13436"/>
                    <a:pt x="68608" y="32303"/>
                  </a:cubicBezTo>
                  <a:lnTo>
                    <a:pt x="68608" y="81758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0" name="Freihandform: Form 189">
              <a:extLst>
                <a:ext uri="{FF2B5EF4-FFF2-40B4-BE49-F238E27FC236}">
                  <a16:creationId xmlns:a16="http://schemas.microsoft.com/office/drawing/2014/main" id="{4B6F9751-691D-4E48-94C1-0433183ECAF4}"/>
                </a:ext>
              </a:extLst>
            </p:cNvPr>
            <p:cNvSpPr/>
            <p:nvPr/>
          </p:nvSpPr>
          <p:spPr>
            <a:xfrm>
              <a:off x="3367551" y="-141994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296"/>
                    <a:pt x="0" y="11435"/>
                  </a:cubicBezTo>
                  <a:cubicBezTo>
                    <a:pt x="0" y="4860"/>
                    <a:pt x="5432" y="0"/>
                    <a:pt x="11721" y="0"/>
                  </a:cubicBezTo>
                  <a:cubicBezTo>
                    <a:pt x="18296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1" name="Freihandform: Form 190">
              <a:extLst>
                <a:ext uri="{FF2B5EF4-FFF2-40B4-BE49-F238E27FC236}">
                  <a16:creationId xmlns:a16="http://schemas.microsoft.com/office/drawing/2014/main" id="{D8FB40E5-F34D-4DF1-8178-3897A0349504}"/>
                </a:ext>
              </a:extLst>
            </p:cNvPr>
            <p:cNvSpPr/>
            <p:nvPr/>
          </p:nvSpPr>
          <p:spPr>
            <a:xfrm>
              <a:off x="3404428" y="-106261"/>
              <a:ext cx="77755" cy="80043"/>
            </a:xfrm>
            <a:custGeom>
              <a:avLst/>
              <a:gdLst>
                <a:gd name="connsiteX0" fmla="*/ 77756 w 77755"/>
                <a:gd name="connsiteY0" fmla="*/ 0 h 80043"/>
                <a:gd name="connsiteX1" fmla="*/ 48598 w 77755"/>
                <a:gd name="connsiteY1" fmla="*/ 80043 h 80043"/>
                <a:gd name="connsiteX2" fmla="*/ 29158 w 77755"/>
                <a:gd name="connsiteY2" fmla="*/ 80043 h 80043"/>
                <a:gd name="connsiteX3" fmla="*/ 0 w 77755"/>
                <a:gd name="connsiteY3" fmla="*/ 0 h 80043"/>
                <a:gd name="connsiteX4" fmla="*/ 20582 w 77755"/>
                <a:gd name="connsiteY4" fmla="*/ 0 h 80043"/>
                <a:gd name="connsiteX5" fmla="*/ 38878 w 77755"/>
                <a:gd name="connsiteY5" fmla="*/ 58031 h 80043"/>
                <a:gd name="connsiteX6" fmla="*/ 39164 w 77755"/>
                <a:gd name="connsiteY6" fmla="*/ 58031 h 80043"/>
                <a:gd name="connsiteX7" fmla="*/ 57459 w 77755"/>
                <a:gd name="connsiteY7" fmla="*/ 0 h 80043"/>
                <a:gd name="connsiteX8" fmla="*/ 77756 w 77755"/>
                <a:gd name="connsiteY8" fmla="*/ 0 h 80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7755" h="80043">
                  <a:moveTo>
                    <a:pt x="77756" y="0"/>
                  </a:moveTo>
                  <a:lnTo>
                    <a:pt x="48598" y="80043"/>
                  </a:lnTo>
                  <a:lnTo>
                    <a:pt x="29158" y="80043"/>
                  </a:lnTo>
                  <a:lnTo>
                    <a:pt x="0" y="0"/>
                  </a:lnTo>
                  <a:lnTo>
                    <a:pt x="20582" y="0"/>
                  </a:lnTo>
                  <a:lnTo>
                    <a:pt x="38878" y="58031"/>
                  </a:lnTo>
                  <a:lnTo>
                    <a:pt x="39164" y="58031"/>
                  </a:lnTo>
                  <a:lnTo>
                    <a:pt x="57459" y="0"/>
                  </a:lnTo>
                  <a:lnTo>
                    <a:pt x="77756" y="0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2" name="Freihandform: Form 191">
              <a:extLst>
                <a:ext uri="{FF2B5EF4-FFF2-40B4-BE49-F238E27FC236}">
                  <a16:creationId xmlns:a16="http://schemas.microsoft.com/office/drawing/2014/main" id="{4A4C5803-4DBD-4AD9-99C1-243F55AFB06B}"/>
                </a:ext>
              </a:extLst>
            </p:cNvPr>
            <p:cNvSpPr/>
            <p:nvPr/>
          </p:nvSpPr>
          <p:spPr>
            <a:xfrm>
              <a:off x="3490760" y="-108262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1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3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1" y="46025"/>
                    <a:pt x="72611" y="48312"/>
                  </a:cubicBezTo>
                  <a:lnTo>
                    <a:pt x="18867" y="48312"/>
                  </a:lnTo>
                  <a:cubicBezTo>
                    <a:pt x="20869" y="60604"/>
                    <a:pt x="28301" y="67751"/>
                    <a:pt x="39736" y="67751"/>
                  </a:cubicBezTo>
                  <a:cubicBezTo>
                    <a:pt x="47168" y="67751"/>
                    <a:pt x="53172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2028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3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7157" y="15151"/>
                    <a:pt x="20583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3" name="Freihandform: Form 192">
              <a:extLst>
                <a:ext uri="{FF2B5EF4-FFF2-40B4-BE49-F238E27FC236}">
                  <a16:creationId xmlns:a16="http://schemas.microsoft.com/office/drawing/2014/main" id="{B9CC2AEB-7490-46DA-8359-E39B4D84B91C}"/>
                </a:ext>
              </a:extLst>
            </p:cNvPr>
            <p:cNvSpPr/>
            <p:nvPr/>
          </p:nvSpPr>
          <p:spPr>
            <a:xfrm>
              <a:off x="3584810" y="-108335"/>
              <a:ext cx="48025" cy="81831"/>
            </a:xfrm>
            <a:custGeom>
              <a:avLst/>
              <a:gdLst>
                <a:gd name="connsiteX0" fmla="*/ 48026 w 48025"/>
                <a:gd name="connsiteY0" fmla="*/ 1502 h 81831"/>
                <a:gd name="connsiteX1" fmla="*/ 45167 w 48025"/>
                <a:gd name="connsiteY1" fmla="*/ 20655 h 81831"/>
                <a:gd name="connsiteX2" fmla="*/ 34876 w 48025"/>
                <a:gd name="connsiteY2" fmla="*/ 18083 h 81831"/>
                <a:gd name="connsiteX3" fmla="*/ 18581 w 48025"/>
                <a:gd name="connsiteY3" fmla="*/ 40666 h 81831"/>
                <a:gd name="connsiteX4" fmla="*/ 18581 w 48025"/>
                <a:gd name="connsiteY4" fmla="*/ 81831 h 81831"/>
                <a:gd name="connsiteX5" fmla="*/ 0 w 48025"/>
                <a:gd name="connsiteY5" fmla="*/ 81831 h 81831"/>
                <a:gd name="connsiteX6" fmla="*/ 0 w 48025"/>
                <a:gd name="connsiteY6" fmla="*/ 1788 h 81831"/>
                <a:gd name="connsiteX7" fmla="*/ 18296 w 48025"/>
                <a:gd name="connsiteY7" fmla="*/ 1788 h 81831"/>
                <a:gd name="connsiteX8" fmla="*/ 18296 w 48025"/>
                <a:gd name="connsiteY8" fmla="*/ 12079 h 81831"/>
                <a:gd name="connsiteX9" fmla="*/ 18581 w 48025"/>
                <a:gd name="connsiteY9" fmla="*/ 12079 h 81831"/>
                <a:gd name="connsiteX10" fmla="*/ 39450 w 48025"/>
                <a:gd name="connsiteY10" fmla="*/ 73 h 81831"/>
                <a:gd name="connsiteX11" fmla="*/ 48026 w 48025"/>
                <a:gd name="connsiteY11" fmla="*/ 1502 h 81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025" h="81831">
                  <a:moveTo>
                    <a:pt x="48026" y="1502"/>
                  </a:moveTo>
                  <a:lnTo>
                    <a:pt x="45167" y="20655"/>
                  </a:lnTo>
                  <a:cubicBezTo>
                    <a:pt x="42308" y="19226"/>
                    <a:pt x="38878" y="18083"/>
                    <a:pt x="34876" y="18083"/>
                  </a:cubicBezTo>
                  <a:cubicBezTo>
                    <a:pt x="22012" y="18083"/>
                    <a:pt x="18581" y="28374"/>
                    <a:pt x="18581" y="40666"/>
                  </a:cubicBezTo>
                  <a:lnTo>
                    <a:pt x="18581" y="81831"/>
                  </a:lnTo>
                  <a:lnTo>
                    <a:pt x="0" y="81831"/>
                  </a:lnTo>
                  <a:lnTo>
                    <a:pt x="0" y="1788"/>
                  </a:lnTo>
                  <a:lnTo>
                    <a:pt x="18296" y="1788"/>
                  </a:lnTo>
                  <a:lnTo>
                    <a:pt x="18296" y="12079"/>
                  </a:lnTo>
                  <a:lnTo>
                    <a:pt x="18581" y="12079"/>
                  </a:lnTo>
                  <a:cubicBezTo>
                    <a:pt x="22869" y="4647"/>
                    <a:pt x="30302" y="73"/>
                    <a:pt x="39450" y="73"/>
                  </a:cubicBezTo>
                  <a:cubicBezTo>
                    <a:pt x="42023" y="-213"/>
                    <a:pt x="45167" y="359"/>
                    <a:pt x="48026" y="150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4" name="Freihandform: Form 193">
              <a:extLst>
                <a:ext uri="{FF2B5EF4-FFF2-40B4-BE49-F238E27FC236}">
                  <a16:creationId xmlns:a16="http://schemas.microsoft.com/office/drawing/2014/main" id="{F19BD1A3-4D27-469F-816F-F68E68ABC4C4}"/>
                </a:ext>
              </a:extLst>
            </p:cNvPr>
            <p:cNvSpPr/>
            <p:nvPr/>
          </p:nvSpPr>
          <p:spPr>
            <a:xfrm>
              <a:off x="3641698" y="-108548"/>
              <a:ext cx="61747" cy="84045"/>
            </a:xfrm>
            <a:custGeom>
              <a:avLst/>
              <a:gdLst>
                <a:gd name="connsiteX0" fmla="*/ 8862 w 61747"/>
                <a:gd name="connsiteY0" fmla="*/ 59461 h 84045"/>
                <a:gd name="connsiteX1" fmla="*/ 31445 w 61747"/>
                <a:gd name="connsiteY1" fmla="*/ 68322 h 84045"/>
                <a:gd name="connsiteX2" fmla="*/ 43166 w 61747"/>
                <a:gd name="connsiteY2" fmla="*/ 60318 h 84045"/>
                <a:gd name="connsiteX3" fmla="*/ 3144 w 61747"/>
                <a:gd name="connsiteY3" fmla="*/ 24871 h 84045"/>
                <a:gd name="connsiteX4" fmla="*/ 33446 w 61747"/>
                <a:gd name="connsiteY4" fmla="*/ 0 h 84045"/>
                <a:gd name="connsiteX5" fmla="*/ 61176 w 61747"/>
                <a:gd name="connsiteY5" fmla="*/ 8290 h 84045"/>
                <a:gd name="connsiteX6" fmla="*/ 52314 w 61747"/>
                <a:gd name="connsiteY6" fmla="*/ 22869 h 84045"/>
                <a:gd name="connsiteX7" fmla="*/ 33161 w 61747"/>
                <a:gd name="connsiteY7" fmla="*/ 15723 h 84045"/>
                <a:gd name="connsiteX8" fmla="*/ 21726 w 61747"/>
                <a:gd name="connsiteY8" fmla="*/ 23155 h 84045"/>
                <a:gd name="connsiteX9" fmla="*/ 61747 w 61747"/>
                <a:gd name="connsiteY9" fmla="*/ 58603 h 84045"/>
                <a:gd name="connsiteX10" fmla="*/ 30874 w 61747"/>
                <a:gd name="connsiteY10" fmla="*/ 84045 h 84045"/>
                <a:gd name="connsiteX11" fmla="*/ 0 w 61747"/>
                <a:gd name="connsiteY11" fmla="*/ 74326 h 84045"/>
                <a:gd name="connsiteX12" fmla="*/ 8862 w 61747"/>
                <a:gd name="connsiteY12" fmla="*/ 5946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747" h="84045">
                  <a:moveTo>
                    <a:pt x="8862" y="59461"/>
                  </a:moveTo>
                  <a:cubicBezTo>
                    <a:pt x="16866" y="65464"/>
                    <a:pt x="24299" y="68322"/>
                    <a:pt x="31445" y="68322"/>
                  </a:cubicBezTo>
                  <a:cubicBezTo>
                    <a:pt x="38306" y="68322"/>
                    <a:pt x="43166" y="65178"/>
                    <a:pt x="43166" y="60318"/>
                  </a:cubicBezTo>
                  <a:cubicBezTo>
                    <a:pt x="43166" y="46597"/>
                    <a:pt x="3144" y="51456"/>
                    <a:pt x="3144" y="24871"/>
                  </a:cubicBezTo>
                  <a:cubicBezTo>
                    <a:pt x="3144" y="10005"/>
                    <a:pt x="15437" y="0"/>
                    <a:pt x="33446" y="0"/>
                  </a:cubicBezTo>
                  <a:cubicBezTo>
                    <a:pt x="43166" y="0"/>
                    <a:pt x="52600" y="2859"/>
                    <a:pt x="61176" y="8290"/>
                  </a:cubicBezTo>
                  <a:lnTo>
                    <a:pt x="52314" y="22869"/>
                  </a:lnTo>
                  <a:cubicBezTo>
                    <a:pt x="45453" y="18296"/>
                    <a:pt x="39164" y="15723"/>
                    <a:pt x="33161" y="15723"/>
                  </a:cubicBezTo>
                  <a:cubicBezTo>
                    <a:pt x="26300" y="15723"/>
                    <a:pt x="21726" y="18581"/>
                    <a:pt x="21726" y="23155"/>
                  </a:cubicBezTo>
                  <a:cubicBezTo>
                    <a:pt x="21726" y="36305"/>
                    <a:pt x="61747" y="31731"/>
                    <a:pt x="61747" y="58603"/>
                  </a:cubicBezTo>
                  <a:cubicBezTo>
                    <a:pt x="61747" y="73754"/>
                    <a:pt x="49455" y="84045"/>
                    <a:pt x="30874" y="84045"/>
                  </a:cubicBezTo>
                  <a:cubicBezTo>
                    <a:pt x="20297" y="84045"/>
                    <a:pt x="9434" y="80615"/>
                    <a:pt x="0" y="74326"/>
                  </a:cubicBezTo>
                  <a:lnTo>
                    <a:pt x="8862" y="5946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5" name="Freihandform: Form 194">
              <a:extLst>
                <a:ext uri="{FF2B5EF4-FFF2-40B4-BE49-F238E27FC236}">
                  <a16:creationId xmlns:a16="http://schemas.microsoft.com/office/drawing/2014/main" id="{D8E51CDB-CB01-422A-8B6E-58BCF880AD93}"/>
                </a:ext>
              </a:extLst>
            </p:cNvPr>
            <p:cNvSpPr/>
            <p:nvPr/>
          </p:nvSpPr>
          <p:spPr>
            <a:xfrm>
              <a:off x="3720884" y="-141994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296"/>
                    <a:pt x="0" y="11435"/>
                  </a:cubicBezTo>
                  <a:cubicBezTo>
                    <a:pt x="0" y="4860"/>
                    <a:pt x="5432" y="0"/>
                    <a:pt x="11721" y="0"/>
                  </a:cubicBezTo>
                  <a:cubicBezTo>
                    <a:pt x="18296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6" name="Freihandform: Form 195">
              <a:extLst>
                <a:ext uri="{FF2B5EF4-FFF2-40B4-BE49-F238E27FC236}">
                  <a16:creationId xmlns:a16="http://schemas.microsoft.com/office/drawing/2014/main" id="{CE33B8C0-9214-48E9-B389-6B44159931EF}"/>
                </a:ext>
              </a:extLst>
            </p:cNvPr>
            <p:cNvSpPr/>
            <p:nvPr/>
          </p:nvSpPr>
          <p:spPr>
            <a:xfrm>
              <a:off x="3758046" y="-131989"/>
              <a:ext cx="49741" cy="107486"/>
            </a:xfrm>
            <a:custGeom>
              <a:avLst/>
              <a:gdLst>
                <a:gd name="connsiteX0" fmla="*/ 49741 w 49741"/>
                <a:gd name="connsiteY0" fmla="*/ 88619 h 107486"/>
                <a:gd name="connsiteX1" fmla="*/ 49741 w 49741"/>
                <a:gd name="connsiteY1" fmla="*/ 104628 h 107486"/>
                <a:gd name="connsiteX2" fmla="*/ 34018 w 49741"/>
                <a:gd name="connsiteY2" fmla="*/ 107486 h 107486"/>
                <a:gd name="connsiteX3" fmla="*/ 12292 w 49741"/>
                <a:gd name="connsiteY3" fmla="*/ 84903 h 107486"/>
                <a:gd name="connsiteX4" fmla="*/ 12292 w 49741"/>
                <a:gd name="connsiteY4" fmla="*/ 41165 h 107486"/>
                <a:gd name="connsiteX5" fmla="*/ 0 w 49741"/>
                <a:gd name="connsiteY5" fmla="*/ 41165 h 107486"/>
                <a:gd name="connsiteX6" fmla="*/ 0 w 49741"/>
                <a:gd name="connsiteY6" fmla="*/ 25728 h 107486"/>
                <a:gd name="connsiteX7" fmla="*/ 12006 w 49741"/>
                <a:gd name="connsiteY7" fmla="*/ 25728 h 107486"/>
                <a:gd name="connsiteX8" fmla="*/ 12006 w 49741"/>
                <a:gd name="connsiteY8" fmla="*/ 4002 h 107486"/>
                <a:gd name="connsiteX9" fmla="*/ 30588 w 49741"/>
                <a:gd name="connsiteY9" fmla="*/ 0 h 107486"/>
                <a:gd name="connsiteX10" fmla="*/ 30588 w 49741"/>
                <a:gd name="connsiteY10" fmla="*/ 26014 h 107486"/>
                <a:gd name="connsiteX11" fmla="*/ 49741 w 49741"/>
                <a:gd name="connsiteY11" fmla="*/ 26014 h 107486"/>
                <a:gd name="connsiteX12" fmla="*/ 49741 w 49741"/>
                <a:gd name="connsiteY12" fmla="*/ 41451 h 107486"/>
                <a:gd name="connsiteX13" fmla="*/ 30588 w 49741"/>
                <a:gd name="connsiteY13" fmla="*/ 41451 h 107486"/>
                <a:gd name="connsiteX14" fmla="*/ 30588 w 49741"/>
                <a:gd name="connsiteY14" fmla="*/ 80901 h 107486"/>
                <a:gd name="connsiteX15" fmla="*/ 39164 w 49741"/>
                <a:gd name="connsiteY15" fmla="*/ 91478 h 107486"/>
                <a:gd name="connsiteX16" fmla="*/ 49741 w 49741"/>
                <a:gd name="connsiteY16" fmla="*/ 88619 h 10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9741" h="107486">
                  <a:moveTo>
                    <a:pt x="49741" y="88619"/>
                  </a:moveTo>
                  <a:lnTo>
                    <a:pt x="49741" y="104628"/>
                  </a:lnTo>
                  <a:cubicBezTo>
                    <a:pt x="45739" y="106629"/>
                    <a:pt x="39450" y="107486"/>
                    <a:pt x="34018" y="107486"/>
                  </a:cubicBezTo>
                  <a:cubicBezTo>
                    <a:pt x="20011" y="107486"/>
                    <a:pt x="12292" y="99482"/>
                    <a:pt x="12292" y="84903"/>
                  </a:cubicBezTo>
                  <a:lnTo>
                    <a:pt x="12292" y="41165"/>
                  </a:lnTo>
                  <a:lnTo>
                    <a:pt x="0" y="41165"/>
                  </a:lnTo>
                  <a:lnTo>
                    <a:pt x="0" y="25728"/>
                  </a:lnTo>
                  <a:lnTo>
                    <a:pt x="12006" y="25728"/>
                  </a:lnTo>
                  <a:lnTo>
                    <a:pt x="12006" y="4002"/>
                  </a:lnTo>
                  <a:lnTo>
                    <a:pt x="30588" y="0"/>
                  </a:lnTo>
                  <a:lnTo>
                    <a:pt x="30588" y="26014"/>
                  </a:lnTo>
                  <a:lnTo>
                    <a:pt x="49741" y="26014"/>
                  </a:lnTo>
                  <a:lnTo>
                    <a:pt x="49741" y="41451"/>
                  </a:lnTo>
                  <a:lnTo>
                    <a:pt x="30588" y="41451"/>
                  </a:lnTo>
                  <a:lnTo>
                    <a:pt x="30588" y="80901"/>
                  </a:lnTo>
                  <a:cubicBezTo>
                    <a:pt x="30588" y="88333"/>
                    <a:pt x="33161" y="91478"/>
                    <a:pt x="39164" y="91478"/>
                  </a:cubicBezTo>
                  <a:cubicBezTo>
                    <a:pt x="42594" y="91192"/>
                    <a:pt x="46597" y="90048"/>
                    <a:pt x="49741" y="8861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7" name="Freihandform: Form 196">
              <a:extLst>
                <a:ext uri="{FF2B5EF4-FFF2-40B4-BE49-F238E27FC236}">
                  <a16:creationId xmlns:a16="http://schemas.microsoft.com/office/drawing/2014/main" id="{A179B9FE-AD40-45DF-AFAF-9A549A0A81BC}"/>
                </a:ext>
              </a:extLst>
            </p:cNvPr>
            <p:cNvSpPr/>
            <p:nvPr/>
          </p:nvSpPr>
          <p:spPr>
            <a:xfrm>
              <a:off x="3822367" y="-140565"/>
              <a:ext cx="67750" cy="116062"/>
            </a:xfrm>
            <a:custGeom>
              <a:avLst/>
              <a:gdLst>
                <a:gd name="connsiteX0" fmla="*/ 34304 w 67750"/>
                <a:gd name="connsiteY0" fmla="*/ 64606 h 116062"/>
                <a:gd name="connsiteX1" fmla="*/ 49455 w 67750"/>
                <a:gd name="connsiteY1" fmla="*/ 66321 h 116062"/>
                <a:gd name="connsiteX2" fmla="*/ 49455 w 67750"/>
                <a:gd name="connsiteY2" fmla="*/ 63463 h 116062"/>
                <a:gd name="connsiteX3" fmla="*/ 31731 w 67750"/>
                <a:gd name="connsiteY3" fmla="*/ 48026 h 116062"/>
                <a:gd name="connsiteX4" fmla="*/ 11435 w 67750"/>
                <a:gd name="connsiteY4" fmla="*/ 52600 h 116062"/>
                <a:gd name="connsiteX5" fmla="*/ 7433 w 67750"/>
                <a:gd name="connsiteY5" fmla="*/ 36877 h 116062"/>
                <a:gd name="connsiteX6" fmla="*/ 33733 w 67750"/>
                <a:gd name="connsiteY6" fmla="*/ 32303 h 116062"/>
                <a:gd name="connsiteX7" fmla="*/ 67751 w 67750"/>
                <a:gd name="connsiteY7" fmla="*/ 63177 h 116062"/>
                <a:gd name="connsiteX8" fmla="*/ 67751 w 67750"/>
                <a:gd name="connsiteY8" fmla="*/ 114347 h 116062"/>
                <a:gd name="connsiteX9" fmla="*/ 50027 w 67750"/>
                <a:gd name="connsiteY9" fmla="*/ 114347 h 116062"/>
                <a:gd name="connsiteX10" fmla="*/ 50027 w 67750"/>
                <a:gd name="connsiteY10" fmla="*/ 105771 h 116062"/>
                <a:gd name="connsiteX11" fmla="*/ 49741 w 67750"/>
                <a:gd name="connsiteY11" fmla="*/ 105771 h 116062"/>
                <a:gd name="connsiteX12" fmla="*/ 26300 w 67750"/>
                <a:gd name="connsiteY12" fmla="*/ 116062 h 116062"/>
                <a:gd name="connsiteX13" fmla="*/ 0 w 67750"/>
                <a:gd name="connsiteY13" fmla="*/ 90620 h 116062"/>
                <a:gd name="connsiteX14" fmla="*/ 34304 w 67750"/>
                <a:gd name="connsiteY14" fmla="*/ 64606 h 116062"/>
                <a:gd name="connsiteX15" fmla="*/ 19153 w 67750"/>
                <a:gd name="connsiteY15" fmla="*/ 21726 h 116062"/>
                <a:gd name="connsiteX16" fmla="*/ 8004 w 67750"/>
                <a:gd name="connsiteY16" fmla="*/ 10863 h 116062"/>
                <a:gd name="connsiteX17" fmla="*/ 19153 w 67750"/>
                <a:gd name="connsiteY17" fmla="*/ 0 h 116062"/>
                <a:gd name="connsiteX18" fmla="*/ 30302 w 67750"/>
                <a:gd name="connsiteY18" fmla="*/ 10863 h 116062"/>
                <a:gd name="connsiteX19" fmla="*/ 19153 w 67750"/>
                <a:gd name="connsiteY19" fmla="*/ 21726 h 116062"/>
                <a:gd name="connsiteX20" fmla="*/ 31160 w 67750"/>
                <a:gd name="connsiteY20" fmla="*/ 102055 h 116062"/>
                <a:gd name="connsiteX21" fmla="*/ 49455 w 67750"/>
                <a:gd name="connsiteY21" fmla="*/ 92335 h 116062"/>
                <a:gd name="connsiteX22" fmla="*/ 49455 w 67750"/>
                <a:gd name="connsiteY22" fmla="*/ 78614 h 116062"/>
                <a:gd name="connsiteX23" fmla="*/ 36305 w 67750"/>
                <a:gd name="connsiteY23" fmla="*/ 77184 h 116062"/>
                <a:gd name="connsiteX24" fmla="*/ 17724 w 67750"/>
                <a:gd name="connsiteY24" fmla="*/ 90334 h 116062"/>
                <a:gd name="connsiteX25" fmla="*/ 31160 w 67750"/>
                <a:gd name="connsiteY25" fmla="*/ 102055 h 116062"/>
                <a:gd name="connsiteX26" fmla="*/ 51742 w 67750"/>
                <a:gd name="connsiteY26" fmla="*/ 21726 h 116062"/>
                <a:gd name="connsiteX27" fmla="*/ 40593 w 67750"/>
                <a:gd name="connsiteY27" fmla="*/ 10863 h 116062"/>
                <a:gd name="connsiteX28" fmla="*/ 51742 w 67750"/>
                <a:gd name="connsiteY28" fmla="*/ 0 h 116062"/>
                <a:gd name="connsiteX29" fmla="*/ 62891 w 67750"/>
                <a:gd name="connsiteY29" fmla="*/ 10863 h 116062"/>
                <a:gd name="connsiteX30" fmla="*/ 51742 w 67750"/>
                <a:gd name="connsiteY30" fmla="*/ 21726 h 116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7750" h="116062">
                  <a:moveTo>
                    <a:pt x="34304" y="64606"/>
                  </a:moveTo>
                  <a:cubicBezTo>
                    <a:pt x="39450" y="64606"/>
                    <a:pt x="44310" y="64892"/>
                    <a:pt x="49455" y="66321"/>
                  </a:cubicBezTo>
                  <a:lnTo>
                    <a:pt x="49455" y="63463"/>
                  </a:lnTo>
                  <a:cubicBezTo>
                    <a:pt x="49455" y="53171"/>
                    <a:pt x="43452" y="48026"/>
                    <a:pt x="31731" y="48026"/>
                  </a:cubicBezTo>
                  <a:cubicBezTo>
                    <a:pt x="25157" y="48026"/>
                    <a:pt x="18010" y="49455"/>
                    <a:pt x="11435" y="52600"/>
                  </a:cubicBezTo>
                  <a:lnTo>
                    <a:pt x="7433" y="36877"/>
                  </a:lnTo>
                  <a:cubicBezTo>
                    <a:pt x="14865" y="34018"/>
                    <a:pt x="24585" y="32303"/>
                    <a:pt x="33733" y="32303"/>
                  </a:cubicBezTo>
                  <a:cubicBezTo>
                    <a:pt x="56316" y="32303"/>
                    <a:pt x="67751" y="42880"/>
                    <a:pt x="67751" y="63177"/>
                  </a:cubicBezTo>
                  <a:lnTo>
                    <a:pt x="67751" y="114347"/>
                  </a:lnTo>
                  <a:lnTo>
                    <a:pt x="50027" y="114347"/>
                  </a:lnTo>
                  <a:lnTo>
                    <a:pt x="50027" y="105771"/>
                  </a:lnTo>
                  <a:lnTo>
                    <a:pt x="49741" y="105771"/>
                  </a:lnTo>
                  <a:cubicBezTo>
                    <a:pt x="42880" y="112918"/>
                    <a:pt x="35734" y="116062"/>
                    <a:pt x="26300" y="116062"/>
                  </a:cubicBezTo>
                  <a:cubicBezTo>
                    <a:pt x="10291" y="116062"/>
                    <a:pt x="0" y="106057"/>
                    <a:pt x="0" y="90620"/>
                  </a:cubicBezTo>
                  <a:cubicBezTo>
                    <a:pt x="0" y="73754"/>
                    <a:pt x="12006" y="64606"/>
                    <a:pt x="34304" y="64606"/>
                  </a:cubicBezTo>
                  <a:close/>
                  <a:moveTo>
                    <a:pt x="19153" y="21726"/>
                  </a:moveTo>
                  <a:cubicBezTo>
                    <a:pt x="13150" y="21726"/>
                    <a:pt x="8004" y="16580"/>
                    <a:pt x="8004" y="10863"/>
                  </a:cubicBezTo>
                  <a:cubicBezTo>
                    <a:pt x="8004" y="5146"/>
                    <a:pt x="13150" y="0"/>
                    <a:pt x="19153" y="0"/>
                  </a:cubicBezTo>
                  <a:cubicBezTo>
                    <a:pt x="25157" y="0"/>
                    <a:pt x="30302" y="5146"/>
                    <a:pt x="30302" y="10863"/>
                  </a:cubicBezTo>
                  <a:cubicBezTo>
                    <a:pt x="30302" y="16866"/>
                    <a:pt x="25157" y="21726"/>
                    <a:pt x="19153" y="21726"/>
                  </a:cubicBezTo>
                  <a:close/>
                  <a:moveTo>
                    <a:pt x="31160" y="102055"/>
                  </a:moveTo>
                  <a:cubicBezTo>
                    <a:pt x="38021" y="102055"/>
                    <a:pt x="44310" y="98625"/>
                    <a:pt x="49455" y="92335"/>
                  </a:cubicBezTo>
                  <a:lnTo>
                    <a:pt x="49455" y="78614"/>
                  </a:lnTo>
                  <a:cubicBezTo>
                    <a:pt x="45167" y="77470"/>
                    <a:pt x="40593" y="77184"/>
                    <a:pt x="36305" y="77184"/>
                  </a:cubicBezTo>
                  <a:cubicBezTo>
                    <a:pt x="24585" y="77184"/>
                    <a:pt x="17724" y="81758"/>
                    <a:pt x="17724" y="90334"/>
                  </a:cubicBezTo>
                  <a:cubicBezTo>
                    <a:pt x="17724" y="97481"/>
                    <a:pt x="22869" y="102055"/>
                    <a:pt x="31160" y="102055"/>
                  </a:cubicBezTo>
                  <a:close/>
                  <a:moveTo>
                    <a:pt x="51742" y="21726"/>
                  </a:moveTo>
                  <a:cubicBezTo>
                    <a:pt x="45739" y="21726"/>
                    <a:pt x="40593" y="16580"/>
                    <a:pt x="40593" y="10863"/>
                  </a:cubicBezTo>
                  <a:cubicBezTo>
                    <a:pt x="40593" y="5146"/>
                    <a:pt x="45739" y="0"/>
                    <a:pt x="51742" y="0"/>
                  </a:cubicBezTo>
                  <a:cubicBezTo>
                    <a:pt x="57745" y="0"/>
                    <a:pt x="62891" y="5146"/>
                    <a:pt x="62891" y="10863"/>
                  </a:cubicBezTo>
                  <a:cubicBezTo>
                    <a:pt x="62891" y="16866"/>
                    <a:pt x="57745" y="21726"/>
                    <a:pt x="51742" y="21726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8" name="Freihandform: Form 197">
              <a:extLst>
                <a:ext uri="{FF2B5EF4-FFF2-40B4-BE49-F238E27FC236}">
                  <a16:creationId xmlns:a16="http://schemas.microsoft.com/office/drawing/2014/main" id="{98183F8D-EEE0-4CB3-ADF3-C13D2EDB85CE}"/>
                </a:ext>
              </a:extLst>
            </p:cNvPr>
            <p:cNvSpPr/>
            <p:nvPr/>
          </p:nvSpPr>
          <p:spPr>
            <a:xfrm>
              <a:off x="3904697" y="-131989"/>
              <a:ext cx="49740" cy="107486"/>
            </a:xfrm>
            <a:custGeom>
              <a:avLst/>
              <a:gdLst>
                <a:gd name="connsiteX0" fmla="*/ 49741 w 49740"/>
                <a:gd name="connsiteY0" fmla="*/ 88619 h 107486"/>
                <a:gd name="connsiteX1" fmla="*/ 49741 w 49740"/>
                <a:gd name="connsiteY1" fmla="*/ 104628 h 107486"/>
                <a:gd name="connsiteX2" fmla="*/ 34018 w 49740"/>
                <a:gd name="connsiteY2" fmla="*/ 107486 h 107486"/>
                <a:gd name="connsiteX3" fmla="*/ 12292 w 49740"/>
                <a:gd name="connsiteY3" fmla="*/ 84903 h 107486"/>
                <a:gd name="connsiteX4" fmla="*/ 12292 w 49740"/>
                <a:gd name="connsiteY4" fmla="*/ 41165 h 107486"/>
                <a:gd name="connsiteX5" fmla="*/ 0 w 49740"/>
                <a:gd name="connsiteY5" fmla="*/ 41165 h 107486"/>
                <a:gd name="connsiteX6" fmla="*/ 0 w 49740"/>
                <a:gd name="connsiteY6" fmla="*/ 25728 h 107486"/>
                <a:gd name="connsiteX7" fmla="*/ 12006 w 49740"/>
                <a:gd name="connsiteY7" fmla="*/ 25728 h 107486"/>
                <a:gd name="connsiteX8" fmla="*/ 12006 w 49740"/>
                <a:gd name="connsiteY8" fmla="*/ 4002 h 107486"/>
                <a:gd name="connsiteX9" fmla="*/ 30588 w 49740"/>
                <a:gd name="connsiteY9" fmla="*/ 0 h 107486"/>
                <a:gd name="connsiteX10" fmla="*/ 30588 w 49740"/>
                <a:gd name="connsiteY10" fmla="*/ 26014 h 107486"/>
                <a:gd name="connsiteX11" fmla="*/ 49741 w 49740"/>
                <a:gd name="connsiteY11" fmla="*/ 26014 h 107486"/>
                <a:gd name="connsiteX12" fmla="*/ 49741 w 49740"/>
                <a:gd name="connsiteY12" fmla="*/ 41451 h 107486"/>
                <a:gd name="connsiteX13" fmla="*/ 30588 w 49740"/>
                <a:gd name="connsiteY13" fmla="*/ 41451 h 107486"/>
                <a:gd name="connsiteX14" fmla="*/ 30588 w 49740"/>
                <a:gd name="connsiteY14" fmla="*/ 80901 h 107486"/>
                <a:gd name="connsiteX15" fmla="*/ 39164 w 49740"/>
                <a:gd name="connsiteY15" fmla="*/ 91478 h 107486"/>
                <a:gd name="connsiteX16" fmla="*/ 49741 w 49740"/>
                <a:gd name="connsiteY16" fmla="*/ 88619 h 10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9740" h="107486">
                  <a:moveTo>
                    <a:pt x="49741" y="88619"/>
                  </a:moveTo>
                  <a:lnTo>
                    <a:pt x="49741" y="104628"/>
                  </a:lnTo>
                  <a:cubicBezTo>
                    <a:pt x="45739" y="106629"/>
                    <a:pt x="39450" y="107486"/>
                    <a:pt x="34018" y="107486"/>
                  </a:cubicBezTo>
                  <a:cubicBezTo>
                    <a:pt x="20011" y="107486"/>
                    <a:pt x="12292" y="99482"/>
                    <a:pt x="12292" y="84903"/>
                  </a:cubicBezTo>
                  <a:lnTo>
                    <a:pt x="12292" y="41165"/>
                  </a:lnTo>
                  <a:lnTo>
                    <a:pt x="0" y="41165"/>
                  </a:lnTo>
                  <a:lnTo>
                    <a:pt x="0" y="25728"/>
                  </a:lnTo>
                  <a:lnTo>
                    <a:pt x="12006" y="25728"/>
                  </a:lnTo>
                  <a:lnTo>
                    <a:pt x="12006" y="4002"/>
                  </a:lnTo>
                  <a:lnTo>
                    <a:pt x="30588" y="0"/>
                  </a:lnTo>
                  <a:lnTo>
                    <a:pt x="30588" y="26014"/>
                  </a:lnTo>
                  <a:lnTo>
                    <a:pt x="49741" y="26014"/>
                  </a:lnTo>
                  <a:lnTo>
                    <a:pt x="49741" y="41451"/>
                  </a:lnTo>
                  <a:lnTo>
                    <a:pt x="30588" y="41451"/>
                  </a:lnTo>
                  <a:lnTo>
                    <a:pt x="30588" y="80901"/>
                  </a:lnTo>
                  <a:cubicBezTo>
                    <a:pt x="30588" y="88333"/>
                    <a:pt x="33161" y="91478"/>
                    <a:pt x="39164" y="91478"/>
                  </a:cubicBezTo>
                  <a:cubicBezTo>
                    <a:pt x="42880" y="91192"/>
                    <a:pt x="46596" y="90048"/>
                    <a:pt x="49741" y="8861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9" name="Freihandform: Form 198">
              <a:extLst>
                <a:ext uri="{FF2B5EF4-FFF2-40B4-BE49-F238E27FC236}">
                  <a16:creationId xmlns:a16="http://schemas.microsoft.com/office/drawing/2014/main" id="{DEF7A6F6-7697-44F1-AB8D-7381F17E2CAB}"/>
                </a:ext>
              </a:extLst>
            </p:cNvPr>
            <p:cNvSpPr/>
            <p:nvPr/>
          </p:nvSpPr>
          <p:spPr>
            <a:xfrm>
              <a:off x="1649198" y="35815"/>
              <a:ext cx="77756" cy="110630"/>
            </a:xfrm>
            <a:custGeom>
              <a:avLst/>
              <a:gdLst>
                <a:gd name="connsiteX0" fmla="*/ 77756 w 77756"/>
                <a:gd name="connsiteY0" fmla="*/ 33447 h 110630"/>
                <a:gd name="connsiteX1" fmla="*/ 38020 w 77756"/>
                <a:gd name="connsiteY1" fmla="*/ 68323 h 110630"/>
                <a:gd name="connsiteX2" fmla="*/ 19725 w 77756"/>
                <a:gd name="connsiteY2" fmla="*/ 68323 h 110630"/>
                <a:gd name="connsiteX3" fmla="*/ 19725 w 77756"/>
                <a:gd name="connsiteY3" fmla="*/ 110631 h 110630"/>
                <a:gd name="connsiteX4" fmla="*/ 0 w 77756"/>
                <a:gd name="connsiteY4" fmla="*/ 110631 h 110630"/>
                <a:gd name="connsiteX5" fmla="*/ 0 w 77756"/>
                <a:gd name="connsiteY5" fmla="*/ 0 h 110630"/>
                <a:gd name="connsiteX6" fmla="*/ 39164 w 77756"/>
                <a:gd name="connsiteY6" fmla="*/ 0 h 110630"/>
                <a:gd name="connsiteX7" fmla="*/ 77756 w 77756"/>
                <a:gd name="connsiteY7" fmla="*/ 33447 h 110630"/>
                <a:gd name="connsiteX8" fmla="*/ 58031 w 77756"/>
                <a:gd name="connsiteY8" fmla="*/ 34304 h 110630"/>
                <a:gd name="connsiteX9" fmla="*/ 38306 w 77756"/>
                <a:gd name="connsiteY9" fmla="*/ 17438 h 110630"/>
                <a:gd name="connsiteX10" fmla="*/ 19725 w 77756"/>
                <a:gd name="connsiteY10" fmla="*/ 17438 h 110630"/>
                <a:gd name="connsiteX11" fmla="*/ 19725 w 77756"/>
                <a:gd name="connsiteY11" fmla="*/ 51170 h 110630"/>
                <a:gd name="connsiteX12" fmla="*/ 37735 w 77756"/>
                <a:gd name="connsiteY12" fmla="*/ 51170 h 110630"/>
                <a:gd name="connsiteX13" fmla="*/ 58031 w 77756"/>
                <a:gd name="connsiteY13" fmla="*/ 34304 h 110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7756" h="110630">
                  <a:moveTo>
                    <a:pt x="77756" y="33447"/>
                  </a:moveTo>
                  <a:cubicBezTo>
                    <a:pt x="77756" y="57460"/>
                    <a:pt x="61176" y="68323"/>
                    <a:pt x="38020" y="68323"/>
                  </a:cubicBezTo>
                  <a:lnTo>
                    <a:pt x="19725" y="68323"/>
                  </a:lnTo>
                  <a:lnTo>
                    <a:pt x="19725" y="110631"/>
                  </a:lnTo>
                  <a:lnTo>
                    <a:pt x="0" y="110631"/>
                  </a:lnTo>
                  <a:lnTo>
                    <a:pt x="0" y="0"/>
                  </a:lnTo>
                  <a:lnTo>
                    <a:pt x="39164" y="0"/>
                  </a:lnTo>
                  <a:cubicBezTo>
                    <a:pt x="61462" y="0"/>
                    <a:pt x="77756" y="9720"/>
                    <a:pt x="77756" y="33447"/>
                  </a:cubicBezTo>
                  <a:close/>
                  <a:moveTo>
                    <a:pt x="58031" y="34304"/>
                  </a:moveTo>
                  <a:cubicBezTo>
                    <a:pt x="58031" y="22869"/>
                    <a:pt x="50884" y="17438"/>
                    <a:pt x="38306" y="17438"/>
                  </a:cubicBezTo>
                  <a:lnTo>
                    <a:pt x="19725" y="17438"/>
                  </a:lnTo>
                  <a:lnTo>
                    <a:pt x="19725" y="51170"/>
                  </a:lnTo>
                  <a:lnTo>
                    <a:pt x="37735" y="51170"/>
                  </a:lnTo>
                  <a:cubicBezTo>
                    <a:pt x="50884" y="51170"/>
                    <a:pt x="58031" y="45453"/>
                    <a:pt x="58031" y="34304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0" name="Freihandform: Form 199">
              <a:extLst>
                <a:ext uri="{FF2B5EF4-FFF2-40B4-BE49-F238E27FC236}">
                  <a16:creationId xmlns:a16="http://schemas.microsoft.com/office/drawing/2014/main" id="{20A9FABD-4F3B-45E8-960F-F01F361FB27A}"/>
                </a:ext>
              </a:extLst>
            </p:cNvPr>
            <p:cNvSpPr/>
            <p:nvPr/>
          </p:nvSpPr>
          <p:spPr>
            <a:xfrm>
              <a:off x="1744678" y="29811"/>
              <a:ext cx="68608" cy="116920"/>
            </a:xfrm>
            <a:custGeom>
              <a:avLst/>
              <a:gdLst>
                <a:gd name="connsiteX0" fmla="*/ 68608 w 68608"/>
                <a:gd name="connsiteY0" fmla="*/ 116634 h 116920"/>
                <a:gd name="connsiteX1" fmla="*/ 50027 w 68608"/>
                <a:gd name="connsiteY1" fmla="*/ 116634 h 116920"/>
                <a:gd name="connsiteX2" fmla="*/ 50027 w 68608"/>
                <a:gd name="connsiteY2" fmla="*/ 70895 h 116920"/>
                <a:gd name="connsiteX3" fmla="*/ 35162 w 68608"/>
                <a:gd name="connsiteY3" fmla="*/ 51456 h 116920"/>
                <a:gd name="connsiteX4" fmla="*/ 18581 w 68608"/>
                <a:gd name="connsiteY4" fmla="*/ 70895 h 116920"/>
                <a:gd name="connsiteX5" fmla="*/ 18581 w 68608"/>
                <a:gd name="connsiteY5" fmla="*/ 116920 h 116920"/>
                <a:gd name="connsiteX6" fmla="*/ 0 w 68608"/>
                <a:gd name="connsiteY6" fmla="*/ 116920 h 116920"/>
                <a:gd name="connsiteX7" fmla="*/ 0 w 68608"/>
                <a:gd name="connsiteY7" fmla="*/ 4574 h 116920"/>
                <a:gd name="connsiteX8" fmla="*/ 18581 w 68608"/>
                <a:gd name="connsiteY8" fmla="*/ 0 h 116920"/>
                <a:gd name="connsiteX9" fmla="*/ 18581 w 68608"/>
                <a:gd name="connsiteY9" fmla="*/ 46597 h 116920"/>
                <a:gd name="connsiteX10" fmla="*/ 18867 w 68608"/>
                <a:gd name="connsiteY10" fmla="*/ 46597 h 116920"/>
                <a:gd name="connsiteX11" fmla="*/ 42308 w 68608"/>
                <a:gd name="connsiteY11" fmla="*/ 34876 h 116920"/>
                <a:gd name="connsiteX12" fmla="*/ 68608 w 68608"/>
                <a:gd name="connsiteY12" fmla="*/ 67179 h 116920"/>
                <a:gd name="connsiteX13" fmla="*/ 68608 w 68608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116920">
                  <a:moveTo>
                    <a:pt x="68608" y="116634"/>
                  </a:moveTo>
                  <a:lnTo>
                    <a:pt x="50027" y="116634"/>
                  </a:lnTo>
                  <a:lnTo>
                    <a:pt x="50027" y="70895"/>
                  </a:lnTo>
                  <a:cubicBezTo>
                    <a:pt x="50027" y="59175"/>
                    <a:pt x="46311" y="51456"/>
                    <a:pt x="35162" y="51456"/>
                  </a:cubicBezTo>
                  <a:cubicBezTo>
                    <a:pt x="22298" y="51456"/>
                    <a:pt x="18581" y="61748"/>
                    <a:pt x="18581" y="70895"/>
                  </a:cubicBezTo>
                  <a:lnTo>
                    <a:pt x="18581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7"/>
                  </a:lnTo>
                  <a:lnTo>
                    <a:pt x="18867" y="46597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1" name="Freihandform: Form 200">
              <a:extLst>
                <a:ext uri="{FF2B5EF4-FFF2-40B4-BE49-F238E27FC236}">
                  <a16:creationId xmlns:a16="http://schemas.microsoft.com/office/drawing/2014/main" id="{656E7268-0DA0-4990-9B9D-54FEE7EA853A}"/>
                </a:ext>
              </a:extLst>
            </p:cNvPr>
            <p:cNvSpPr/>
            <p:nvPr/>
          </p:nvSpPr>
          <p:spPr>
            <a:xfrm>
              <a:off x="1834440" y="30955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010"/>
                    <a:pt x="0" y="11435"/>
                  </a:cubicBezTo>
                  <a:cubicBezTo>
                    <a:pt x="0" y="4860"/>
                    <a:pt x="5431" y="0"/>
                    <a:pt x="11721" y="0"/>
                  </a:cubicBezTo>
                  <a:cubicBezTo>
                    <a:pt x="18296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2" name="Freihandform: Form 201">
              <a:extLst>
                <a:ext uri="{FF2B5EF4-FFF2-40B4-BE49-F238E27FC236}">
                  <a16:creationId xmlns:a16="http://schemas.microsoft.com/office/drawing/2014/main" id="{CBBBFDE1-93E6-4EA6-9641-358A19EB8BFD}"/>
                </a:ext>
              </a:extLst>
            </p:cNvPr>
            <p:cNvSpPr/>
            <p:nvPr/>
          </p:nvSpPr>
          <p:spPr>
            <a:xfrm>
              <a:off x="1880465" y="29525"/>
              <a:ext cx="18581" cy="116920"/>
            </a:xfrm>
            <a:custGeom>
              <a:avLst/>
              <a:gdLst>
                <a:gd name="connsiteX0" fmla="*/ 18581 w 18581"/>
                <a:gd name="connsiteY0" fmla="*/ 116920 h 116920"/>
                <a:gd name="connsiteX1" fmla="*/ 0 w 18581"/>
                <a:gd name="connsiteY1" fmla="*/ 116920 h 116920"/>
                <a:gd name="connsiteX2" fmla="*/ 0 w 18581"/>
                <a:gd name="connsiteY2" fmla="*/ 4288 h 116920"/>
                <a:gd name="connsiteX3" fmla="*/ 18581 w 18581"/>
                <a:gd name="connsiteY3" fmla="*/ 0 h 116920"/>
                <a:gd name="connsiteX4" fmla="*/ 18581 w 18581"/>
                <a:gd name="connsiteY4" fmla="*/ 116920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81" h="116920">
                  <a:moveTo>
                    <a:pt x="18581" y="116920"/>
                  </a:moveTo>
                  <a:lnTo>
                    <a:pt x="0" y="116920"/>
                  </a:lnTo>
                  <a:lnTo>
                    <a:pt x="0" y="4288"/>
                  </a:lnTo>
                  <a:lnTo>
                    <a:pt x="18581" y="0"/>
                  </a:lnTo>
                  <a:lnTo>
                    <a:pt x="18581" y="116920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3" name="Freihandform: Form 202">
              <a:extLst>
                <a:ext uri="{FF2B5EF4-FFF2-40B4-BE49-F238E27FC236}">
                  <a16:creationId xmlns:a16="http://schemas.microsoft.com/office/drawing/2014/main" id="{3BD6739E-66DE-4C5B-B2DD-23621B7F259F}"/>
                </a:ext>
              </a:extLst>
            </p:cNvPr>
            <p:cNvSpPr/>
            <p:nvPr/>
          </p:nvSpPr>
          <p:spPr>
            <a:xfrm>
              <a:off x="1919343" y="64401"/>
              <a:ext cx="77184" cy="84045"/>
            </a:xfrm>
            <a:custGeom>
              <a:avLst/>
              <a:gdLst>
                <a:gd name="connsiteX0" fmla="*/ 0 w 77184"/>
                <a:gd name="connsiteY0" fmla="*/ 42023 h 84045"/>
                <a:gd name="connsiteX1" fmla="*/ 38878 w 77184"/>
                <a:gd name="connsiteY1" fmla="*/ 0 h 84045"/>
                <a:gd name="connsiteX2" fmla="*/ 77184 w 77184"/>
                <a:gd name="connsiteY2" fmla="*/ 42023 h 84045"/>
                <a:gd name="connsiteX3" fmla="*/ 38878 w 77184"/>
                <a:gd name="connsiteY3" fmla="*/ 84045 h 84045"/>
                <a:gd name="connsiteX4" fmla="*/ 0 w 77184"/>
                <a:gd name="connsiteY4" fmla="*/ 42023 h 84045"/>
                <a:gd name="connsiteX5" fmla="*/ 58317 w 77184"/>
                <a:gd name="connsiteY5" fmla="*/ 42309 h 84045"/>
                <a:gd name="connsiteX6" fmla="*/ 38306 w 77184"/>
                <a:gd name="connsiteY6" fmla="*/ 17152 h 84045"/>
                <a:gd name="connsiteX7" fmla="*/ 18296 w 77184"/>
                <a:gd name="connsiteY7" fmla="*/ 42023 h 84045"/>
                <a:gd name="connsiteX8" fmla="*/ 38306 w 77184"/>
                <a:gd name="connsiteY8" fmla="*/ 67465 h 84045"/>
                <a:gd name="connsiteX9" fmla="*/ 58317 w 77184"/>
                <a:gd name="connsiteY9" fmla="*/ 42309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7184" h="84045">
                  <a:moveTo>
                    <a:pt x="0" y="42023"/>
                  </a:moveTo>
                  <a:cubicBezTo>
                    <a:pt x="0" y="16866"/>
                    <a:pt x="15437" y="0"/>
                    <a:pt x="38878" y="0"/>
                  </a:cubicBezTo>
                  <a:cubicBezTo>
                    <a:pt x="62033" y="0"/>
                    <a:pt x="77184" y="16580"/>
                    <a:pt x="77184" y="42023"/>
                  </a:cubicBezTo>
                  <a:cubicBezTo>
                    <a:pt x="77184" y="67179"/>
                    <a:pt x="62319" y="84045"/>
                    <a:pt x="38878" y="84045"/>
                  </a:cubicBezTo>
                  <a:cubicBezTo>
                    <a:pt x="15723" y="84045"/>
                    <a:pt x="0" y="67465"/>
                    <a:pt x="0" y="42023"/>
                  </a:cubicBezTo>
                  <a:close/>
                  <a:moveTo>
                    <a:pt x="58317" y="42309"/>
                  </a:moveTo>
                  <a:cubicBezTo>
                    <a:pt x="58317" y="26872"/>
                    <a:pt x="50599" y="17152"/>
                    <a:pt x="38306" y="17152"/>
                  </a:cubicBezTo>
                  <a:cubicBezTo>
                    <a:pt x="26014" y="17152"/>
                    <a:pt x="18296" y="26872"/>
                    <a:pt x="18296" y="42023"/>
                  </a:cubicBezTo>
                  <a:cubicBezTo>
                    <a:pt x="18296" y="57460"/>
                    <a:pt x="26014" y="67465"/>
                    <a:pt x="38306" y="67465"/>
                  </a:cubicBezTo>
                  <a:cubicBezTo>
                    <a:pt x="50885" y="67179"/>
                    <a:pt x="58317" y="57745"/>
                    <a:pt x="58317" y="4230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4" name="Freihandform: Form 203">
              <a:extLst>
                <a:ext uri="{FF2B5EF4-FFF2-40B4-BE49-F238E27FC236}">
                  <a16:creationId xmlns:a16="http://schemas.microsoft.com/office/drawing/2014/main" id="{54618B59-5213-46E5-878B-7FE5CF774D55}"/>
                </a:ext>
              </a:extLst>
            </p:cNvPr>
            <p:cNvSpPr/>
            <p:nvPr/>
          </p:nvSpPr>
          <p:spPr>
            <a:xfrm>
              <a:off x="2008534" y="64401"/>
              <a:ext cx="61747" cy="84045"/>
            </a:xfrm>
            <a:custGeom>
              <a:avLst/>
              <a:gdLst>
                <a:gd name="connsiteX0" fmla="*/ 8862 w 61747"/>
                <a:gd name="connsiteY0" fmla="*/ 59461 h 84045"/>
                <a:gd name="connsiteX1" fmla="*/ 31445 w 61747"/>
                <a:gd name="connsiteY1" fmla="*/ 68323 h 84045"/>
                <a:gd name="connsiteX2" fmla="*/ 43166 w 61747"/>
                <a:gd name="connsiteY2" fmla="*/ 60318 h 84045"/>
                <a:gd name="connsiteX3" fmla="*/ 3145 w 61747"/>
                <a:gd name="connsiteY3" fmla="*/ 24871 h 84045"/>
                <a:gd name="connsiteX4" fmla="*/ 33447 w 61747"/>
                <a:gd name="connsiteY4" fmla="*/ 0 h 84045"/>
                <a:gd name="connsiteX5" fmla="*/ 61176 w 61747"/>
                <a:gd name="connsiteY5" fmla="*/ 8290 h 84045"/>
                <a:gd name="connsiteX6" fmla="*/ 52314 w 61747"/>
                <a:gd name="connsiteY6" fmla="*/ 22869 h 84045"/>
                <a:gd name="connsiteX7" fmla="*/ 33161 w 61747"/>
                <a:gd name="connsiteY7" fmla="*/ 15723 h 84045"/>
                <a:gd name="connsiteX8" fmla="*/ 21726 w 61747"/>
                <a:gd name="connsiteY8" fmla="*/ 23155 h 84045"/>
                <a:gd name="connsiteX9" fmla="*/ 61747 w 61747"/>
                <a:gd name="connsiteY9" fmla="*/ 58603 h 84045"/>
                <a:gd name="connsiteX10" fmla="*/ 30874 w 61747"/>
                <a:gd name="connsiteY10" fmla="*/ 84045 h 84045"/>
                <a:gd name="connsiteX11" fmla="*/ 0 w 61747"/>
                <a:gd name="connsiteY11" fmla="*/ 74326 h 84045"/>
                <a:gd name="connsiteX12" fmla="*/ 8862 w 61747"/>
                <a:gd name="connsiteY12" fmla="*/ 5946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747" h="84045">
                  <a:moveTo>
                    <a:pt x="8862" y="59461"/>
                  </a:moveTo>
                  <a:cubicBezTo>
                    <a:pt x="16580" y="65464"/>
                    <a:pt x="24299" y="68323"/>
                    <a:pt x="31445" y="68323"/>
                  </a:cubicBezTo>
                  <a:cubicBezTo>
                    <a:pt x="38306" y="68323"/>
                    <a:pt x="43166" y="65178"/>
                    <a:pt x="43166" y="60318"/>
                  </a:cubicBezTo>
                  <a:cubicBezTo>
                    <a:pt x="43166" y="46597"/>
                    <a:pt x="3145" y="51456"/>
                    <a:pt x="3145" y="24871"/>
                  </a:cubicBezTo>
                  <a:cubicBezTo>
                    <a:pt x="3145" y="10005"/>
                    <a:pt x="15437" y="0"/>
                    <a:pt x="33447" y="0"/>
                  </a:cubicBezTo>
                  <a:cubicBezTo>
                    <a:pt x="43166" y="0"/>
                    <a:pt x="52600" y="2859"/>
                    <a:pt x="61176" y="8290"/>
                  </a:cubicBezTo>
                  <a:lnTo>
                    <a:pt x="52314" y="22869"/>
                  </a:lnTo>
                  <a:cubicBezTo>
                    <a:pt x="45453" y="18296"/>
                    <a:pt x="39164" y="15723"/>
                    <a:pt x="33161" y="15723"/>
                  </a:cubicBezTo>
                  <a:cubicBezTo>
                    <a:pt x="26300" y="15723"/>
                    <a:pt x="21726" y="18581"/>
                    <a:pt x="21726" y="23155"/>
                  </a:cubicBezTo>
                  <a:cubicBezTo>
                    <a:pt x="21726" y="36305"/>
                    <a:pt x="61747" y="31731"/>
                    <a:pt x="61747" y="58603"/>
                  </a:cubicBezTo>
                  <a:cubicBezTo>
                    <a:pt x="61747" y="73754"/>
                    <a:pt x="49455" y="84045"/>
                    <a:pt x="30874" y="84045"/>
                  </a:cubicBezTo>
                  <a:cubicBezTo>
                    <a:pt x="20297" y="84045"/>
                    <a:pt x="9434" y="80615"/>
                    <a:pt x="0" y="74326"/>
                  </a:cubicBezTo>
                  <a:lnTo>
                    <a:pt x="8862" y="5946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5" name="Freihandform: Form 204">
              <a:extLst>
                <a:ext uri="{FF2B5EF4-FFF2-40B4-BE49-F238E27FC236}">
                  <a16:creationId xmlns:a16="http://schemas.microsoft.com/office/drawing/2014/main" id="{E48E0C61-CBC6-4D6B-9C7F-9C401E2F776A}"/>
                </a:ext>
              </a:extLst>
            </p:cNvPr>
            <p:cNvSpPr/>
            <p:nvPr/>
          </p:nvSpPr>
          <p:spPr>
            <a:xfrm>
              <a:off x="2085433" y="64401"/>
              <a:ext cx="77184" cy="84045"/>
            </a:xfrm>
            <a:custGeom>
              <a:avLst/>
              <a:gdLst>
                <a:gd name="connsiteX0" fmla="*/ 0 w 77184"/>
                <a:gd name="connsiteY0" fmla="*/ 42023 h 84045"/>
                <a:gd name="connsiteX1" fmla="*/ 38878 w 77184"/>
                <a:gd name="connsiteY1" fmla="*/ 0 h 84045"/>
                <a:gd name="connsiteX2" fmla="*/ 77184 w 77184"/>
                <a:gd name="connsiteY2" fmla="*/ 42023 h 84045"/>
                <a:gd name="connsiteX3" fmla="*/ 38878 w 77184"/>
                <a:gd name="connsiteY3" fmla="*/ 84045 h 84045"/>
                <a:gd name="connsiteX4" fmla="*/ 0 w 77184"/>
                <a:gd name="connsiteY4" fmla="*/ 42023 h 84045"/>
                <a:gd name="connsiteX5" fmla="*/ 58317 w 77184"/>
                <a:gd name="connsiteY5" fmla="*/ 42309 h 84045"/>
                <a:gd name="connsiteX6" fmla="*/ 38306 w 77184"/>
                <a:gd name="connsiteY6" fmla="*/ 17152 h 84045"/>
                <a:gd name="connsiteX7" fmla="*/ 18296 w 77184"/>
                <a:gd name="connsiteY7" fmla="*/ 42023 h 84045"/>
                <a:gd name="connsiteX8" fmla="*/ 38306 w 77184"/>
                <a:gd name="connsiteY8" fmla="*/ 67465 h 84045"/>
                <a:gd name="connsiteX9" fmla="*/ 58317 w 77184"/>
                <a:gd name="connsiteY9" fmla="*/ 42309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7184" h="84045">
                  <a:moveTo>
                    <a:pt x="0" y="42023"/>
                  </a:moveTo>
                  <a:cubicBezTo>
                    <a:pt x="0" y="16866"/>
                    <a:pt x="15437" y="0"/>
                    <a:pt x="38878" y="0"/>
                  </a:cubicBezTo>
                  <a:cubicBezTo>
                    <a:pt x="62033" y="0"/>
                    <a:pt x="77184" y="16580"/>
                    <a:pt x="77184" y="42023"/>
                  </a:cubicBezTo>
                  <a:cubicBezTo>
                    <a:pt x="77184" y="67179"/>
                    <a:pt x="62319" y="84045"/>
                    <a:pt x="38878" y="84045"/>
                  </a:cubicBezTo>
                  <a:cubicBezTo>
                    <a:pt x="15723" y="84045"/>
                    <a:pt x="0" y="67465"/>
                    <a:pt x="0" y="42023"/>
                  </a:cubicBezTo>
                  <a:close/>
                  <a:moveTo>
                    <a:pt x="58317" y="42309"/>
                  </a:moveTo>
                  <a:cubicBezTo>
                    <a:pt x="58317" y="26872"/>
                    <a:pt x="50599" y="17152"/>
                    <a:pt x="38306" y="17152"/>
                  </a:cubicBezTo>
                  <a:cubicBezTo>
                    <a:pt x="26014" y="17152"/>
                    <a:pt x="18296" y="26872"/>
                    <a:pt x="18296" y="42023"/>
                  </a:cubicBezTo>
                  <a:cubicBezTo>
                    <a:pt x="18296" y="57460"/>
                    <a:pt x="26014" y="67465"/>
                    <a:pt x="38306" y="67465"/>
                  </a:cubicBezTo>
                  <a:cubicBezTo>
                    <a:pt x="50885" y="67179"/>
                    <a:pt x="58317" y="57745"/>
                    <a:pt x="58317" y="4230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6" name="Freihandform: Form 205">
              <a:extLst>
                <a:ext uri="{FF2B5EF4-FFF2-40B4-BE49-F238E27FC236}">
                  <a16:creationId xmlns:a16="http://schemas.microsoft.com/office/drawing/2014/main" id="{4A078B44-E6FF-45AF-9463-415791E9E2B2}"/>
                </a:ext>
              </a:extLst>
            </p:cNvPr>
            <p:cNvSpPr/>
            <p:nvPr/>
          </p:nvSpPr>
          <p:spPr>
            <a:xfrm>
              <a:off x="2182914" y="64683"/>
              <a:ext cx="74611" cy="114065"/>
            </a:xfrm>
            <a:custGeom>
              <a:avLst/>
              <a:gdLst>
                <a:gd name="connsiteX0" fmla="*/ 74612 w 74611"/>
                <a:gd name="connsiteY0" fmla="*/ 41455 h 114065"/>
                <a:gd name="connsiteX1" fmla="*/ 42023 w 74611"/>
                <a:gd name="connsiteY1" fmla="*/ 83763 h 114065"/>
                <a:gd name="connsiteX2" fmla="*/ 18867 w 74611"/>
                <a:gd name="connsiteY2" fmla="*/ 73186 h 114065"/>
                <a:gd name="connsiteX3" fmla="*/ 18581 w 74611"/>
                <a:gd name="connsiteY3" fmla="*/ 73186 h 114065"/>
                <a:gd name="connsiteX4" fmla="*/ 18581 w 74611"/>
                <a:gd name="connsiteY4" fmla="*/ 109491 h 114065"/>
                <a:gd name="connsiteX5" fmla="*/ 0 w 74611"/>
                <a:gd name="connsiteY5" fmla="*/ 114065 h 114065"/>
                <a:gd name="connsiteX6" fmla="*/ 0 w 74611"/>
                <a:gd name="connsiteY6" fmla="*/ 2005 h 114065"/>
                <a:gd name="connsiteX7" fmla="*/ 18296 w 74611"/>
                <a:gd name="connsiteY7" fmla="*/ 2005 h 114065"/>
                <a:gd name="connsiteX8" fmla="*/ 18296 w 74611"/>
                <a:gd name="connsiteY8" fmla="*/ 11724 h 114065"/>
                <a:gd name="connsiteX9" fmla="*/ 18581 w 74611"/>
                <a:gd name="connsiteY9" fmla="*/ 11724 h 114065"/>
                <a:gd name="connsiteX10" fmla="*/ 42880 w 74611"/>
                <a:gd name="connsiteY10" fmla="*/ 4 h 114065"/>
                <a:gd name="connsiteX11" fmla="*/ 74612 w 74611"/>
                <a:gd name="connsiteY11" fmla="*/ 41455 h 114065"/>
                <a:gd name="connsiteX12" fmla="*/ 56030 w 74611"/>
                <a:gd name="connsiteY12" fmla="*/ 42026 h 114065"/>
                <a:gd name="connsiteX13" fmla="*/ 37449 w 74611"/>
                <a:gd name="connsiteY13" fmla="*/ 16584 h 114065"/>
                <a:gd name="connsiteX14" fmla="*/ 18581 w 74611"/>
                <a:gd name="connsiteY14" fmla="*/ 26875 h 114065"/>
                <a:gd name="connsiteX15" fmla="*/ 18581 w 74611"/>
                <a:gd name="connsiteY15" fmla="*/ 56320 h 114065"/>
                <a:gd name="connsiteX16" fmla="*/ 37735 w 74611"/>
                <a:gd name="connsiteY16" fmla="*/ 67183 h 114065"/>
                <a:gd name="connsiteX17" fmla="*/ 56030 w 74611"/>
                <a:gd name="connsiteY17" fmla="*/ 42026 h 114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611" h="114065">
                  <a:moveTo>
                    <a:pt x="74612" y="41455"/>
                  </a:moveTo>
                  <a:cubicBezTo>
                    <a:pt x="74612" y="67469"/>
                    <a:pt x="61462" y="83763"/>
                    <a:pt x="42023" y="83763"/>
                  </a:cubicBezTo>
                  <a:cubicBezTo>
                    <a:pt x="32303" y="83763"/>
                    <a:pt x="24013" y="79475"/>
                    <a:pt x="18867" y="73186"/>
                  </a:cubicBezTo>
                  <a:lnTo>
                    <a:pt x="18581" y="73186"/>
                  </a:lnTo>
                  <a:lnTo>
                    <a:pt x="18581" y="109491"/>
                  </a:lnTo>
                  <a:lnTo>
                    <a:pt x="0" y="114065"/>
                  </a:lnTo>
                  <a:lnTo>
                    <a:pt x="0" y="2005"/>
                  </a:lnTo>
                  <a:lnTo>
                    <a:pt x="18296" y="2005"/>
                  </a:lnTo>
                  <a:lnTo>
                    <a:pt x="18296" y="11724"/>
                  </a:lnTo>
                  <a:lnTo>
                    <a:pt x="18581" y="11724"/>
                  </a:lnTo>
                  <a:cubicBezTo>
                    <a:pt x="24299" y="4578"/>
                    <a:pt x="32875" y="4"/>
                    <a:pt x="42880" y="4"/>
                  </a:cubicBezTo>
                  <a:cubicBezTo>
                    <a:pt x="61462" y="-282"/>
                    <a:pt x="74612" y="15441"/>
                    <a:pt x="74612" y="41455"/>
                  </a:cubicBezTo>
                  <a:close/>
                  <a:moveTo>
                    <a:pt x="56030" y="42026"/>
                  </a:moveTo>
                  <a:cubicBezTo>
                    <a:pt x="56030" y="25446"/>
                    <a:pt x="49455" y="16584"/>
                    <a:pt x="37449" y="16584"/>
                  </a:cubicBezTo>
                  <a:cubicBezTo>
                    <a:pt x="30302" y="16584"/>
                    <a:pt x="24585" y="19729"/>
                    <a:pt x="18581" y="26875"/>
                  </a:cubicBezTo>
                  <a:lnTo>
                    <a:pt x="18581" y="56320"/>
                  </a:lnTo>
                  <a:cubicBezTo>
                    <a:pt x="24013" y="63467"/>
                    <a:pt x="30016" y="67183"/>
                    <a:pt x="37735" y="67183"/>
                  </a:cubicBezTo>
                  <a:cubicBezTo>
                    <a:pt x="49741" y="67183"/>
                    <a:pt x="56030" y="57749"/>
                    <a:pt x="56030" y="42026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7" name="Freihandform: Form 206">
              <a:extLst>
                <a:ext uri="{FF2B5EF4-FFF2-40B4-BE49-F238E27FC236}">
                  <a16:creationId xmlns:a16="http://schemas.microsoft.com/office/drawing/2014/main" id="{B8DF66C6-B271-49B7-A3C2-F924D0C2BAE3}"/>
                </a:ext>
              </a:extLst>
            </p:cNvPr>
            <p:cNvSpPr/>
            <p:nvPr/>
          </p:nvSpPr>
          <p:spPr>
            <a:xfrm>
              <a:off x="2278394" y="29811"/>
              <a:ext cx="68608" cy="116920"/>
            </a:xfrm>
            <a:custGeom>
              <a:avLst/>
              <a:gdLst>
                <a:gd name="connsiteX0" fmla="*/ 68608 w 68608"/>
                <a:gd name="connsiteY0" fmla="*/ 116634 h 116920"/>
                <a:gd name="connsiteX1" fmla="*/ 50027 w 68608"/>
                <a:gd name="connsiteY1" fmla="*/ 116634 h 116920"/>
                <a:gd name="connsiteX2" fmla="*/ 50027 w 68608"/>
                <a:gd name="connsiteY2" fmla="*/ 70895 h 116920"/>
                <a:gd name="connsiteX3" fmla="*/ 35162 w 68608"/>
                <a:gd name="connsiteY3" fmla="*/ 51456 h 116920"/>
                <a:gd name="connsiteX4" fmla="*/ 18581 w 68608"/>
                <a:gd name="connsiteY4" fmla="*/ 70895 h 116920"/>
                <a:gd name="connsiteX5" fmla="*/ 18581 w 68608"/>
                <a:gd name="connsiteY5" fmla="*/ 116920 h 116920"/>
                <a:gd name="connsiteX6" fmla="*/ 0 w 68608"/>
                <a:gd name="connsiteY6" fmla="*/ 116920 h 116920"/>
                <a:gd name="connsiteX7" fmla="*/ 0 w 68608"/>
                <a:gd name="connsiteY7" fmla="*/ 4574 h 116920"/>
                <a:gd name="connsiteX8" fmla="*/ 18581 w 68608"/>
                <a:gd name="connsiteY8" fmla="*/ 0 h 116920"/>
                <a:gd name="connsiteX9" fmla="*/ 18581 w 68608"/>
                <a:gd name="connsiteY9" fmla="*/ 46597 h 116920"/>
                <a:gd name="connsiteX10" fmla="*/ 18867 w 68608"/>
                <a:gd name="connsiteY10" fmla="*/ 46597 h 116920"/>
                <a:gd name="connsiteX11" fmla="*/ 42308 w 68608"/>
                <a:gd name="connsiteY11" fmla="*/ 34876 h 116920"/>
                <a:gd name="connsiteX12" fmla="*/ 68608 w 68608"/>
                <a:gd name="connsiteY12" fmla="*/ 67179 h 116920"/>
                <a:gd name="connsiteX13" fmla="*/ 68608 w 68608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116920">
                  <a:moveTo>
                    <a:pt x="68608" y="116634"/>
                  </a:moveTo>
                  <a:lnTo>
                    <a:pt x="50027" y="116634"/>
                  </a:lnTo>
                  <a:lnTo>
                    <a:pt x="50027" y="70895"/>
                  </a:lnTo>
                  <a:cubicBezTo>
                    <a:pt x="50027" y="59175"/>
                    <a:pt x="46311" y="51456"/>
                    <a:pt x="35162" y="51456"/>
                  </a:cubicBezTo>
                  <a:cubicBezTo>
                    <a:pt x="22298" y="51456"/>
                    <a:pt x="18581" y="61748"/>
                    <a:pt x="18581" y="70895"/>
                  </a:cubicBezTo>
                  <a:lnTo>
                    <a:pt x="18581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7"/>
                  </a:lnTo>
                  <a:lnTo>
                    <a:pt x="18867" y="46597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8" name="Freihandform: Form 207">
              <a:extLst>
                <a:ext uri="{FF2B5EF4-FFF2-40B4-BE49-F238E27FC236}">
                  <a16:creationId xmlns:a16="http://schemas.microsoft.com/office/drawing/2014/main" id="{CD1A344C-4F81-480A-86DA-471DAC72211F}"/>
                </a:ext>
              </a:extLst>
            </p:cNvPr>
            <p:cNvSpPr/>
            <p:nvPr/>
          </p:nvSpPr>
          <p:spPr>
            <a:xfrm>
              <a:off x="2368156" y="30955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010"/>
                    <a:pt x="0" y="11435"/>
                  </a:cubicBezTo>
                  <a:cubicBezTo>
                    <a:pt x="0" y="4860"/>
                    <a:pt x="5431" y="0"/>
                    <a:pt x="11721" y="0"/>
                  </a:cubicBezTo>
                  <a:cubicBezTo>
                    <a:pt x="18296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9" name="Freihandform: Form 208">
              <a:extLst>
                <a:ext uri="{FF2B5EF4-FFF2-40B4-BE49-F238E27FC236}">
                  <a16:creationId xmlns:a16="http://schemas.microsoft.com/office/drawing/2014/main" id="{01FBA49C-9EC1-4B1A-BDC7-8C5BAA4A7D55}"/>
                </a:ext>
              </a:extLst>
            </p:cNvPr>
            <p:cNvSpPr/>
            <p:nvPr/>
          </p:nvSpPr>
          <p:spPr>
            <a:xfrm>
              <a:off x="2406748" y="64401"/>
              <a:ext cx="61747" cy="84045"/>
            </a:xfrm>
            <a:custGeom>
              <a:avLst/>
              <a:gdLst>
                <a:gd name="connsiteX0" fmla="*/ 8862 w 61747"/>
                <a:gd name="connsiteY0" fmla="*/ 59461 h 84045"/>
                <a:gd name="connsiteX1" fmla="*/ 31445 w 61747"/>
                <a:gd name="connsiteY1" fmla="*/ 68323 h 84045"/>
                <a:gd name="connsiteX2" fmla="*/ 43166 w 61747"/>
                <a:gd name="connsiteY2" fmla="*/ 60318 h 84045"/>
                <a:gd name="connsiteX3" fmla="*/ 3145 w 61747"/>
                <a:gd name="connsiteY3" fmla="*/ 24871 h 84045"/>
                <a:gd name="connsiteX4" fmla="*/ 33447 w 61747"/>
                <a:gd name="connsiteY4" fmla="*/ 0 h 84045"/>
                <a:gd name="connsiteX5" fmla="*/ 61176 w 61747"/>
                <a:gd name="connsiteY5" fmla="*/ 8290 h 84045"/>
                <a:gd name="connsiteX6" fmla="*/ 52314 w 61747"/>
                <a:gd name="connsiteY6" fmla="*/ 22869 h 84045"/>
                <a:gd name="connsiteX7" fmla="*/ 33161 w 61747"/>
                <a:gd name="connsiteY7" fmla="*/ 15723 h 84045"/>
                <a:gd name="connsiteX8" fmla="*/ 21726 w 61747"/>
                <a:gd name="connsiteY8" fmla="*/ 23155 h 84045"/>
                <a:gd name="connsiteX9" fmla="*/ 61748 w 61747"/>
                <a:gd name="connsiteY9" fmla="*/ 58603 h 84045"/>
                <a:gd name="connsiteX10" fmla="*/ 30874 w 61747"/>
                <a:gd name="connsiteY10" fmla="*/ 84045 h 84045"/>
                <a:gd name="connsiteX11" fmla="*/ 0 w 61747"/>
                <a:gd name="connsiteY11" fmla="*/ 74326 h 84045"/>
                <a:gd name="connsiteX12" fmla="*/ 8862 w 61747"/>
                <a:gd name="connsiteY12" fmla="*/ 5946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747" h="84045">
                  <a:moveTo>
                    <a:pt x="8862" y="59461"/>
                  </a:moveTo>
                  <a:cubicBezTo>
                    <a:pt x="16866" y="65464"/>
                    <a:pt x="24299" y="68323"/>
                    <a:pt x="31445" y="68323"/>
                  </a:cubicBezTo>
                  <a:cubicBezTo>
                    <a:pt x="38306" y="68323"/>
                    <a:pt x="43166" y="65178"/>
                    <a:pt x="43166" y="60318"/>
                  </a:cubicBezTo>
                  <a:cubicBezTo>
                    <a:pt x="43166" y="46597"/>
                    <a:pt x="3145" y="51456"/>
                    <a:pt x="3145" y="24871"/>
                  </a:cubicBezTo>
                  <a:cubicBezTo>
                    <a:pt x="3145" y="10005"/>
                    <a:pt x="15437" y="0"/>
                    <a:pt x="33447" y="0"/>
                  </a:cubicBezTo>
                  <a:cubicBezTo>
                    <a:pt x="43166" y="0"/>
                    <a:pt x="52600" y="2859"/>
                    <a:pt x="61176" y="8290"/>
                  </a:cubicBezTo>
                  <a:lnTo>
                    <a:pt x="52314" y="22869"/>
                  </a:lnTo>
                  <a:cubicBezTo>
                    <a:pt x="45453" y="18296"/>
                    <a:pt x="39164" y="15723"/>
                    <a:pt x="33161" y="15723"/>
                  </a:cubicBezTo>
                  <a:cubicBezTo>
                    <a:pt x="26300" y="15723"/>
                    <a:pt x="21726" y="18581"/>
                    <a:pt x="21726" y="23155"/>
                  </a:cubicBezTo>
                  <a:cubicBezTo>
                    <a:pt x="21726" y="36305"/>
                    <a:pt x="61748" y="31731"/>
                    <a:pt x="61748" y="58603"/>
                  </a:cubicBezTo>
                  <a:cubicBezTo>
                    <a:pt x="61748" y="73754"/>
                    <a:pt x="49455" y="84045"/>
                    <a:pt x="30874" y="84045"/>
                  </a:cubicBezTo>
                  <a:cubicBezTo>
                    <a:pt x="20297" y="84045"/>
                    <a:pt x="9434" y="80615"/>
                    <a:pt x="0" y="74326"/>
                  </a:cubicBezTo>
                  <a:lnTo>
                    <a:pt x="8862" y="5946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0" name="Freihandform: Form 209">
              <a:extLst>
                <a:ext uri="{FF2B5EF4-FFF2-40B4-BE49-F238E27FC236}">
                  <a16:creationId xmlns:a16="http://schemas.microsoft.com/office/drawing/2014/main" id="{2B005168-C214-411A-9B4B-10EE20B40413}"/>
                </a:ext>
              </a:extLst>
            </p:cNvPr>
            <p:cNvSpPr/>
            <p:nvPr/>
          </p:nvSpPr>
          <p:spPr>
            <a:xfrm>
              <a:off x="2483647" y="64401"/>
              <a:ext cx="67464" cy="84045"/>
            </a:xfrm>
            <a:custGeom>
              <a:avLst/>
              <a:gdLst>
                <a:gd name="connsiteX0" fmla="*/ 66893 w 67464"/>
                <a:gd name="connsiteY0" fmla="*/ 71181 h 84045"/>
                <a:gd name="connsiteX1" fmla="*/ 38306 w 67464"/>
                <a:gd name="connsiteY1" fmla="*/ 84045 h 84045"/>
                <a:gd name="connsiteX2" fmla="*/ 0 w 67464"/>
                <a:gd name="connsiteY2" fmla="*/ 42309 h 84045"/>
                <a:gd name="connsiteX3" fmla="*/ 38592 w 67464"/>
                <a:gd name="connsiteY3" fmla="*/ 0 h 84045"/>
                <a:gd name="connsiteX4" fmla="*/ 67465 w 67464"/>
                <a:gd name="connsiteY4" fmla="*/ 13722 h 84045"/>
                <a:gd name="connsiteX5" fmla="*/ 54601 w 67464"/>
                <a:gd name="connsiteY5" fmla="*/ 26014 h 84045"/>
                <a:gd name="connsiteX6" fmla="*/ 38592 w 67464"/>
                <a:gd name="connsiteY6" fmla="*/ 17152 h 84045"/>
                <a:gd name="connsiteX7" fmla="*/ 18867 w 67464"/>
                <a:gd name="connsiteY7" fmla="*/ 42023 h 84045"/>
                <a:gd name="connsiteX8" fmla="*/ 38592 w 67464"/>
                <a:gd name="connsiteY8" fmla="*/ 66893 h 84045"/>
                <a:gd name="connsiteX9" fmla="*/ 55173 w 67464"/>
                <a:gd name="connsiteY9" fmla="*/ 58031 h 84045"/>
                <a:gd name="connsiteX10" fmla="*/ 66893 w 67464"/>
                <a:gd name="connsiteY10" fmla="*/ 7118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7464" h="84045">
                  <a:moveTo>
                    <a:pt x="66893" y="71181"/>
                  </a:moveTo>
                  <a:cubicBezTo>
                    <a:pt x="58889" y="80043"/>
                    <a:pt x="49741" y="84045"/>
                    <a:pt x="38306" y="84045"/>
                  </a:cubicBezTo>
                  <a:cubicBezTo>
                    <a:pt x="15437" y="84045"/>
                    <a:pt x="0" y="67465"/>
                    <a:pt x="0" y="42309"/>
                  </a:cubicBezTo>
                  <a:cubicBezTo>
                    <a:pt x="0" y="17152"/>
                    <a:pt x="15437" y="0"/>
                    <a:pt x="38592" y="0"/>
                  </a:cubicBezTo>
                  <a:cubicBezTo>
                    <a:pt x="50599" y="0"/>
                    <a:pt x="60318" y="4574"/>
                    <a:pt x="67465" y="13722"/>
                  </a:cubicBezTo>
                  <a:lnTo>
                    <a:pt x="54601" y="26014"/>
                  </a:lnTo>
                  <a:cubicBezTo>
                    <a:pt x="50027" y="20011"/>
                    <a:pt x="44881" y="17152"/>
                    <a:pt x="38592" y="17152"/>
                  </a:cubicBezTo>
                  <a:cubicBezTo>
                    <a:pt x="26872" y="17152"/>
                    <a:pt x="18867" y="26872"/>
                    <a:pt x="18867" y="42023"/>
                  </a:cubicBezTo>
                  <a:cubicBezTo>
                    <a:pt x="18867" y="56888"/>
                    <a:pt x="26872" y="66893"/>
                    <a:pt x="38592" y="66893"/>
                  </a:cubicBezTo>
                  <a:cubicBezTo>
                    <a:pt x="44881" y="66893"/>
                    <a:pt x="50027" y="64035"/>
                    <a:pt x="55173" y="58031"/>
                  </a:cubicBezTo>
                  <a:lnTo>
                    <a:pt x="66893" y="7118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1" name="Freihandform: Form 210">
              <a:extLst>
                <a:ext uri="{FF2B5EF4-FFF2-40B4-BE49-F238E27FC236}">
                  <a16:creationId xmlns:a16="http://schemas.microsoft.com/office/drawing/2014/main" id="{61F30758-DF57-4F7C-A3BB-778F50AB2271}"/>
                </a:ext>
              </a:extLst>
            </p:cNvPr>
            <p:cNvSpPr/>
            <p:nvPr/>
          </p:nvSpPr>
          <p:spPr>
            <a:xfrm>
              <a:off x="2567120" y="29811"/>
              <a:ext cx="68608" cy="116920"/>
            </a:xfrm>
            <a:custGeom>
              <a:avLst/>
              <a:gdLst>
                <a:gd name="connsiteX0" fmla="*/ 68608 w 68608"/>
                <a:gd name="connsiteY0" fmla="*/ 116634 h 116920"/>
                <a:gd name="connsiteX1" fmla="*/ 50027 w 68608"/>
                <a:gd name="connsiteY1" fmla="*/ 116634 h 116920"/>
                <a:gd name="connsiteX2" fmla="*/ 50027 w 68608"/>
                <a:gd name="connsiteY2" fmla="*/ 70895 h 116920"/>
                <a:gd name="connsiteX3" fmla="*/ 35162 w 68608"/>
                <a:gd name="connsiteY3" fmla="*/ 51456 h 116920"/>
                <a:gd name="connsiteX4" fmla="*/ 18581 w 68608"/>
                <a:gd name="connsiteY4" fmla="*/ 70895 h 116920"/>
                <a:gd name="connsiteX5" fmla="*/ 18581 w 68608"/>
                <a:gd name="connsiteY5" fmla="*/ 116920 h 116920"/>
                <a:gd name="connsiteX6" fmla="*/ 0 w 68608"/>
                <a:gd name="connsiteY6" fmla="*/ 116920 h 116920"/>
                <a:gd name="connsiteX7" fmla="*/ 0 w 68608"/>
                <a:gd name="connsiteY7" fmla="*/ 4574 h 116920"/>
                <a:gd name="connsiteX8" fmla="*/ 18581 w 68608"/>
                <a:gd name="connsiteY8" fmla="*/ 0 h 116920"/>
                <a:gd name="connsiteX9" fmla="*/ 18581 w 68608"/>
                <a:gd name="connsiteY9" fmla="*/ 46597 h 116920"/>
                <a:gd name="connsiteX10" fmla="*/ 18867 w 68608"/>
                <a:gd name="connsiteY10" fmla="*/ 46597 h 116920"/>
                <a:gd name="connsiteX11" fmla="*/ 42308 w 68608"/>
                <a:gd name="connsiteY11" fmla="*/ 34876 h 116920"/>
                <a:gd name="connsiteX12" fmla="*/ 68608 w 68608"/>
                <a:gd name="connsiteY12" fmla="*/ 67179 h 116920"/>
                <a:gd name="connsiteX13" fmla="*/ 68608 w 68608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116920">
                  <a:moveTo>
                    <a:pt x="68608" y="116634"/>
                  </a:moveTo>
                  <a:lnTo>
                    <a:pt x="50027" y="116634"/>
                  </a:lnTo>
                  <a:lnTo>
                    <a:pt x="50027" y="70895"/>
                  </a:lnTo>
                  <a:cubicBezTo>
                    <a:pt x="50027" y="59175"/>
                    <a:pt x="46311" y="51456"/>
                    <a:pt x="35162" y="51456"/>
                  </a:cubicBezTo>
                  <a:cubicBezTo>
                    <a:pt x="22298" y="51456"/>
                    <a:pt x="18581" y="61748"/>
                    <a:pt x="18581" y="70895"/>
                  </a:cubicBezTo>
                  <a:lnTo>
                    <a:pt x="18581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7"/>
                  </a:lnTo>
                  <a:lnTo>
                    <a:pt x="18867" y="46597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2" name="Freihandform: Form 211">
              <a:extLst>
                <a:ext uri="{FF2B5EF4-FFF2-40B4-BE49-F238E27FC236}">
                  <a16:creationId xmlns:a16="http://schemas.microsoft.com/office/drawing/2014/main" id="{32F9211C-663D-42E6-A6B3-A0F6AF121255}"/>
                </a:ext>
              </a:extLst>
            </p:cNvPr>
            <p:cNvSpPr/>
            <p:nvPr/>
          </p:nvSpPr>
          <p:spPr>
            <a:xfrm>
              <a:off x="2655168" y="64687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1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3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1" y="46025"/>
                    <a:pt x="72611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2028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3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7157" y="15151"/>
                    <a:pt x="20583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3" name="Freihandform: Form 212">
              <a:extLst>
                <a:ext uri="{FF2B5EF4-FFF2-40B4-BE49-F238E27FC236}">
                  <a16:creationId xmlns:a16="http://schemas.microsoft.com/office/drawing/2014/main" id="{C8DBE9A1-1B20-4779-B1AA-B1E13D2478BB}"/>
                </a:ext>
              </a:extLst>
            </p:cNvPr>
            <p:cNvSpPr/>
            <p:nvPr/>
          </p:nvSpPr>
          <p:spPr>
            <a:xfrm>
              <a:off x="2796386" y="36100"/>
              <a:ext cx="69465" cy="110630"/>
            </a:xfrm>
            <a:custGeom>
              <a:avLst/>
              <a:gdLst>
                <a:gd name="connsiteX0" fmla="*/ 69466 w 69465"/>
                <a:gd name="connsiteY0" fmla="*/ 18010 h 110630"/>
                <a:gd name="connsiteX1" fmla="*/ 19725 w 69465"/>
                <a:gd name="connsiteY1" fmla="*/ 18010 h 110630"/>
                <a:gd name="connsiteX2" fmla="*/ 19725 w 69465"/>
                <a:gd name="connsiteY2" fmla="*/ 45453 h 110630"/>
                <a:gd name="connsiteX3" fmla="*/ 56888 w 69465"/>
                <a:gd name="connsiteY3" fmla="*/ 45453 h 110630"/>
                <a:gd name="connsiteX4" fmla="*/ 56888 w 69465"/>
                <a:gd name="connsiteY4" fmla="*/ 63463 h 110630"/>
                <a:gd name="connsiteX5" fmla="*/ 19725 w 69465"/>
                <a:gd name="connsiteY5" fmla="*/ 63463 h 110630"/>
                <a:gd name="connsiteX6" fmla="*/ 19725 w 69465"/>
                <a:gd name="connsiteY6" fmla="*/ 110631 h 110630"/>
                <a:gd name="connsiteX7" fmla="*/ 0 w 69465"/>
                <a:gd name="connsiteY7" fmla="*/ 110631 h 110630"/>
                <a:gd name="connsiteX8" fmla="*/ 0 w 69465"/>
                <a:gd name="connsiteY8" fmla="*/ 0 h 110630"/>
                <a:gd name="connsiteX9" fmla="*/ 69466 w 69465"/>
                <a:gd name="connsiteY9" fmla="*/ 0 h 110630"/>
                <a:gd name="connsiteX10" fmla="*/ 69466 w 69465"/>
                <a:gd name="connsiteY10" fmla="*/ 18010 h 110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465" h="110630">
                  <a:moveTo>
                    <a:pt x="69466" y="18010"/>
                  </a:moveTo>
                  <a:lnTo>
                    <a:pt x="19725" y="18010"/>
                  </a:lnTo>
                  <a:lnTo>
                    <a:pt x="19725" y="45453"/>
                  </a:lnTo>
                  <a:lnTo>
                    <a:pt x="56888" y="45453"/>
                  </a:lnTo>
                  <a:lnTo>
                    <a:pt x="56888" y="63463"/>
                  </a:lnTo>
                  <a:lnTo>
                    <a:pt x="19725" y="63463"/>
                  </a:lnTo>
                  <a:lnTo>
                    <a:pt x="19725" y="110631"/>
                  </a:lnTo>
                  <a:lnTo>
                    <a:pt x="0" y="110631"/>
                  </a:lnTo>
                  <a:lnTo>
                    <a:pt x="0" y="0"/>
                  </a:lnTo>
                  <a:lnTo>
                    <a:pt x="69466" y="0"/>
                  </a:lnTo>
                  <a:lnTo>
                    <a:pt x="69466" y="18010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4" name="Freihandform: Form 213">
              <a:extLst>
                <a:ext uri="{FF2B5EF4-FFF2-40B4-BE49-F238E27FC236}">
                  <a16:creationId xmlns:a16="http://schemas.microsoft.com/office/drawing/2014/main" id="{69FE9E73-4E3B-4C25-85EC-17FA1D2289A3}"/>
                </a:ext>
              </a:extLst>
            </p:cNvPr>
            <p:cNvSpPr/>
            <p:nvPr/>
          </p:nvSpPr>
          <p:spPr>
            <a:xfrm>
              <a:off x="2869569" y="64687"/>
              <a:ext cx="67750" cy="83759"/>
            </a:xfrm>
            <a:custGeom>
              <a:avLst/>
              <a:gdLst>
                <a:gd name="connsiteX0" fmla="*/ 34304 w 67750"/>
                <a:gd name="connsiteY0" fmla="*/ 32303 h 83759"/>
                <a:gd name="connsiteX1" fmla="*/ 49455 w 67750"/>
                <a:gd name="connsiteY1" fmla="*/ 34018 h 83759"/>
                <a:gd name="connsiteX2" fmla="*/ 49455 w 67750"/>
                <a:gd name="connsiteY2" fmla="*/ 31160 h 83759"/>
                <a:gd name="connsiteX3" fmla="*/ 31731 w 67750"/>
                <a:gd name="connsiteY3" fmla="*/ 15723 h 83759"/>
                <a:gd name="connsiteX4" fmla="*/ 11435 w 67750"/>
                <a:gd name="connsiteY4" fmla="*/ 20297 h 83759"/>
                <a:gd name="connsiteX5" fmla="*/ 7433 w 67750"/>
                <a:gd name="connsiteY5" fmla="*/ 4574 h 83759"/>
                <a:gd name="connsiteX6" fmla="*/ 33732 w 67750"/>
                <a:gd name="connsiteY6" fmla="*/ 0 h 83759"/>
                <a:gd name="connsiteX7" fmla="*/ 67751 w 67750"/>
                <a:gd name="connsiteY7" fmla="*/ 30874 h 83759"/>
                <a:gd name="connsiteX8" fmla="*/ 67751 w 67750"/>
                <a:gd name="connsiteY8" fmla="*/ 82044 h 83759"/>
                <a:gd name="connsiteX9" fmla="*/ 50027 w 67750"/>
                <a:gd name="connsiteY9" fmla="*/ 82044 h 83759"/>
                <a:gd name="connsiteX10" fmla="*/ 50027 w 67750"/>
                <a:gd name="connsiteY10" fmla="*/ 73468 h 83759"/>
                <a:gd name="connsiteX11" fmla="*/ 49741 w 67750"/>
                <a:gd name="connsiteY11" fmla="*/ 73468 h 83759"/>
                <a:gd name="connsiteX12" fmla="*/ 26300 w 67750"/>
                <a:gd name="connsiteY12" fmla="*/ 83759 h 83759"/>
                <a:gd name="connsiteX13" fmla="*/ 0 w 67750"/>
                <a:gd name="connsiteY13" fmla="*/ 58317 h 83759"/>
                <a:gd name="connsiteX14" fmla="*/ 34304 w 67750"/>
                <a:gd name="connsiteY14" fmla="*/ 32303 h 83759"/>
                <a:gd name="connsiteX15" fmla="*/ 31160 w 67750"/>
                <a:gd name="connsiteY15" fmla="*/ 69752 h 83759"/>
                <a:gd name="connsiteX16" fmla="*/ 49455 w 67750"/>
                <a:gd name="connsiteY16" fmla="*/ 60032 h 83759"/>
                <a:gd name="connsiteX17" fmla="*/ 49455 w 67750"/>
                <a:gd name="connsiteY17" fmla="*/ 46025 h 83759"/>
                <a:gd name="connsiteX18" fmla="*/ 36305 w 67750"/>
                <a:gd name="connsiteY18" fmla="*/ 44595 h 83759"/>
                <a:gd name="connsiteX19" fmla="*/ 17724 w 67750"/>
                <a:gd name="connsiteY19" fmla="*/ 57745 h 83759"/>
                <a:gd name="connsiteX20" fmla="*/ 31160 w 67750"/>
                <a:gd name="connsiteY20" fmla="*/ 69752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7750" h="83759">
                  <a:moveTo>
                    <a:pt x="34304" y="32303"/>
                  </a:moveTo>
                  <a:cubicBezTo>
                    <a:pt x="39450" y="32303"/>
                    <a:pt x="44310" y="32589"/>
                    <a:pt x="49455" y="34018"/>
                  </a:cubicBezTo>
                  <a:lnTo>
                    <a:pt x="49455" y="31160"/>
                  </a:lnTo>
                  <a:cubicBezTo>
                    <a:pt x="49455" y="20868"/>
                    <a:pt x="43452" y="15723"/>
                    <a:pt x="31731" y="15723"/>
                  </a:cubicBezTo>
                  <a:cubicBezTo>
                    <a:pt x="25156" y="15723"/>
                    <a:pt x="18010" y="17152"/>
                    <a:pt x="11435" y="20297"/>
                  </a:cubicBezTo>
                  <a:lnTo>
                    <a:pt x="7433" y="4574"/>
                  </a:lnTo>
                  <a:cubicBezTo>
                    <a:pt x="14865" y="1715"/>
                    <a:pt x="24585" y="0"/>
                    <a:pt x="33732" y="0"/>
                  </a:cubicBezTo>
                  <a:cubicBezTo>
                    <a:pt x="56316" y="0"/>
                    <a:pt x="67751" y="10577"/>
                    <a:pt x="67751" y="30874"/>
                  </a:cubicBezTo>
                  <a:lnTo>
                    <a:pt x="67751" y="82044"/>
                  </a:lnTo>
                  <a:lnTo>
                    <a:pt x="50027" y="82044"/>
                  </a:lnTo>
                  <a:lnTo>
                    <a:pt x="50027" y="73468"/>
                  </a:lnTo>
                  <a:lnTo>
                    <a:pt x="49741" y="73468"/>
                  </a:lnTo>
                  <a:cubicBezTo>
                    <a:pt x="42880" y="80615"/>
                    <a:pt x="35734" y="83759"/>
                    <a:pt x="26300" y="83759"/>
                  </a:cubicBezTo>
                  <a:cubicBezTo>
                    <a:pt x="10291" y="83759"/>
                    <a:pt x="0" y="73754"/>
                    <a:pt x="0" y="58317"/>
                  </a:cubicBezTo>
                  <a:cubicBezTo>
                    <a:pt x="0" y="41451"/>
                    <a:pt x="12006" y="32303"/>
                    <a:pt x="34304" y="32303"/>
                  </a:cubicBezTo>
                  <a:close/>
                  <a:moveTo>
                    <a:pt x="31160" y="69752"/>
                  </a:moveTo>
                  <a:cubicBezTo>
                    <a:pt x="38021" y="69752"/>
                    <a:pt x="44310" y="66321"/>
                    <a:pt x="49455" y="60032"/>
                  </a:cubicBezTo>
                  <a:lnTo>
                    <a:pt x="49455" y="46025"/>
                  </a:lnTo>
                  <a:cubicBezTo>
                    <a:pt x="45167" y="44881"/>
                    <a:pt x="40593" y="44595"/>
                    <a:pt x="36305" y="44595"/>
                  </a:cubicBezTo>
                  <a:cubicBezTo>
                    <a:pt x="24585" y="44595"/>
                    <a:pt x="17724" y="49169"/>
                    <a:pt x="17724" y="57745"/>
                  </a:cubicBezTo>
                  <a:cubicBezTo>
                    <a:pt x="17724" y="65178"/>
                    <a:pt x="22869" y="69752"/>
                    <a:pt x="31160" y="6975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5" name="Freihandform: Form 214">
              <a:extLst>
                <a:ext uri="{FF2B5EF4-FFF2-40B4-BE49-F238E27FC236}">
                  <a16:creationId xmlns:a16="http://schemas.microsoft.com/office/drawing/2014/main" id="{717AC0E0-ED3B-4A45-9517-685FC623E89C}"/>
                </a:ext>
              </a:extLst>
            </p:cNvPr>
            <p:cNvSpPr/>
            <p:nvPr/>
          </p:nvSpPr>
          <p:spPr>
            <a:xfrm>
              <a:off x="2961046" y="29811"/>
              <a:ext cx="70323" cy="116920"/>
            </a:xfrm>
            <a:custGeom>
              <a:avLst/>
              <a:gdLst>
                <a:gd name="connsiteX0" fmla="*/ 0 w 70323"/>
                <a:gd name="connsiteY0" fmla="*/ 4574 h 116920"/>
                <a:gd name="connsiteX1" fmla="*/ 18581 w 70323"/>
                <a:gd name="connsiteY1" fmla="*/ 0 h 116920"/>
                <a:gd name="connsiteX2" fmla="*/ 18581 w 70323"/>
                <a:gd name="connsiteY2" fmla="*/ 70324 h 116920"/>
                <a:gd name="connsiteX3" fmla="*/ 18867 w 70323"/>
                <a:gd name="connsiteY3" fmla="*/ 70324 h 116920"/>
                <a:gd name="connsiteX4" fmla="*/ 45167 w 70323"/>
                <a:gd name="connsiteY4" fmla="*/ 36877 h 116920"/>
                <a:gd name="connsiteX5" fmla="*/ 67465 w 70323"/>
                <a:gd name="connsiteY5" fmla="*/ 36877 h 116920"/>
                <a:gd name="connsiteX6" fmla="*/ 41165 w 70323"/>
                <a:gd name="connsiteY6" fmla="*/ 68323 h 116920"/>
                <a:gd name="connsiteX7" fmla="*/ 70324 w 70323"/>
                <a:gd name="connsiteY7" fmla="*/ 116920 h 116920"/>
                <a:gd name="connsiteX8" fmla="*/ 48026 w 70323"/>
                <a:gd name="connsiteY8" fmla="*/ 116920 h 116920"/>
                <a:gd name="connsiteX9" fmla="*/ 28015 w 70323"/>
                <a:gd name="connsiteY9" fmla="*/ 82330 h 116920"/>
                <a:gd name="connsiteX10" fmla="*/ 18867 w 70323"/>
                <a:gd name="connsiteY10" fmla="*/ 92621 h 116920"/>
                <a:gd name="connsiteX11" fmla="*/ 18867 w 70323"/>
                <a:gd name="connsiteY11" fmla="*/ 116920 h 116920"/>
                <a:gd name="connsiteX12" fmla="*/ 286 w 70323"/>
                <a:gd name="connsiteY12" fmla="*/ 116920 h 116920"/>
                <a:gd name="connsiteX13" fmla="*/ 286 w 70323"/>
                <a:gd name="connsiteY13" fmla="*/ 457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0323" h="116920">
                  <a:moveTo>
                    <a:pt x="0" y="4574"/>
                  </a:moveTo>
                  <a:lnTo>
                    <a:pt x="18581" y="0"/>
                  </a:lnTo>
                  <a:lnTo>
                    <a:pt x="18581" y="70324"/>
                  </a:lnTo>
                  <a:lnTo>
                    <a:pt x="18867" y="70324"/>
                  </a:lnTo>
                  <a:lnTo>
                    <a:pt x="45167" y="36877"/>
                  </a:lnTo>
                  <a:lnTo>
                    <a:pt x="67465" y="36877"/>
                  </a:lnTo>
                  <a:lnTo>
                    <a:pt x="41165" y="68323"/>
                  </a:lnTo>
                  <a:lnTo>
                    <a:pt x="70324" y="116920"/>
                  </a:lnTo>
                  <a:lnTo>
                    <a:pt x="48026" y="116920"/>
                  </a:lnTo>
                  <a:lnTo>
                    <a:pt x="28015" y="82330"/>
                  </a:lnTo>
                  <a:lnTo>
                    <a:pt x="18867" y="92621"/>
                  </a:lnTo>
                  <a:lnTo>
                    <a:pt x="18867" y="116920"/>
                  </a:lnTo>
                  <a:lnTo>
                    <a:pt x="286" y="116920"/>
                  </a:lnTo>
                  <a:lnTo>
                    <a:pt x="286" y="457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6" name="Freihandform: Form 215">
              <a:extLst>
                <a:ext uri="{FF2B5EF4-FFF2-40B4-BE49-F238E27FC236}">
                  <a16:creationId xmlns:a16="http://schemas.microsoft.com/office/drawing/2014/main" id="{AE7EF3E2-3EEA-496B-8061-462FA9487D09}"/>
                </a:ext>
              </a:extLst>
            </p:cNvPr>
            <p:cNvSpPr/>
            <p:nvPr/>
          </p:nvSpPr>
          <p:spPr>
            <a:xfrm>
              <a:off x="3045092" y="66688"/>
              <a:ext cx="68894" cy="82044"/>
            </a:xfrm>
            <a:custGeom>
              <a:avLst/>
              <a:gdLst>
                <a:gd name="connsiteX0" fmla="*/ 18867 w 68894"/>
                <a:gd name="connsiteY0" fmla="*/ 48026 h 82044"/>
                <a:gd name="connsiteX1" fmla="*/ 34876 w 68894"/>
                <a:gd name="connsiteY1" fmla="*/ 64892 h 82044"/>
                <a:gd name="connsiteX2" fmla="*/ 50313 w 68894"/>
                <a:gd name="connsiteY2" fmla="*/ 48026 h 82044"/>
                <a:gd name="connsiteX3" fmla="*/ 50313 w 68894"/>
                <a:gd name="connsiteY3" fmla="*/ 0 h 82044"/>
                <a:gd name="connsiteX4" fmla="*/ 68894 w 68894"/>
                <a:gd name="connsiteY4" fmla="*/ 0 h 82044"/>
                <a:gd name="connsiteX5" fmla="*/ 68894 w 68894"/>
                <a:gd name="connsiteY5" fmla="*/ 48598 h 82044"/>
                <a:gd name="connsiteX6" fmla="*/ 35162 w 68894"/>
                <a:gd name="connsiteY6" fmla="*/ 82044 h 82044"/>
                <a:gd name="connsiteX7" fmla="*/ 0 w 68894"/>
                <a:gd name="connsiteY7" fmla="*/ 48883 h 82044"/>
                <a:gd name="connsiteX8" fmla="*/ 0 w 68894"/>
                <a:gd name="connsiteY8" fmla="*/ 286 h 82044"/>
                <a:gd name="connsiteX9" fmla="*/ 18581 w 68894"/>
                <a:gd name="connsiteY9" fmla="*/ 286 h 82044"/>
                <a:gd name="connsiteX10" fmla="*/ 18581 w 68894"/>
                <a:gd name="connsiteY10" fmla="*/ 48026 h 8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8894" h="82044">
                  <a:moveTo>
                    <a:pt x="18867" y="48026"/>
                  </a:moveTo>
                  <a:cubicBezTo>
                    <a:pt x="18867" y="58889"/>
                    <a:pt x="24299" y="64892"/>
                    <a:pt x="34876" y="64892"/>
                  </a:cubicBezTo>
                  <a:cubicBezTo>
                    <a:pt x="45167" y="64892"/>
                    <a:pt x="50313" y="59175"/>
                    <a:pt x="50313" y="48026"/>
                  </a:cubicBezTo>
                  <a:lnTo>
                    <a:pt x="50313" y="0"/>
                  </a:lnTo>
                  <a:lnTo>
                    <a:pt x="68894" y="0"/>
                  </a:lnTo>
                  <a:lnTo>
                    <a:pt x="68894" y="48598"/>
                  </a:lnTo>
                  <a:cubicBezTo>
                    <a:pt x="68894" y="69752"/>
                    <a:pt x="57174" y="82044"/>
                    <a:pt x="35162" y="82044"/>
                  </a:cubicBezTo>
                  <a:cubicBezTo>
                    <a:pt x="13436" y="82044"/>
                    <a:pt x="0" y="69752"/>
                    <a:pt x="0" y="48883"/>
                  </a:cubicBezTo>
                  <a:lnTo>
                    <a:pt x="0" y="286"/>
                  </a:lnTo>
                  <a:lnTo>
                    <a:pt x="18581" y="286"/>
                  </a:lnTo>
                  <a:lnTo>
                    <a:pt x="18581" y="48026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7" name="Freihandform: Form 216">
              <a:extLst>
                <a:ext uri="{FF2B5EF4-FFF2-40B4-BE49-F238E27FC236}">
                  <a16:creationId xmlns:a16="http://schemas.microsoft.com/office/drawing/2014/main" id="{25292C6F-4FDB-4207-9DD9-3F96570C8F1B}"/>
                </a:ext>
              </a:extLst>
            </p:cNvPr>
            <p:cNvSpPr/>
            <p:nvPr/>
          </p:nvSpPr>
          <p:spPr>
            <a:xfrm>
              <a:off x="3138285" y="29525"/>
              <a:ext cx="18581" cy="116920"/>
            </a:xfrm>
            <a:custGeom>
              <a:avLst/>
              <a:gdLst>
                <a:gd name="connsiteX0" fmla="*/ 18581 w 18581"/>
                <a:gd name="connsiteY0" fmla="*/ 116920 h 116920"/>
                <a:gd name="connsiteX1" fmla="*/ 0 w 18581"/>
                <a:gd name="connsiteY1" fmla="*/ 116920 h 116920"/>
                <a:gd name="connsiteX2" fmla="*/ 0 w 18581"/>
                <a:gd name="connsiteY2" fmla="*/ 4288 h 116920"/>
                <a:gd name="connsiteX3" fmla="*/ 18581 w 18581"/>
                <a:gd name="connsiteY3" fmla="*/ 0 h 116920"/>
                <a:gd name="connsiteX4" fmla="*/ 18581 w 18581"/>
                <a:gd name="connsiteY4" fmla="*/ 116920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81" h="116920">
                  <a:moveTo>
                    <a:pt x="18581" y="116920"/>
                  </a:moveTo>
                  <a:lnTo>
                    <a:pt x="0" y="116920"/>
                  </a:lnTo>
                  <a:lnTo>
                    <a:pt x="0" y="4288"/>
                  </a:lnTo>
                  <a:lnTo>
                    <a:pt x="18581" y="0"/>
                  </a:lnTo>
                  <a:lnTo>
                    <a:pt x="18581" y="116920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8" name="Freihandform: Form 217">
              <a:extLst>
                <a:ext uri="{FF2B5EF4-FFF2-40B4-BE49-F238E27FC236}">
                  <a16:creationId xmlns:a16="http://schemas.microsoft.com/office/drawing/2014/main" id="{87D7DFA3-D584-4F02-BCFD-1124EC87E1DF}"/>
                </a:ext>
              </a:extLst>
            </p:cNvPr>
            <p:cNvSpPr/>
            <p:nvPr/>
          </p:nvSpPr>
          <p:spPr>
            <a:xfrm>
              <a:off x="3173160" y="40960"/>
              <a:ext cx="49741" cy="107486"/>
            </a:xfrm>
            <a:custGeom>
              <a:avLst/>
              <a:gdLst>
                <a:gd name="connsiteX0" fmla="*/ 49741 w 49741"/>
                <a:gd name="connsiteY0" fmla="*/ 88619 h 107486"/>
                <a:gd name="connsiteX1" fmla="*/ 49741 w 49741"/>
                <a:gd name="connsiteY1" fmla="*/ 104628 h 107486"/>
                <a:gd name="connsiteX2" fmla="*/ 34018 w 49741"/>
                <a:gd name="connsiteY2" fmla="*/ 107486 h 107486"/>
                <a:gd name="connsiteX3" fmla="*/ 12292 w 49741"/>
                <a:gd name="connsiteY3" fmla="*/ 84903 h 107486"/>
                <a:gd name="connsiteX4" fmla="*/ 12292 w 49741"/>
                <a:gd name="connsiteY4" fmla="*/ 41165 h 107486"/>
                <a:gd name="connsiteX5" fmla="*/ 0 w 49741"/>
                <a:gd name="connsiteY5" fmla="*/ 41165 h 107486"/>
                <a:gd name="connsiteX6" fmla="*/ 0 w 49741"/>
                <a:gd name="connsiteY6" fmla="*/ 25728 h 107486"/>
                <a:gd name="connsiteX7" fmla="*/ 12006 w 49741"/>
                <a:gd name="connsiteY7" fmla="*/ 25728 h 107486"/>
                <a:gd name="connsiteX8" fmla="*/ 12006 w 49741"/>
                <a:gd name="connsiteY8" fmla="*/ 4002 h 107486"/>
                <a:gd name="connsiteX9" fmla="*/ 30588 w 49741"/>
                <a:gd name="connsiteY9" fmla="*/ 0 h 107486"/>
                <a:gd name="connsiteX10" fmla="*/ 30588 w 49741"/>
                <a:gd name="connsiteY10" fmla="*/ 26014 h 107486"/>
                <a:gd name="connsiteX11" fmla="*/ 49741 w 49741"/>
                <a:gd name="connsiteY11" fmla="*/ 26014 h 107486"/>
                <a:gd name="connsiteX12" fmla="*/ 49741 w 49741"/>
                <a:gd name="connsiteY12" fmla="*/ 41451 h 107486"/>
                <a:gd name="connsiteX13" fmla="*/ 30588 w 49741"/>
                <a:gd name="connsiteY13" fmla="*/ 41451 h 107486"/>
                <a:gd name="connsiteX14" fmla="*/ 30588 w 49741"/>
                <a:gd name="connsiteY14" fmla="*/ 80901 h 107486"/>
                <a:gd name="connsiteX15" fmla="*/ 39164 w 49741"/>
                <a:gd name="connsiteY15" fmla="*/ 91478 h 107486"/>
                <a:gd name="connsiteX16" fmla="*/ 49741 w 49741"/>
                <a:gd name="connsiteY16" fmla="*/ 88619 h 10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9741" h="107486">
                  <a:moveTo>
                    <a:pt x="49741" y="88619"/>
                  </a:moveTo>
                  <a:lnTo>
                    <a:pt x="49741" y="104628"/>
                  </a:lnTo>
                  <a:cubicBezTo>
                    <a:pt x="45739" y="106629"/>
                    <a:pt x="39450" y="107486"/>
                    <a:pt x="34018" y="107486"/>
                  </a:cubicBezTo>
                  <a:cubicBezTo>
                    <a:pt x="20011" y="107486"/>
                    <a:pt x="12292" y="99482"/>
                    <a:pt x="12292" y="84903"/>
                  </a:cubicBezTo>
                  <a:lnTo>
                    <a:pt x="12292" y="41165"/>
                  </a:lnTo>
                  <a:lnTo>
                    <a:pt x="0" y="41165"/>
                  </a:lnTo>
                  <a:lnTo>
                    <a:pt x="0" y="25728"/>
                  </a:lnTo>
                  <a:lnTo>
                    <a:pt x="12006" y="25728"/>
                  </a:lnTo>
                  <a:lnTo>
                    <a:pt x="12006" y="4002"/>
                  </a:lnTo>
                  <a:lnTo>
                    <a:pt x="30588" y="0"/>
                  </a:lnTo>
                  <a:lnTo>
                    <a:pt x="30588" y="26014"/>
                  </a:lnTo>
                  <a:lnTo>
                    <a:pt x="49741" y="26014"/>
                  </a:lnTo>
                  <a:lnTo>
                    <a:pt x="49741" y="41451"/>
                  </a:lnTo>
                  <a:lnTo>
                    <a:pt x="30588" y="41451"/>
                  </a:lnTo>
                  <a:lnTo>
                    <a:pt x="30588" y="80901"/>
                  </a:lnTo>
                  <a:cubicBezTo>
                    <a:pt x="30588" y="88333"/>
                    <a:pt x="33161" y="91478"/>
                    <a:pt x="39164" y="91478"/>
                  </a:cubicBezTo>
                  <a:cubicBezTo>
                    <a:pt x="42880" y="91192"/>
                    <a:pt x="46596" y="90048"/>
                    <a:pt x="49741" y="8861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9" name="Freihandform: Form 218">
              <a:extLst>
                <a:ext uri="{FF2B5EF4-FFF2-40B4-BE49-F238E27FC236}">
                  <a16:creationId xmlns:a16="http://schemas.microsoft.com/office/drawing/2014/main" id="{361EFEEA-62B2-4FA2-B991-E6318A38C981}"/>
                </a:ext>
              </a:extLst>
            </p:cNvPr>
            <p:cNvSpPr/>
            <p:nvPr/>
          </p:nvSpPr>
          <p:spPr>
            <a:xfrm>
              <a:off x="3237481" y="32384"/>
              <a:ext cx="67750" cy="116062"/>
            </a:xfrm>
            <a:custGeom>
              <a:avLst/>
              <a:gdLst>
                <a:gd name="connsiteX0" fmla="*/ 34304 w 67750"/>
                <a:gd name="connsiteY0" fmla="*/ 64606 h 116062"/>
                <a:gd name="connsiteX1" fmla="*/ 49455 w 67750"/>
                <a:gd name="connsiteY1" fmla="*/ 66321 h 116062"/>
                <a:gd name="connsiteX2" fmla="*/ 49455 w 67750"/>
                <a:gd name="connsiteY2" fmla="*/ 63463 h 116062"/>
                <a:gd name="connsiteX3" fmla="*/ 31731 w 67750"/>
                <a:gd name="connsiteY3" fmla="*/ 48026 h 116062"/>
                <a:gd name="connsiteX4" fmla="*/ 11435 w 67750"/>
                <a:gd name="connsiteY4" fmla="*/ 52600 h 116062"/>
                <a:gd name="connsiteX5" fmla="*/ 7432 w 67750"/>
                <a:gd name="connsiteY5" fmla="*/ 36877 h 116062"/>
                <a:gd name="connsiteX6" fmla="*/ 33732 w 67750"/>
                <a:gd name="connsiteY6" fmla="*/ 32303 h 116062"/>
                <a:gd name="connsiteX7" fmla="*/ 67751 w 67750"/>
                <a:gd name="connsiteY7" fmla="*/ 63177 h 116062"/>
                <a:gd name="connsiteX8" fmla="*/ 67751 w 67750"/>
                <a:gd name="connsiteY8" fmla="*/ 114347 h 116062"/>
                <a:gd name="connsiteX9" fmla="*/ 50027 w 67750"/>
                <a:gd name="connsiteY9" fmla="*/ 114347 h 116062"/>
                <a:gd name="connsiteX10" fmla="*/ 50027 w 67750"/>
                <a:gd name="connsiteY10" fmla="*/ 105771 h 116062"/>
                <a:gd name="connsiteX11" fmla="*/ 49741 w 67750"/>
                <a:gd name="connsiteY11" fmla="*/ 105771 h 116062"/>
                <a:gd name="connsiteX12" fmla="*/ 26300 w 67750"/>
                <a:gd name="connsiteY12" fmla="*/ 116063 h 116062"/>
                <a:gd name="connsiteX13" fmla="*/ 0 w 67750"/>
                <a:gd name="connsiteY13" fmla="*/ 90620 h 116062"/>
                <a:gd name="connsiteX14" fmla="*/ 34304 w 67750"/>
                <a:gd name="connsiteY14" fmla="*/ 64606 h 116062"/>
                <a:gd name="connsiteX15" fmla="*/ 19153 w 67750"/>
                <a:gd name="connsiteY15" fmla="*/ 21726 h 116062"/>
                <a:gd name="connsiteX16" fmla="*/ 8004 w 67750"/>
                <a:gd name="connsiteY16" fmla="*/ 10863 h 116062"/>
                <a:gd name="connsiteX17" fmla="*/ 19153 w 67750"/>
                <a:gd name="connsiteY17" fmla="*/ 0 h 116062"/>
                <a:gd name="connsiteX18" fmla="*/ 30302 w 67750"/>
                <a:gd name="connsiteY18" fmla="*/ 10863 h 116062"/>
                <a:gd name="connsiteX19" fmla="*/ 19153 w 67750"/>
                <a:gd name="connsiteY19" fmla="*/ 21726 h 116062"/>
                <a:gd name="connsiteX20" fmla="*/ 31160 w 67750"/>
                <a:gd name="connsiteY20" fmla="*/ 102055 h 116062"/>
                <a:gd name="connsiteX21" fmla="*/ 49455 w 67750"/>
                <a:gd name="connsiteY21" fmla="*/ 92335 h 116062"/>
                <a:gd name="connsiteX22" fmla="*/ 49455 w 67750"/>
                <a:gd name="connsiteY22" fmla="*/ 78328 h 116062"/>
                <a:gd name="connsiteX23" fmla="*/ 36305 w 67750"/>
                <a:gd name="connsiteY23" fmla="*/ 76899 h 116062"/>
                <a:gd name="connsiteX24" fmla="*/ 17724 w 67750"/>
                <a:gd name="connsiteY24" fmla="*/ 90048 h 116062"/>
                <a:gd name="connsiteX25" fmla="*/ 31160 w 67750"/>
                <a:gd name="connsiteY25" fmla="*/ 102055 h 116062"/>
                <a:gd name="connsiteX26" fmla="*/ 52028 w 67750"/>
                <a:gd name="connsiteY26" fmla="*/ 21726 h 116062"/>
                <a:gd name="connsiteX27" fmla="*/ 40879 w 67750"/>
                <a:gd name="connsiteY27" fmla="*/ 10863 h 116062"/>
                <a:gd name="connsiteX28" fmla="*/ 52028 w 67750"/>
                <a:gd name="connsiteY28" fmla="*/ 0 h 116062"/>
                <a:gd name="connsiteX29" fmla="*/ 63177 w 67750"/>
                <a:gd name="connsiteY29" fmla="*/ 10863 h 116062"/>
                <a:gd name="connsiteX30" fmla="*/ 52028 w 67750"/>
                <a:gd name="connsiteY30" fmla="*/ 21726 h 116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7750" h="116062">
                  <a:moveTo>
                    <a:pt x="34304" y="64606"/>
                  </a:moveTo>
                  <a:cubicBezTo>
                    <a:pt x="39450" y="64606"/>
                    <a:pt x="44310" y="64892"/>
                    <a:pt x="49455" y="66321"/>
                  </a:cubicBezTo>
                  <a:lnTo>
                    <a:pt x="49455" y="63463"/>
                  </a:lnTo>
                  <a:cubicBezTo>
                    <a:pt x="49455" y="53171"/>
                    <a:pt x="43452" y="48026"/>
                    <a:pt x="31731" y="48026"/>
                  </a:cubicBezTo>
                  <a:cubicBezTo>
                    <a:pt x="25156" y="48026"/>
                    <a:pt x="18010" y="49455"/>
                    <a:pt x="11435" y="52600"/>
                  </a:cubicBezTo>
                  <a:lnTo>
                    <a:pt x="7432" y="36877"/>
                  </a:lnTo>
                  <a:cubicBezTo>
                    <a:pt x="14865" y="34018"/>
                    <a:pt x="24585" y="32303"/>
                    <a:pt x="33732" y="32303"/>
                  </a:cubicBezTo>
                  <a:cubicBezTo>
                    <a:pt x="56316" y="32303"/>
                    <a:pt x="67751" y="42880"/>
                    <a:pt x="67751" y="63177"/>
                  </a:cubicBezTo>
                  <a:lnTo>
                    <a:pt x="67751" y="114347"/>
                  </a:lnTo>
                  <a:lnTo>
                    <a:pt x="50027" y="114347"/>
                  </a:lnTo>
                  <a:lnTo>
                    <a:pt x="50027" y="105771"/>
                  </a:lnTo>
                  <a:lnTo>
                    <a:pt x="49741" y="105771"/>
                  </a:lnTo>
                  <a:cubicBezTo>
                    <a:pt x="42880" y="112918"/>
                    <a:pt x="35734" y="116063"/>
                    <a:pt x="26300" y="116063"/>
                  </a:cubicBezTo>
                  <a:cubicBezTo>
                    <a:pt x="10291" y="116063"/>
                    <a:pt x="0" y="106057"/>
                    <a:pt x="0" y="90620"/>
                  </a:cubicBezTo>
                  <a:cubicBezTo>
                    <a:pt x="0" y="73754"/>
                    <a:pt x="12006" y="64606"/>
                    <a:pt x="34304" y="64606"/>
                  </a:cubicBezTo>
                  <a:close/>
                  <a:moveTo>
                    <a:pt x="19153" y="21726"/>
                  </a:moveTo>
                  <a:cubicBezTo>
                    <a:pt x="13150" y="21726"/>
                    <a:pt x="8004" y="16580"/>
                    <a:pt x="8004" y="10863"/>
                  </a:cubicBezTo>
                  <a:cubicBezTo>
                    <a:pt x="8004" y="5146"/>
                    <a:pt x="13150" y="0"/>
                    <a:pt x="19153" y="0"/>
                  </a:cubicBezTo>
                  <a:cubicBezTo>
                    <a:pt x="25156" y="0"/>
                    <a:pt x="30302" y="5146"/>
                    <a:pt x="30302" y="10863"/>
                  </a:cubicBezTo>
                  <a:cubicBezTo>
                    <a:pt x="30302" y="16866"/>
                    <a:pt x="25156" y="21726"/>
                    <a:pt x="19153" y="21726"/>
                  </a:cubicBezTo>
                  <a:close/>
                  <a:moveTo>
                    <a:pt x="31160" y="102055"/>
                  </a:moveTo>
                  <a:cubicBezTo>
                    <a:pt x="38020" y="102055"/>
                    <a:pt x="44310" y="98625"/>
                    <a:pt x="49455" y="92335"/>
                  </a:cubicBezTo>
                  <a:lnTo>
                    <a:pt x="49455" y="78328"/>
                  </a:lnTo>
                  <a:cubicBezTo>
                    <a:pt x="45167" y="77184"/>
                    <a:pt x="40593" y="76899"/>
                    <a:pt x="36305" y="76899"/>
                  </a:cubicBezTo>
                  <a:cubicBezTo>
                    <a:pt x="24585" y="76899"/>
                    <a:pt x="17724" y="81472"/>
                    <a:pt x="17724" y="90048"/>
                  </a:cubicBezTo>
                  <a:cubicBezTo>
                    <a:pt x="18010" y="97481"/>
                    <a:pt x="23155" y="102055"/>
                    <a:pt x="31160" y="102055"/>
                  </a:cubicBezTo>
                  <a:close/>
                  <a:moveTo>
                    <a:pt x="52028" y="21726"/>
                  </a:moveTo>
                  <a:cubicBezTo>
                    <a:pt x="46025" y="21726"/>
                    <a:pt x="40879" y="16580"/>
                    <a:pt x="40879" y="10863"/>
                  </a:cubicBezTo>
                  <a:cubicBezTo>
                    <a:pt x="40879" y="5146"/>
                    <a:pt x="46025" y="0"/>
                    <a:pt x="52028" y="0"/>
                  </a:cubicBezTo>
                  <a:cubicBezTo>
                    <a:pt x="58031" y="0"/>
                    <a:pt x="63177" y="5146"/>
                    <a:pt x="63177" y="10863"/>
                  </a:cubicBezTo>
                  <a:cubicBezTo>
                    <a:pt x="63177" y="16866"/>
                    <a:pt x="57745" y="21726"/>
                    <a:pt x="52028" y="21726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0" name="Freihandform: Form 219">
              <a:extLst>
                <a:ext uri="{FF2B5EF4-FFF2-40B4-BE49-F238E27FC236}">
                  <a16:creationId xmlns:a16="http://schemas.microsoft.com/office/drawing/2014/main" id="{B0A67168-F32D-4D4D-A00C-917CD9297BE8}"/>
                </a:ext>
              </a:extLst>
            </p:cNvPr>
            <p:cNvSpPr/>
            <p:nvPr/>
          </p:nvSpPr>
          <p:spPr>
            <a:xfrm>
              <a:off x="3320097" y="40960"/>
              <a:ext cx="49740" cy="107486"/>
            </a:xfrm>
            <a:custGeom>
              <a:avLst/>
              <a:gdLst>
                <a:gd name="connsiteX0" fmla="*/ 49741 w 49740"/>
                <a:gd name="connsiteY0" fmla="*/ 88619 h 107486"/>
                <a:gd name="connsiteX1" fmla="*/ 49741 w 49740"/>
                <a:gd name="connsiteY1" fmla="*/ 104628 h 107486"/>
                <a:gd name="connsiteX2" fmla="*/ 34018 w 49740"/>
                <a:gd name="connsiteY2" fmla="*/ 107486 h 107486"/>
                <a:gd name="connsiteX3" fmla="*/ 12292 w 49740"/>
                <a:gd name="connsiteY3" fmla="*/ 84903 h 107486"/>
                <a:gd name="connsiteX4" fmla="*/ 12292 w 49740"/>
                <a:gd name="connsiteY4" fmla="*/ 41165 h 107486"/>
                <a:gd name="connsiteX5" fmla="*/ 0 w 49740"/>
                <a:gd name="connsiteY5" fmla="*/ 41165 h 107486"/>
                <a:gd name="connsiteX6" fmla="*/ 0 w 49740"/>
                <a:gd name="connsiteY6" fmla="*/ 25728 h 107486"/>
                <a:gd name="connsiteX7" fmla="*/ 12006 w 49740"/>
                <a:gd name="connsiteY7" fmla="*/ 25728 h 107486"/>
                <a:gd name="connsiteX8" fmla="*/ 12006 w 49740"/>
                <a:gd name="connsiteY8" fmla="*/ 4002 h 107486"/>
                <a:gd name="connsiteX9" fmla="*/ 30588 w 49740"/>
                <a:gd name="connsiteY9" fmla="*/ 0 h 107486"/>
                <a:gd name="connsiteX10" fmla="*/ 30588 w 49740"/>
                <a:gd name="connsiteY10" fmla="*/ 26014 h 107486"/>
                <a:gd name="connsiteX11" fmla="*/ 49741 w 49740"/>
                <a:gd name="connsiteY11" fmla="*/ 26014 h 107486"/>
                <a:gd name="connsiteX12" fmla="*/ 49741 w 49740"/>
                <a:gd name="connsiteY12" fmla="*/ 41451 h 107486"/>
                <a:gd name="connsiteX13" fmla="*/ 30588 w 49740"/>
                <a:gd name="connsiteY13" fmla="*/ 41451 h 107486"/>
                <a:gd name="connsiteX14" fmla="*/ 30588 w 49740"/>
                <a:gd name="connsiteY14" fmla="*/ 80901 h 107486"/>
                <a:gd name="connsiteX15" fmla="*/ 39164 w 49740"/>
                <a:gd name="connsiteY15" fmla="*/ 91478 h 107486"/>
                <a:gd name="connsiteX16" fmla="*/ 49741 w 49740"/>
                <a:gd name="connsiteY16" fmla="*/ 88619 h 10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9740" h="107486">
                  <a:moveTo>
                    <a:pt x="49741" y="88619"/>
                  </a:moveTo>
                  <a:lnTo>
                    <a:pt x="49741" y="104628"/>
                  </a:lnTo>
                  <a:cubicBezTo>
                    <a:pt x="45739" y="106629"/>
                    <a:pt x="39450" y="107486"/>
                    <a:pt x="34018" y="107486"/>
                  </a:cubicBezTo>
                  <a:cubicBezTo>
                    <a:pt x="20011" y="107486"/>
                    <a:pt x="12292" y="99482"/>
                    <a:pt x="12292" y="84903"/>
                  </a:cubicBezTo>
                  <a:lnTo>
                    <a:pt x="12292" y="41165"/>
                  </a:lnTo>
                  <a:lnTo>
                    <a:pt x="0" y="41165"/>
                  </a:lnTo>
                  <a:lnTo>
                    <a:pt x="0" y="25728"/>
                  </a:lnTo>
                  <a:lnTo>
                    <a:pt x="12006" y="25728"/>
                  </a:lnTo>
                  <a:lnTo>
                    <a:pt x="12006" y="4002"/>
                  </a:lnTo>
                  <a:lnTo>
                    <a:pt x="30588" y="0"/>
                  </a:lnTo>
                  <a:lnTo>
                    <a:pt x="30588" y="26014"/>
                  </a:lnTo>
                  <a:lnTo>
                    <a:pt x="49741" y="26014"/>
                  </a:lnTo>
                  <a:lnTo>
                    <a:pt x="49741" y="41451"/>
                  </a:lnTo>
                  <a:lnTo>
                    <a:pt x="30588" y="41451"/>
                  </a:lnTo>
                  <a:lnTo>
                    <a:pt x="30588" y="80901"/>
                  </a:lnTo>
                  <a:cubicBezTo>
                    <a:pt x="30588" y="88333"/>
                    <a:pt x="33161" y="91478"/>
                    <a:pt x="39164" y="91478"/>
                  </a:cubicBezTo>
                  <a:cubicBezTo>
                    <a:pt x="42880" y="91192"/>
                    <a:pt x="46596" y="90048"/>
                    <a:pt x="49741" y="8861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1" name="Freihandform: Form 220">
              <a:extLst>
                <a:ext uri="{FF2B5EF4-FFF2-40B4-BE49-F238E27FC236}">
                  <a16:creationId xmlns:a16="http://schemas.microsoft.com/office/drawing/2014/main" id="{99096E6E-B984-4028-B47B-1EA912394AC6}"/>
                </a:ext>
              </a:extLst>
            </p:cNvPr>
            <p:cNvSpPr/>
            <p:nvPr/>
          </p:nvSpPr>
          <p:spPr>
            <a:xfrm>
              <a:off x="3433872" y="66688"/>
              <a:ext cx="68894" cy="82044"/>
            </a:xfrm>
            <a:custGeom>
              <a:avLst/>
              <a:gdLst>
                <a:gd name="connsiteX0" fmla="*/ 18867 w 68894"/>
                <a:gd name="connsiteY0" fmla="*/ 48026 h 82044"/>
                <a:gd name="connsiteX1" fmla="*/ 34876 w 68894"/>
                <a:gd name="connsiteY1" fmla="*/ 64892 h 82044"/>
                <a:gd name="connsiteX2" fmla="*/ 50313 w 68894"/>
                <a:gd name="connsiteY2" fmla="*/ 48026 h 82044"/>
                <a:gd name="connsiteX3" fmla="*/ 50313 w 68894"/>
                <a:gd name="connsiteY3" fmla="*/ 0 h 82044"/>
                <a:gd name="connsiteX4" fmla="*/ 68894 w 68894"/>
                <a:gd name="connsiteY4" fmla="*/ 0 h 82044"/>
                <a:gd name="connsiteX5" fmla="*/ 68894 w 68894"/>
                <a:gd name="connsiteY5" fmla="*/ 48598 h 82044"/>
                <a:gd name="connsiteX6" fmla="*/ 35162 w 68894"/>
                <a:gd name="connsiteY6" fmla="*/ 82044 h 82044"/>
                <a:gd name="connsiteX7" fmla="*/ 0 w 68894"/>
                <a:gd name="connsiteY7" fmla="*/ 48883 h 82044"/>
                <a:gd name="connsiteX8" fmla="*/ 0 w 68894"/>
                <a:gd name="connsiteY8" fmla="*/ 286 h 82044"/>
                <a:gd name="connsiteX9" fmla="*/ 18581 w 68894"/>
                <a:gd name="connsiteY9" fmla="*/ 286 h 82044"/>
                <a:gd name="connsiteX10" fmla="*/ 18581 w 68894"/>
                <a:gd name="connsiteY10" fmla="*/ 48026 h 8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8894" h="82044">
                  <a:moveTo>
                    <a:pt x="18867" y="48026"/>
                  </a:moveTo>
                  <a:cubicBezTo>
                    <a:pt x="18867" y="58889"/>
                    <a:pt x="24299" y="64892"/>
                    <a:pt x="34876" y="64892"/>
                  </a:cubicBezTo>
                  <a:cubicBezTo>
                    <a:pt x="45167" y="64892"/>
                    <a:pt x="50313" y="59175"/>
                    <a:pt x="50313" y="48026"/>
                  </a:cubicBezTo>
                  <a:lnTo>
                    <a:pt x="50313" y="0"/>
                  </a:lnTo>
                  <a:lnTo>
                    <a:pt x="68894" y="0"/>
                  </a:lnTo>
                  <a:lnTo>
                    <a:pt x="68894" y="48598"/>
                  </a:lnTo>
                  <a:cubicBezTo>
                    <a:pt x="68894" y="69752"/>
                    <a:pt x="57174" y="82044"/>
                    <a:pt x="35162" y="82044"/>
                  </a:cubicBezTo>
                  <a:cubicBezTo>
                    <a:pt x="13436" y="82044"/>
                    <a:pt x="0" y="69752"/>
                    <a:pt x="0" y="48883"/>
                  </a:cubicBezTo>
                  <a:lnTo>
                    <a:pt x="0" y="286"/>
                  </a:lnTo>
                  <a:lnTo>
                    <a:pt x="18581" y="286"/>
                  </a:lnTo>
                  <a:lnTo>
                    <a:pt x="18581" y="48026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2" name="Freihandform: Form 221">
              <a:extLst>
                <a:ext uri="{FF2B5EF4-FFF2-40B4-BE49-F238E27FC236}">
                  <a16:creationId xmlns:a16="http://schemas.microsoft.com/office/drawing/2014/main" id="{50AFA9AA-F478-4623-B334-3BAEF63D2261}"/>
                </a:ext>
              </a:extLst>
            </p:cNvPr>
            <p:cNvSpPr/>
            <p:nvPr/>
          </p:nvSpPr>
          <p:spPr>
            <a:xfrm>
              <a:off x="3526779" y="64687"/>
              <a:ext cx="68608" cy="82044"/>
            </a:xfrm>
            <a:custGeom>
              <a:avLst/>
              <a:gdLst>
                <a:gd name="connsiteX0" fmla="*/ 68608 w 68608"/>
                <a:gd name="connsiteY0" fmla="*/ 81758 h 82044"/>
                <a:gd name="connsiteX1" fmla="*/ 50027 w 68608"/>
                <a:gd name="connsiteY1" fmla="*/ 81758 h 82044"/>
                <a:gd name="connsiteX2" fmla="*/ 50027 w 68608"/>
                <a:gd name="connsiteY2" fmla="*/ 36019 h 82044"/>
                <a:gd name="connsiteX3" fmla="*/ 35162 w 68608"/>
                <a:gd name="connsiteY3" fmla="*/ 16580 h 82044"/>
                <a:gd name="connsiteX4" fmla="*/ 18581 w 68608"/>
                <a:gd name="connsiteY4" fmla="*/ 36019 h 82044"/>
                <a:gd name="connsiteX5" fmla="*/ 18581 w 68608"/>
                <a:gd name="connsiteY5" fmla="*/ 82044 h 82044"/>
                <a:gd name="connsiteX6" fmla="*/ 0 w 68608"/>
                <a:gd name="connsiteY6" fmla="*/ 82044 h 82044"/>
                <a:gd name="connsiteX7" fmla="*/ 0 w 68608"/>
                <a:gd name="connsiteY7" fmla="*/ 2001 h 82044"/>
                <a:gd name="connsiteX8" fmla="*/ 18581 w 68608"/>
                <a:gd name="connsiteY8" fmla="*/ 2001 h 82044"/>
                <a:gd name="connsiteX9" fmla="*/ 18581 w 68608"/>
                <a:gd name="connsiteY9" fmla="*/ 11721 h 82044"/>
                <a:gd name="connsiteX10" fmla="*/ 18867 w 68608"/>
                <a:gd name="connsiteY10" fmla="*/ 11721 h 82044"/>
                <a:gd name="connsiteX11" fmla="*/ 42308 w 68608"/>
                <a:gd name="connsiteY11" fmla="*/ 0 h 82044"/>
                <a:gd name="connsiteX12" fmla="*/ 68608 w 68608"/>
                <a:gd name="connsiteY12" fmla="*/ 32303 h 82044"/>
                <a:gd name="connsiteX13" fmla="*/ 68608 w 68608"/>
                <a:gd name="connsiteY13" fmla="*/ 81758 h 8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82044">
                  <a:moveTo>
                    <a:pt x="68608" y="81758"/>
                  </a:moveTo>
                  <a:lnTo>
                    <a:pt x="50027" y="81758"/>
                  </a:lnTo>
                  <a:lnTo>
                    <a:pt x="50027" y="36019"/>
                  </a:lnTo>
                  <a:cubicBezTo>
                    <a:pt x="50027" y="24299"/>
                    <a:pt x="46596" y="16580"/>
                    <a:pt x="35162" y="16580"/>
                  </a:cubicBezTo>
                  <a:cubicBezTo>
                    <a:pt x="22012" y="16580"/>
                    <a:pt x="18581" y="27157"/>
                    <a:pt x="18581" y="36019"/>
                  </a:cubicBezTo>
                  <a:lnTo>
                    <a:pt x="18581" y="82044"/>
                  </a:lnTo>
                  <a:lnTo>
                    <a:pt x="0" y="82044"/>
                  </a:lnTo>
                  <a:lnTo>
                    <a:pt x="0" y="2001"/>
                  </a:lnTo>
                  <a:lnTo>
                    <a:pt x="18581" y="2001"/>
                  </a:lnTo>
                  <a:lnTo>
                    <a:pt x="18581" y="11721"/>
                  </a:lnTo>
                  <a:lnTo>
                    <a:pt x="18867" y="11721"/>
                  </a:lnTo>
                  <a:cubicBezTo>
                    <a:pt x="23727" y="4574"/>
                    <a:pt x="32017" y="0"/>
                    <a:pt x="42308" y="0"/>
                  </a:cubicBezTo>
                  <a:cubicBezTo>
                    <a:pt x="60604" y="0"/>
                    <a:pt x="68608" y="13436"/>
                    <a:pt x="68608" y="32303"/>
                  </a:cubicBezTo>
                  <a:lnTo>
                    <a:pt x="68608" y="81758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3" name="Freihandform: Form 222">
              <a:extLst>
                <a:ext uri="{FF2B5EF4-FFF2-40B4-BE49-F238E27FC236}">
                  <a16:creationId xmlns:a16="http://schemas.microsoft.com/office/drawing/2014/main" id="{D8A89570-FCAB-45B0-AB90-6828CDF05FFD}"/>
                </a:ext>
              </a:extLst>
            </p:cNvPr>
            <p:cNvSpPr/>
            <p:nvPr/>
          </p:nvSpPr>
          <p:spPr>
            <a:xfrm>
              <a:off x="3615112" y="29811"/>
              <a:ext cx="74611" cy="118921"/>
            </a:xfrm>
            <a:custGeom>
              <a:avLst/>
              <a:gdLst>
                <a:gd name="connsiteX0" fmla="*/ 0 w 74611"/>
                <a:gd name="connsiteY0" fmla="*/ 76613 h 118921"/>
                <a:gd name="connsiteX1" fmla="*/ 32589 w 74611"/>
                <a:gd name="connsiteY1" fmla="*/ 34876 h 118921"/>
                <a:gd name="connsiteX2" fmla="*/ 55744 w 74611"/>
                <a:gd name="connsiteY2" fmla="*/ 45739 h 118921"/>
                <a:gd name="connsiteX3" fmla="*/ 56030 w 74611"/>
                <a:gd name="connsiteY3" fmla="*/ 45739 h 118921"/>
                <a:gd name="connsiteX4" fmla="*/ 56030 w 74611"/>
                <a:gd name="connsiteY4" fmla="*/ 4574 h 118921"/>
                <a:gd name="connsiteX5" fmla="*/ 74612 w 74611"/>
                <a:gd name="connsiteY5" fmla="*/ 0 h 118921"/>
                <a:gd name="connsiteX6" fmla="*/ 74612 w 74611"/>
                <a:gd name="connsiteY6" fmla="*/ 116920 h 118921"/>
                <a:gd name="connsiteX7" fmla="*/ 56316 w 74611"/>
                <a:gd name="connsiteY7" fmla="*/ 116920 h 118921"/>
                <a:gd name="connsiteX8" fmla="*/ 56316 w 74611"/>
                <a:gd name="connsiteY8" fmla="*/ 107486 h 118921"/>
                <a:gd name="connsiteX9" fmla="*/ 56030 w 74611"/>
                <a:gd name="connsiteY9" fmla="*/ 107486 h 118921"/>
                <a:gd name="connsiteX10" fmla="*/ 32017 w 74611"/>
                <a:gd name="connsiteY10" fmla="*/ 118921 h 118921"/>
                <a:gd name="connsiteX11" fmla="*/ 0 w 74611"/>
                <a:gd name="connsiteY11" fmla="*/ 76613 h 118921"/>
                <a:gd name="connsiteX12" fmla="*/ 18581 w 74611"/>
                <a:gd name="connsiteY12" fmla="*/ 76613 h 118921"/>
                <a:gd name="connsiteX13" fmla="*/ 37163 w 74611"/>
                <a:gd name="connsiteY13" fmla="*/ 102341 h 118921"/>
                <a:gd name="connsiteX14" fmla="*/ 56316 w 74611"/>
                <a:gd name="connsiteY14" fmla="*/ 91764 h 118921"/>
                <a:gd name="connsiteX15" fmla="*/ 56316 w 74611"/>
                <a:gd name="connsiteY15" fmla="*/ 62605 h 118921"/>
                <a:gd name="connsiteX16" fmla="*/ 37163 w 74611"/>
                <a:gd name="connsiteY16" fmla="*/ 52028 h 118921"/>
                <a:gd name="connsiteX17" fmla="*/ 18581 w 74611"/>
                <a:gd name="connsiteY17" fmla="*/ 76613 h 118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611" h="118921">
                  <a:moveTo>
                    <a:pt x="0" y="76613"/>
                  </a:moveTo>
                  <a:cubicBezTo>
                    <a:pt x="0" y="50885"/>
                    <a:pt x="13150" y="34876"/>
                    <a:pt x="32589" y="34876"/>
                  </a:cubicBezTo>
                  <a:cubicBezTo>
                    <a:pt x="42594" y="34876"/>
                    <a:pt x="50599" y="39164"/>
                    <a:pt x="55744" y="45739"/>
                  </a:cubicBezTo>
                  <a:lnTo>
                    <a:pt x="56030" y="45739"/>
                  </a:lnTo>
                  <a:lnTo>
                    <a:pt x="56030" y="4574"/>
                  </a:lnTo>
                  <a:lnTo>
                    <a:pt x="74612" y="0"/>
                  </a:lnTo>
                  <a:lnTo>
                    <a:pt x="74612" y="116920"/>
                  </a:lnTo>
                  <a:lnTo>
                    <a:pt x="56316" y="116920"/>
                  </a:lnTo>
                  <a:lnTo>
                    <a:pt x="56316" y="107486"/>
                  </a:lnTo>
                  <a:lnTo>
                    <a:pt x="56030" y="107486"/>
                  </a:lnTo>
                  <a:cubicBezTo>
                    <a:pt x="50313" y="114633"/>
                    <a:pt x="42023" y="118921"/>
                    <a:pt x="32017" y="118921"/>
                  </a:cubicBezTo>
                  <a:cubicBezTo>
                    <a:pt x="13150" y="118635"/>
                    <a:pt x="0" y="102341"/>
                    <a:pt x="0" y="76613"/>
                  </a:cubicBezTo>
                  <a:close/>
                  <a:moveTo>
                    <a:pt x="18581" y="76613"/>
                  </a:moveTo>
                  <a:cubicBezTo>
                    <a:pt x="18581" y="92907"/>
                    <a:pt x="25442" y="102341"/>
                    <a:pt x="37163" y="102341"/>
                  </a:cubicBezTo>
                  <a:cubicBezTo>
                    <a:pt x="44310" y="102341"/>
                    <a:pt x="50313" y="98910"/>
                    <a:pt x="56316" y="91764"/>
                  </a:cubicBezTo>
                  <a:lnTo>
                    <a:pt x="56316" y="62605"/>
                  </a:lnTo>
                  <a:cubicBezTo>
                    <a:pt x="50885" y="55458"/>
                    <a:pt x="44881" y="52028"/>
                    <a:pt x="37163" y="52028"/>
                  </a:cubicBezTo>
                  <a:cubicBezTo>
                    <a:pt x="25157" y="51742"/>
                    <a:pt x="18581" y="60604"/>
                    <a:pt x="18581" y="76613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4" name="Freihandform: Form 223">
              <a:extLst>
                <a:ext uri="{FF2B5EF4-FFF2-40B4-BE49-F238E27FC236}">
                  <a16:creationId xmlns:a16="http://schemas.microsoft.com/office/drawing/2014/main" id="{5E55572E-2064-4394-B012-FCE69D487F70}"/>
                </a:ext>
              </a:extLst>
            </p:cNvPr>
            <p:cNvSpPr/>
            <p:nvPr/>
          </p:nvSpPr>
          <p:spPr>
            <a:xfrm>
              <a:off x="1648912" y="209051"/>
              <a:ext cx="69751" cy="110630"/>
            </a:xfrm>
            <a:custGeom>
              <a:avLst/>
              <a:gdLst>
                <a:gd name="connsiteX0" fmla="*/ 69752 w 69751"/>
                <a:gd name="connsiteY0" fmla="*/ 18010 h 110630"/>
                <a:gd name="connsiteX1" fmla="*/ 19725 w 69751"/>
                <a:gd name="connsiteY1" fmla="*/ 18010 h 110630"/>
                <a:gd name="connsiteX2" fmla="*/ 19725 w 69751"/>
                <a:gd name="connsiteY2" fmla="*/ 45453 h 110630"/>
                <a:gd name="connsiteX3" fmla="*/ 56888 w 69751"/>
                <a:gd name="connsiteY3" fmla="*/ 45453 h 110630"/>
                <a:gd name="connsiteX4" fmla="*/ 56888 w 69751"/>
                <a:gd name="connsiteY4" fmla="*/ 63463 h 110630"/>
                <a:gd name="connsiteX5" fmla="*/ 19725 w 69751"/>
                <a:gd name="connsiteY5" fmla="*/ 63463 h 110630"/>
                <a:gd name="connsiteX6" fmla="*/ 19725 w 69751"/>
                <a:gd name="connsiteY6" fmla="*/ 110631 h 110630"/>
                <a:gd name="connsiteX7" fmla="*/ 0 w 69751"/>
                <a:gd name="connsiteY7" fmla="*/ 110631 h 110630"/>
                <a:gd name="connsiteX8" fmla="*/ 0 w 69751"/>
                <a:gd name="connsiteY8" fmla="*/ 0 h 110630"/>
                <a:gd name="connsiteX9" fmla="*/ 69466 w 69751"/>
                <a:gd name="connsiteY9" fmla="*/ 0 h 110630"/>
                <a:gd name="connsiteX10" fmla="*/ 69466 w 69751"/>
                <a:gd name="connsiteY10" fmla="*/ 18010 h 110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751" h="110630">
                  <a:moveTo>
                    <a:pt x="69752" y="18010"/>
                  </a:moveTo>
                  <a:lnTo>
                    <a:pt x="19725" y="18010"/>
                  </a:lnTo>
                  <a:lnTo>
                    <a:pt x="19725" y="45453"/>
                  </a:lnTo>
                  <a:lnTo>
                    <a:pt x="56888" y="45453"/>
                  </a:lnTo>
                  <a:lnTo>
                    <a:pt x="56888" y="63463"/>
                  </a:lnTo>
                  <a:lnTo>
                    <a:pt x="19725" y="63463"/>
                  </a:lnTo>
                  <a:lnTo>
                    <a:pt x="19725" y="110631"/>
                  </a:lnTo>
                  <a:lnTo>
                    <a:pt x="0" y="110631"/>
                  </a:lnTo>
                  <a:lnTo>
                    <a:pt x="0" y="0"/>
                  </a:lnTo>
                  <a:lnTo>
                    <a:pt x="69466" y="0"/>
                  </a:lnTo>
                  <a:lnTo>
                    <a:pt x="69466" y="18010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5" name="Freihandform: Form 224">
              <a:extLst>
                <a:ext uri="{FF2B5EF4-FFF2-40B4-BE49-F238E27FC236}">
                  <a16:creationId xmlns:a16="http://schemas.microsoft.com/office/drawing/2014/main" id="{AB1C19C7-174E-4E40-B14E-DEDD91C40E6B}"/>
                </a:ext>
              </a:extLst>
            </p:cNvPr>
            <p:cNvSpPr/>
            <p:nvPr/>
          </p:nvSpPr>
          <p:spPr>
            <a:xfrm>
              <a:off x="1722094" y="237638"/>
              <a:ext cx="67750" cy="83759"/>
            </a:xfrm>
            <a:custGeom>
              <a:avLst/>
              <a:gdLst>
                <a:gd name="connsiteX0" fmla="*/ 34304 w 67750"/>
                <a:gd name="connsiteY0" fmla="*/ 32303 h 83759"/>
                <a:gd name="connsiteX1" fmla="*/ 49455 w 67750"/>
                <a:gd name="connsiteY1" fmla="*/ 34018 h 83759"/>
                <a:gd name="connsiteX2" fmla="*/ 49455 w 67750"/>
                <a:gd name="connsiteY2" fmla="*/ 31160 h 83759"/>
                <a:gd name="connsiteX3" fmla="*/ 31731 w 67750"/>
                <a:gd name="connsiteY3" fmla="*/ 15723 h 83759"/>
                <a:gd name="connsiteX4" fmla="*/ 11435 w 67750"/>
                <a:gd name="connsiteY4" fmla="*/ 20297 h 83759"/>
                <a:gd name="connsiteX5" fmla="*/ 7433 w 67750"/>
                <a:gd name="connsiteY5" fmla="*/ 4574 h 83759"/>
                <a:gd name="connsiteX6" fmla="*/ 33732 w 67750"/>
                <a:gd name="connsiteY6" fmla="*/ 0 h 83759"/>
                <a:gd name="connsiteX7" fmla="*/ 67751 w 67750"/>
                <a:gd name="connsiteY7" fmla="*/ 30874 h 83759"/>
                <a:gd name="connsiteX8" fmla="*/ 67751 w 67750"/>
                <a:gd name="connsiteY8" fmla="*/ 82044 h 83759"/>
                <a:gd name="connsiteX9" fmla="*/ 50027 w 67750"/>
                <a:gd name="connsiteY9" fmla="*/ 82044 h 83759"/>
                <a:gd name="connsiteX10" fmla="*/ 50027 w 67750"/>
                <a:gd name="connsiteY10" fmla="*/ 73468 h 83759"/>
                <a:gd name="connsiteX11" fmla="*/ 49741 w 67750"/>
                <a:gd name="connsiteY11" fmla="*/ 73468 h 83759"/>
                <a:gd name="connsiteX12" fmla="*/ 26300 w 67750"/>
                <a:gd name="connsiteY12" fmla="*/ 83759 h 83759"/>
                <a:gd name="connsiteX13" fmla="*/ 0 w 67750"/>
                <a:gd name="connsiteY13" fmla="*/ 58317 h 83759"/>
                <a:gd name="connsiteX14" fmla="*/ 34304 w 67750"/>
                <a:gd name="connsiteY14" fmla="*/ 32303 h 83759"/>
                <a:gd name="connsiteX15" fmla="*/ 31160 w 67750"/>
                <a:gd name="connsiteY15" fmla="*/ 69752 h 83759"/>
                <a:gd name="connsiteX16" fmla="*/ 49455 w 67750"/>
                <a:gd name="connsiteY16" fmla="*/ 60032 h 83759"/>
                <a:gd name="connsiteX17" fmla="*/ 49455 w 67750"/>
                <a:gd name="connsiteY17" fmla="*/ 46311 h 83759"/>
                <a:gd name="connsiteX18" fmla="*/ 36305 w 67750"/>
                <a:gd name="connsiteY18" fmla="*/ 44881 h 83759"/>
                <a:gd name="connsiteX19" fmla="*/ 17724 w 67750"/>
                <a:gd name="connsiteY19" fmla="*/ 58031 h 83759"/>
                <a:gd name="connsiteX20" fmla="*/ 31160 w 67750"/>
                <a:gd name="connsiteY20" fmla="*/ 69752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7750" h="83759">
                  <a:moveTo>
                    <a:pt x="34304" y="32303"/>
                  </a:moveTo>
                  <a:cubicBezTo>
                    <a:pt x="39450" y="32303"/>
                    <a:pt x="44310" y="32589"/>
                    <a:pt x="49455" y="34018"/>
                  </a:cubicBezTo>
                  <a:lnTo>
                    <a:pt x="49455" y="31160"/>
                  </a:lnTo>
                  <a:cubicBezTo>
                    <a:pt x="49455" y="20868"/>
                    <a:pt x="43452" y="15723"/>
                    <a:pt x="31731" y="15723"/>
                  </a:cubicBezTo>
                  <a:cubicBezTo>
                    <a:pt x="25156" y="15723"/>
                    <a:pt x="18010" y="17152"/>
                    <a:pt x="11435" y="20297"/>
                  </a:cubicBezTo>
                  <a:lnTo>
                    <a:pt x="7433" y="4574"/>
                  </a:lnTo>
                  <a:cubicBezTo>
                    <a:pt x="14865" y="1715"/>
                    <a:pt x="24585" y="0"/>
                    <a:pt x="33732" y="0"/>
                  </a:cubicBezTo>
                  <a:cubicBezTo>
                    <a:pt x="56316" y="0"/>
                    <a:pt x="67751" y="10577"/>
                    <a:pt x="67751" y="30874"/>
                  </a:cubicBezTo>
                  <a:lnTo>
                    <a:pt x="67751" y="82044"/>
                  </a:lnTo>
                  <a:lnTo>
                    <a:pt x="50027" y="82044"/>
                  </a:lnTo>
                  <a:lnTo>
                    <a:pt x="50027" y="73468"/>
                  </a:lnTo>
                  <a:lnTo>
                    <a:pt x="49741" y="73468"/>
                  </a:lnTo>
                  <a:cubicBezTo>
                    <a:pt x="42880" y="80615"/>
                    <a:pt x="35734" y="83759"/>
                    <a:pt x="26300" y="83759"/>
                  </a:cubicBezTo>
                  <a:cubicBezTo>
                    <a:pt x="10291" y="83759"/>
                    <a:pt x="0" y="73754"/>
                    <a:pt x="0" y="58317"/>
                  </a:cubicBezTo>
                  <a:cubicBezTo>
                    <a:pt x="0" y="41451"/>
                    <a:pt x="12006" y="32303"/>
                    <a:pt x="34304" y="32303"/>
                  </a:cubicBezTo>
                  <a:close/>
                  <a:moveTo>
                    <a:pt x="31160" y="69752"/>
                  </a:moveTo>
                  <a:cubicBezTo>
                    <a:pt x="38020" y="69752"/>
                    <a:pt x="44310" y="66321"/>
                    <a:pt x="49455" y="60032"/>
                  </a:cubicBezTo>
                  <a:lnTo>
                    <a:pt x="49455" y="46311"/>
                  </a:lnTo>
                  <a:cubicBezTo>
                    <a:pt x="45167" y="45167"/>
                    <a:pt x="40593" y="44881"/>
                    <a:pt x="36305" y="44881"/>
                  </a:cubicBezTo>
                  <a:cubicBezTo>
                    <a:pt x="24585" y="44881"/>
                    <a:pt x="17724" y="49455"/>
                    <a:pt x="17724" y="58031"/>
                  </a:cubicBezTo>
                  <a:cubicBezTo>
                    <a:pt x="18010" y="65178"/>
                    <a:pt x="23155" y="69752"/>
                    <a:pt x="31160" y="6975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6" name="Freihandform: Form 225">
              <a:extLst>
                <a:ext uri="{FF2B5EF4-FFF2-40B4-BE49-F238E27FC236}">
                  <a16:creationId xmlns:a16="http://schemas.microsoft.com/office/drawing/2014/main" id="{0FA12A8A-6A2E-48EE-BCE2-B0B9B6CBB27A}"/>
                </a:ext>
              </a:extLst>
            </p:cNvPr>
            <p:cNvSpPr/>
            <p:nvPr/>
          </p:nvSpPr>
          <p:spPr>
            <a:xfrm>
              <a:off x="1809570" y="237352"/>
              <a:ext cx="67464" cy="84045"/>
            </a:xfrm>
            <a:custGeom>
              <a:avLst/>
              <a:gdLst>
                <a:gd name="connsiteX0" fmla="*/ 66893 w 67464"/>
                <a:gd name="connsiteY0" fmla="*/ 71181 h 84045"/>
                <a:gd name="connsiteX1" fmla="*/ 38306 w 67464"/>
                <a:gd name="connsiteY1" fmla="*/ 84045 h 84045"/>
                <a:gd name="connsiteX2" fmla="*/ 0 w 67464"/>
                <a:gd name="connsiteY2" fmla="*/ 42309 h 84045"/>
                <a:gd name="connsiteX3" fmla="*/ 38592 w 67464"/>
                <a:gd name="connsiteY3" fmla="*/ 0 h 84045"/>
                <a:gd name="connsiteX4" fmla="*/ 67465 w 67464"/>
                <a:gd name="connsiteY4" fmla="*/ 13722 h 84045"/>
                <a:gd name="connsiteX5" fmla="*/ 54601 w 67464"/>
                <a:gd name="connsiteY5" fmla="*/ 26014 h 84045"/>
                <a:gd name="connsiteX6" fmla="*/ 38592 w 67464"/>
                <a:gd name="connsiteY6" fmla="*/ 17152 h 84045"/>
                <a:gd name="connsiteX7" fmla="*/ 18867 w 67464"/>
                <a:gd name="connsiteY7" fmla="*/ 42023 h 84045"/>
                <a:gd name="connsiteX8" fmla="*/ 38592 w 67464"/>
                <a:gd name="connsiteY8" fmla="*/ 66893 h 84045"/>
                <a:gd name="connsiteX9" fmla="*/ 55173 w 67464"/>
                <a:gd name="connsiteY9" fmla="*/ 58031 h 84045"/>
                <a:gd name="connsiteX10" fmla="*/ 66893 w 67464"/>
                <a:gd name="connsiteY10" fmla="*/ 7118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7464" h="84045">
                  <a:moveTo>
                    <a:pt x="66893" y="71181"/>
                  </a:moveTo>
                  <a:cubicBezTo>
                    <a:pt x="58889" y="80043"/>
                    <a:pt x="49741" y="84045"/>
                    <a:pt x="38306" y="84045"/>
                  </a:cubicBezTo>
                  <a:cubicBezTo>
                    <a:pt x="15437" y="84045"/>
                    <a:pt x="0" y="67465"/>
                    <a:pt x="0" y="42309"/>
                  </a:cubicBezTo>
                  <a:cubicBezTo>
                    <a:pt x="0" y="17152"/>
                    <a:pt x="15437" y="0"/>
                    <a:pt x="38592" y="0"/>
                  </a:cubicBezTo>
                  <a:cubicBezTo>
                    <a:pt x="50599" y="0"/>
                    <a:pt x="60318" y="4574"/>
                    <a:pt x="67465" y="13722"/>
                  </a:cubicBezTo>
                  <a:lnTo>
                    <a:pt x="54601" y="26014"/>
                  </a:lnTo>
                  <a:cubicBezTo>
                    <a:pt x="50027" y="20011"/>
                    <a:pt x="44881" y="17152"/>
                    <a:pt x="38592" y="17152"/>
                  </a:cubicBezTo>
                  <a:cubicBezTo>
                    <a:pt x="26872" y="17152"/>
                    <a:pt x="18867" y="26872"/>
                    <a:pt x="18867" y="42023"/>
                  </a:cubicBezTo>
                  <a:cubicBezTo>
                    <a:pt x="18867" y="56888"/>
                    <a:pt x="26872" y="66893"/>
                    <a:pt x="38592" y="66893"/>
                  </a:cubicBezTo>
                  <a:cubicBezTo>
                    <a:pt x="44881" y="66893"/>
                    <a:pt x="50027" y="64035"/>
                    <a:pt x="55173" y="58031"/>
                  </a:cubicBezTo>
                  <a:lnTo>
                    <a:pt x="66893" y="7118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7" name="Freihandform: Form 226">
              <a:extLst>
                <a:ext uri="{FF2B5EF4-FFF2-40B4-BE49-F238E27FC236}">
                  <a16:creationId xmlns:a16="http://schemas.microsoft.com/office/drawing/2014/main" id="{3D506DCC-DA72-4AD0-A01A-4352D892B228}"/>
                </a:ext>
              </a:extLst>
            </p:cNvPr>
            <p:cNvSpPr/>
            <p:nvPr/>
          </p:nvSpPr>
          <p:spPr>
            <a:xfrm>
              <a:off x="1893329" y="202762"/>
              <a:ext cx="68608" cy="116920"/>
            </a:xfrm>
            <a:custGeom>
              <a:avLst/>
              <a:gdLst>
                <a:gd name="connsiteX0" fmla="*/ 68608 w 68608"/>
                <a:gd name="connsiteY0" fmla="*/ 116634 h 116920"/>
                <a:gd name="connsiteX1" fmla="*/ 50027 w 68608"/>
                <a:gd name="connsiteY1" fmla="*/ 116634 h 116920"/>
                <a:gd name="connsiteX2" fmla="*/ 50027 w 68608"/>
                <a:gd name="connsiteY2" fmla="*/ 70895 h 116920"/>
                <a:gd name="connsiteX3" fmla="*/ 35162 w 68608"/>
                <a:gd name="connsiteY3" fmla="*/ 51456 h 116920"/>
                <a:gd name="connsiteX4" fmla="*/ 18581 w 68608"/>
                <a:gd name="connsiteY4" fmla="*/ 70895 h 116920"/>
                <a:gd name="connsiteX5" fmla="*/ 18581 w 68608"/>
                <a:gd name="connsiteY5" fmla="*/ 116920 h 116920"/>
                <a:gd name="connsiteX6" fmla="*/ 0 w 68608"/>
                <a:gd name="connsiteY6" fmla="*/ 116920 h 116920"/>
                <a:gd name="connsiteX7" fmla="*/ 0 w 68608"/>
                <a:gd name="connsiteY7" fmla="*/ 4574 h 116920"/>
                <a:gd name="connsiteX8" fmla="*/ 18581 w 68608"/>
                <a:gd name="connsiteY8" fmla="*/ 0 h 116920"/>
                <a:gd name="connsiteX9" fmla="*/ 18581 w 68608"/>
                <a:gd name="connsiteY9" fmla="*/ 46596 h 116920"/>
                <a:gd name="connsiteX10" fmla="*/ 18867 w 68608"/>
                <a:gd name="connsiteY10" fmla="*/ 46596 h 116920"/>
                <a:gd name="connsiteX11" fmla="*/ 42308 w 68608"/>
                <a:gd name="connsiteY11" fmla="*/ 34876 h 116920"/>
                <a:gd name="connsiteX12" fmla="*/ 68608 w 68608"/>
                <a:gd name="connsiteY12" fmla="*/ 67179 h 116920"/>
                <a:gd name="connsiteX13" fmla="*/ 68608 w 68608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116920">
                  <a:moveTo>
                    <a:pt x="68608" y="116634"/>
                  </a:moveTo>
                  <a:lnTo>
                    <a:pt x="50027" y="116634"/>
                  </a:lnTo>
                  <a:lnTo>
                    <a:pt x="50027" y="70895"/>
                  </a:lnTo>
                  <a:cubicBezTo>
                    <a:pt x="50027" y="59175"/>
                    <a:pt x="46311" y="51456"/>
                    <a:pt x="35162" y="51456"/>
                  </a:cubicBezTo>
                  <a:cubicBezTo>
                    <a:pt x="22298" y="51456"/>
                    <a:pt x="18581" y="61748"/>
                    <a:pt x="18581" y="70895"/>
                  </a:cubicBezTo>
                  <a:lnTo>
                    <a:pt x="18581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6"/>
                  </a:lnTo>
                  <a:lnTo>
                    <a:pt x="18867" y="46596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8" name="Freihandform: Form 227">
              <a:extLst>
                <a:ext uri="{FF2B5EF4-FFF2-40B4-BE49-F238E27FC236}">
                  <a16:creationId xmlns:a16="http://schemas.microsoft.com/office/drawing/2014/main" id="{842DA7F3-A16D-4708-9BBD-C812086FC6D8}"/>
                </a:ext>
              </a:extLst>
            </p:cNvPr>
            <p:cNvSpPr/>
            <p:nvPr/>
          </p:nvSpPr>
          <p:spPr>
            <a:xfrm>
              <a:off x="1985665" y="202476"/>
              <a:ext cx="74611" cy="118921"/>
            </a:xfrm>
            <a:custGeom>
              <a:avLst/>
              <a:gdLst>
                <a:gd name="connsiteX0" fmla="*/ 74612 w 74611"/>
                <a:gd name="connsiteY0" fmla="*/ 76613 h 118921"/>
                <a:gd name="connsiteX1" fmla="*/ 42023 w 74611"/>
                <a:gd name="connsiteY1" fmla="*/ 118921 h 118921"/>
                <a:gd name="connsiteX2" fmla="*/ 18296 w 74611"/>
                <a:gd name="connsiteY2" fmla="*/ 107772 h 118921"/>
                <a:gd name="connsiteX3" fmla="*/ 18010 w 74611"/>
                <a:gd name="connsiteY3" fmla="*/ 107772 h 118921"/>
                <a:gd name="connsiteX4" fmla="*/ 18010 w 74611"/>
                <a:gd name="connsiteY4" fmla="*/ 116920 h 118921"/>
                <a:gd name="connsiteX5" fmla="*/ 0 w 74611"/>
                <a:gd name="connsiteY5" fmla="*/ 116920 h 118921"/>
                <a:gd name="connsiteX6" fmla="*/ 0 w 74611"/>
                <a:gd name="connsiteY6" fmla="*/ 4574 h 118921"/>
                <a:gd name="connsiteX7" fmla="*/ 18581 w 74611"/>
                <a:gd name="connsiteY7" fmla="*/ 0 h 118921"/>
                <a:gd name="connsiteX8" fmla="*/ 18581 w 74611"/>
                <a:gd name="connsiteY8" fmla="*/ 46311 h 118921"/>
                <a:gd name="connsiteX9" fmla="*/ 18867 w 74611"/>
                <a:gd name="connsiteY9" fmla="*/ 46311 h 118921"/>
                <a:gd name="connsiteX10" fmla="*/ 42308 w 74611"/>
                <a:gd name="connsiteY10" fmla="*/ 34876 h 118921"/>
                <a:gd name="connsiteX11" fmla="*/ 74612 w 74611"/>
                <a:gd name="connsiteY11" fmla="*/ 76613 h 118921"/>
                <a:gd name="connsiteX12" fmla="*/ 56316 w 74611"/>
                <a:gd name="connsiteY12" fmla="*/ 76899 h 118921"/>
                <a:gd name="connsiteX13" fmla="*/ 37735 w 74611"/>
                <a:gd name="connsiteY13" fmla="*/ 51742 h 118921"/>
                <a:gd name="connsiteX14" fmla="*/ 18867 w 74611"/>
                <a:gd name="connsiteY14" fmla="*/ 62033 h 118921"/>
                <a:gd name="connsiteX15" fmla="*/ 18867 w 74611"/>
                <a:gd name="connsiteY15" fmla="*/ 91192 h 118921"/>
                <a:gd name="connsiteX16" fmla="*/ 38020 w 74611"/>
                <a:gd name="connsiteY16" fmla="*/ 102055 h 118921"/>
                <a:gd name="connsiteX17" fmla="*/ 56316 w 74611"/>
                <a:gd name="connsiteY17" fmla="*/ 76899 h 118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611" h="118921">
                  <a:moveTo>
                    <a:pt x="74612" y="76613"/>
                  </a:moveTo>
                  <a:cubicBezTo>
                    <a:pt x="74612" y="102341"/>
                    <a:pt x="61462" y="118921"/>
                    <a:pt x="42023" y="118921"/>
                  </a:cubicBezTo>
                  <a:cubicBezTo>
                    <a:pt x="32017" y="118921"/>
                    <a:pt x="23727" y="114633"/>
                    <a:pt x="18296" y="107772"/>
                  </a:cubicBezTo>
                  <a:lnTo>
                    <a:pt x="18010" y="107772"/>
                  </a:lnTo>
                  <a:lnTo>
                    <a:pt x="18010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311"/>
                  </a:lnTo>
                  <a:lnTo>
                    <a:pt x="18867" y="46311"/>
                  </a:lnTo>
                  <a:cubicBezTo>
                    <a:pt x="24299" y="39164"/>
                    <a:pt x="32303" y="34876"/>
                    <a:pt x="42308" y="34876"/>
                  </a:cubicBezTo>
                  <a:cubicBezTo>
                    <a:pt x="61747" y="34876"/>
                    <a:pt x="74612" y="50599"/>
                    <a:pt x="74612" y="76613"/>
                  </a:cubicBezTo>
                  <a:close/>
                  <a:moveTo>
                    <a:pt x="56316" y="76899"/>
                  </a:moveTo>
                  <a:cubicBezTo>
                    <a:pt x="56316" y="60318"/>
                    <a:pt x="49455" y="51742"/>
                    <a:pt x="37735" y="51742"/>
                  </a:cubicBezTo>
                  <a:cubicBezTo>
                    <a:pt x="30588" y="51742"/>
                    <a:pt x="24585" y="54887"/>
                    <a:pt x="18867" y="62033"/>
                  </a:cubicBezTo>
                  <a:lnTo>
                    <a:pt x="18867" y="91192"/>
                  </a:lnTo>
                  <a:cubicBezTo>
                    <a:pt x="24299" y="98339"/>
                    <a:pt x="30302" y="102055"/>
                    <a:pt x="38020" y="102055"/>
                  </a:cubicBezTo>
                  <a:cubicBezTo>
                    <a:pt x="49741" y="102341"/>
                    <a:pt x="56316" y="92907"/>
                    <a:pt x="56316" y="7689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9" name="Freihandform: Form 228">
              <a:extLst>
                <a:ext uri="{FF2B5EF4-FFF2-40B4-BE49-F238E27FC236}">
                  <a16:creationId xmlns:a16="http://schemas.microsoft.com/office/drawing/2014/main" id="{35A98327-C377-49D6-8F69-09ED7902DAE5}"/>
                </a:ext>
              </a:extLst>
            </p:cNvPr>
            <p:cNvSpPr/>
            <p:nvPr/>
          </p:nvSpPr>
          <p:spPr>
            <a:xfrm>
              <a:off x="2076571" y="237638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1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3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1" y="46025"/>
                    <a:pt x="72611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2028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3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7157" y="15151"/>
                    <a:pt x="20583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0" name="Freihandform: Form 229">
              <a:extLst>
                <a:ext uri="{FF2B5EF4-FFF2-40B4-BE49-F238E27FC236}">
                  <a16:creationId xmlns:a16="http://schemas.microsoft.com/office/drawing/2014/main" id="{DC49EE81-A188-4CD1-8CD3-AFB03655F322}"/>
                </a:ext>
              </a:extLst>
            </p:cNvPr>
            <p:cNvSpPr/>
            <p:nvPr/>
          </p:nvSpPr>
          <p:spPr>
            <a:xfrm>
              <a:off x="2170621" y="237352"/>
              <a:ext cx="48025" cy="82044"/>
            </a:xfrm>
            <a:custGeom>
              <a:avLst/>
              <a:gdLst>
                <a:gd name="connsiteX0" fmla="*/ 48026 w 48025"/>
                <a:gd name="connsiteY0" fmla="*/ 1715 h 82044"/>
                <a:gd name="connsiteX1" fmla="*/ 45167 w 48025"/>
                <a:gd name="connsiteY1" fmla="*/ 20868 h 82044"/>
                <a:gd name="connsiteX2" fmla="*/ 34876 w 48025"/>
                <a:gd name="connsiteY2" fmla="*/ 18296 h 82044"/>
                <a:gd name="connsiteX3" fmla="*/ 18581 w 48025"/>
                <a:gd name="connsiteY3" fmla="*/ 40879 h 82044"/>
                <a:gd name="connsiteX4" fmla="*/ 18581 w 48025"/>
                <a:gd name="connsiteY4" fmla="*/ 82044 h 82044"/>
                <a:gd name="connsiteX5" fmla="*/ 0 w 48025"/>
                <a:gd name="connsiteY5" fmla="*/ 82044 h 82044"/>
                <a:gd name="connsiteX6" fmla="*/ 0 w 48025"/>
                <a:gd name="connsiteY6" fmla="*/ 2001 h 82044"/>
                <a:gd name="connsiteX7" fmla="*/ 18296 w 48025"/>
                <a:gd name="connsiteY7" fmla="*/ 2001 h 82044"/>
                <a:gd name="connsiteX8" fmla="*/ 18296 w 48025"/>
                <a:gd name="connsiteY8" fmla="*/ 12006 h 82044"/>
                <a:gd name="connsiteX9" fmla="*/ 18581 w 48025"/>
                <a:gd name="connsiteY9" fmla="*/ 12006 h 82044"/>
                <a:gd name="connsiteX10" fmla="*/ 39450 w 48025"/>
                <a:gd name="connsiteY10" fmla="*/ 0 h 82044"/>
                <a:gd name="connsiteX11" fmla="*/ 48026 w 48025"/>
                <a:gd name="connsiteY11" fmla="*/ 1715 h 8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025" h="82044">
                  <a:moveTo>
                    <a:pt x="48026" y="1715"/>
                  </a:moveTo>
                  <a:lnTo>
                    <a:pt x="45167" y="20868"/>
                  </a:lnTo>
                  <a:cubicBezTo>
                    <a:pt x="42308" y="19439"/>
                    <a:pt x="38878" y="18296"/>
                    <a:pt x="34876" y="18296"/>
                  </a:cubicBezTo>
                  <a:cubicBezTo>
                    <a:pt x="22012" y="18296"/>
                    <a:pt x="18581" y="28587"/>
                    <a:pt x="18581" y="40879"/>
                  </a:cubicBezTo>
                  <a:lnTo>
                    <a:pt x="18581" y="82044"/>
                  </a:lnTo>
                  <a:lnTo>
                    <a:pt x="0" y="82044"/>
                  </a:lnTo>
                  <a:lnTo>
                    <a:pt x="0" y="2001"/>
                  </a:lnTo>
                  <a:lnTo>
                    <a:pt x="18296" y="2001"/>
                  </a:lnTo>
                  <a:lnTo>
                    <a:pt x="18296" y="12006"/>
                  </a:lnTo>
                  <a:lnTo>
                    <a:pt x="18581" y="12006"/>
                  </a:lnTo>
                  <a:cubicBezTo>
                    <a:pt x="22869" y="4574"/>
                    <a:pt x="30302" y="0"/>
                    <a:pt x="39450" y="0"/>
                  </a:cubicBezTo>
                  <a:cubicBezTo>
                    <a:pt x="42023" y="0"/>
                    <a:pt x="45167" y="572"/>
                    <a:pt x="48026" y="1715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1" name="Freihandform: Form 230">
              <a:extLst>
                <a:ext uri="{FF2B5EF4-FFF2-40B4-BE49-F238E27FC236}">
                  <a16:creationId xmlns:a16="http://schemas.microsoft.com/office/drawing/2014/main" id="{63A62EA2-8EF9-4AE9-B1F1-05C3C0F5D0E9}"/>
                </a:ext>
              </a:extLst>
            </p:cNvPr>
            <p:cNvSpPr/>
            <p:nvPr/>
          </p:nvSpPr>
          <p:spPr>
            <a:xfrm>
              <a:off x="2228938" y="237638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1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3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1" y="46025"/>
                    <a:pt x="72611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1742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3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7158" y="15151"/>
                    <a:pt x="20297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2" name="Freihandform: Form 231">
              <a:extLst>
                <a:ext uri="{FF2B5EF4-FFF2-40B4-BE49-F238E27FC236}">
                  <a16:creationId xmlns:a16="http://schemas.microsoft.com/office/drawing/2014/main" id="{4704B4EC-9D11-4968-B598-698F7A8DC422}"/>
                </a:ext>
              </a:extLst>
            </p:cNvPr>
            <p:cNvSpPr/>
            <p:nvPr/>
          </p:nvSpPr>
          <p:spPr>
            <a:xfrm>
              <a:off x="2319844" y="203905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010"/>
                    <a:pt x="0" y="11435"/>
                  </a:cubicBezTo>
                  <a:cubicBezTo>
                    <a:pt x="0" y="4860"/>
                    <a:pt x="5431" y="0"/>
                    <a:pt x="11721" y="0"/>
                  </a:cubicBezTo>
                  <a:cubicBezTo>
                    <a:pt x="18296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3" name="Freihandform: Form 232">
              <a:extLst>
                <a:ext uri="{FF2B5EF4-FFF2-40B4-BE49-F238E27FC236}">
                  <a16:creationId xmlns:a16="http://schemas.microsoft.com/office/drawing/2014/main" id="{23249CB1-7CAB-4850-9995-1DB1DE9A66B2}"/>
                </a:ext>
              </a:extLst>
            </p:cNvPr>
            <p:cNvSpPr/>
            <p:nvPr/>
          </p:nvSpPr>
          <p:spPr>
            <a:xfrm>
              <a:off x="2361295" y="237352"/>
              <a:ext cx="67464" cy="84045"/>
            </a:xfrm>
            <a:custGeom>
              <a:avLst/>
              <a:gdLst>
                <a:gd name="connsiteX0" fmla="*/ 66893 w 67464"/>
                <a:gd name="connsiteY0" fmla="*/ 71181 h 84045"/>
                <a:gd name="connsiteX1" fmla="*/ 38306 w 67464"/>
                <a:gd name="connsiteY1" fmla="*/ 84045 h 84045"/>
                <a:gd name="connsiteX2" fmla="*/ 0 w 67464"/>
                <a:gd name="connsiteY2" fmla="*/ 42309 h 84045"/>
                <a:gd name="connsiteX3" fmla="*/ 38592 w 67464"/>
                <a:gd name="connsiteY3" fmla="*/ 0 h 84045"/>
                <a:gd name="connsiteX4" fmla="*/ 67465 w 67464"/>
                <a:gd name="connsiteY4" fmla="*/ 13722 h 84045"/>
                <a:gd name="connsiteX5" fmla="*/ 54601 w 67464"/>
                <a:gd name="connsiteY5" fmla="*/ 26014 h 84045"/>
                <a:gd name="connsiteX6" fmla="*/ 38592 w 67464"/>
                <a:gd name="connsiteY6" fmla="*/ 17152 h 84045"/>
                <a:gd name="connsiteX7" fmla="*/ 18867 w 67464"/>
                <a:gd name="connsiteY7" fmla="*/ 42023 h 84045"/>
                <a:gd name="connsiteX8" fmla="*/ 38592 w 67464"/>
                <a:gd name="connsiteY8" fmla="*/ 66893 h 84045"/>
                <a:gd name="connsiteX9" fmla="*/ 55172 w 67464"/>
                <a:gd name="connsiteY9" fmla="*/ 58031 h 84045"/>
                <a:gd name="connsiteX10" fmla="*/ 66893 w 67464"/>
                <a:gd name="connsiteY10" fmla="*/ 7118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7464" h="84045">
                  <a:moveTo>
                    <a:pt x="66893" y="71181"/>
                  </a:moveTo>
                  <a:cubicBezTo>
                    <a:pt x="58889" y="80043"/>
                    <a:pt x="49741" y="84045"/>
                    <a:pt x="38306" y="84045"/>
                  </a:cubicBezTo>
                  <a:cubicBezTo>
                    <a:pt x="15437" y="84045"/>
                    <a:pt x="0" y="67465"/>
                    <a:pt x="0" y="42309"/>
                  </a:cubicBezTo>
                  <a:cubicBezTo>
                    <a:pt x="0" y="17152"/>
                    <a:pt x="15437" y="0"/>
                    <a:pt x="38592" y="0"/>
                  </a:cubicBezTo>
                  <a:cubicBezTo>
                    <a:pt x="50599" y="0"/>
                    <a:pt x="60318" y="4574"/>
                    <a:pt x="67465" y="13722"/>
                  </a:cubicBezTo>
                  <a:lnTo>
                    <a:pt x="54601" y="26014"/>
                  </a:lnTo>
                  <a:cubicBezTo>
                    <a:pt x="50027" y="20011"/>
                    <a:pt x="44881" y="17152"/>
                    <a:pt x="38592" y="17152"/>
                  </a:cubicBezTo>
                  <a:cubicBezTo>
                    <a:pt x="26872" y="17152"/>
                    <a:pt x="18867" y="26872"/>
                    <a:pt x="18867" y="42023"/>
                  </a:cubicBezTo>
                  <a:cubicBezTo>
                    <a:pt x="18867" y="56888"/>
                    <a:pt x="26872" y="66893"/>
                    <a:pt x="38592" y="66893"/>
                  </a:cubicBezTo>
                  <a:cubicBezTo>
                    <a:pt x="44881" y="66893"/>
                    <a:pt x="50027" y="64035"/>
                    <a:pt x="55172" y="58031"/>
                  </a:cubicBezTo>
                  <a:lnTo>
                    <a:pt x="66893" y="7118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4" name="Freihandform: Form 233">
              <a:extLst>
                <a:ext uri="{FF2B5EF4-FFF2-40B4-BE49-F238E27FC236}">
                  <a16:creationId xmlns:a16="http://schemas.microsoft.com/office/drawing/2014/main" id="{4ADAEEC0-8B60-45A8-863D-E07FF87452E4}"/>
                </a:ext>
              </a:extLst>
            </p:cNvPr>
            <p:cNvSpPr/>
            <p:nvPr/>
          </p:nvSpPr>
          <p:spPr>
            <a:xfrm>
              <a:off x="2444769" y="202762"/>
              <a:ext cx="68608" cy="116920"/>
            </a:xfrm>
            <a:custGeom>
              <a:avLst/>
              <a:gdLst>
                <a:gd name="connsiteX0" fmla="*/ 68608 w 68608"/>
                <a:gd name="connsiteY0" fmla="*/ 116634 h 116920"/>
                <a:gd name="connsiteX1" fmla="*/ 50027 w 68608"/>
                <a:gd name="connsiteY1" fmla="*/ 116634 h 116920"/>
                <a:gd name="connsiteX2" fmla="*/ 50027 w 68608"/>
                <a:gd name="connsiteY2" fmla="*/ 70895 h 116920"/>
                <a:gd name="connsiteX3" fmla="*/ 35162 w 68608"/>
                <a:gd name="connsiteY3" fmla="*/ 51456 h 116920"/>
                <a:gd name="connsiteX4" fmla="*/ 18581 w 68608"/>
                <a:gd name="connsiteY4" fmla="*/ 70895 h 116920"/>
                <a:gd name="connsiteX5" fmla="*/ 18581 w 68608"/>
                <a:gd name="connsiteY5" fmla="*/ 116920 h 116920"/>
                <a:gd name="connsiteX6" fmla="*/ 0 w 68608"/>
                <a:gd name="connsiteY6" fmla="*/ 116920 h 116920"/>
                <a:gd name="connsiteX7" fmla="*/ 0 w 68608"/>
                <a:gd name="connsiteY7" fmla="*/ 4574 h 116920"/>
                <a:gd name="connsiteX8" fmla="*/ 18581 w 68608"/>
                <a:gd name="connsiteY8" fmla="*/ 0 h 116920"/>
                <a:gd name="connsiteX9" fmla="*/ 18581 w 68608"/>
                <a:gd name="connsiteY9" fmla="*/ 46596 h 116920"/>
                <a:gd name="connsiteX10" fmla="*/ 18867 w 68608"/>
                <a:gd name="connsiteY10" fmla="*/ 46596 h 116920"/>
                <a:gd name="connsiteX11" fmla="*/ 42308 w 68608"/>
                <a:gd name="connsiteY11" fmla="*/ 34876 h 116920"/>
                <a:gd name="connsiteX12" fmla="*/ 68608 w 68608"/>
                <a:gd name="connsiteY12" fmla="*/ 67179 h 116920"/>
                <a:gd name="connsiteX13" fmla="*/ 68608 w 68608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116920">
                  <a:moveTo>
                    <a:pt x="68608" y="116634"/>
                  </a:moveTo>
                  <a:lnTo>
                    <a:pt x="50027" y="116634"/>
                  </a:lnTo>
                  <a:lnTo>
                    <a:pt x="50027" y="70895"/>
                  </a:lnTo>
                  <a:cubicBezTo>
                    <a:pt x="50027" y="59175"/>
                    <a:pt x="46311" y="51456"/>
                    <a:pt x="35162" y="51456"/>
                  </a:cubicBezTo>
                  <a:cubicBezTo>
                    <a:pt x="22298" y="51456"/>
                    <a:pt x="18581" y="61748"/>
                    <a:pt x="18581" y="70895"/>
                  </a:cubicBezTo>
                  <a:lnTo>
                    <a:pt x="18581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6"/>
                  </a:lnTo>
                  <a:lnTo>
                    <a:pt x="18867" y="46596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5" name="Freihandform: Form 234">
              <a:extLst>
                <a:ext uri="{FF2B5EF4-FFF2-40B4-BE49-F238E27FC236}">
                  <a16:creationId xmlns:a16="http://schemas.microsoft.com/office/drawing/2014/main" id="{9FEA5149-6C2E-4A99-855D-98D6F993252E}"/>
                </a:ext>
              </a:extLst>
            </p:cNvPr>
            <p:cNvSpPr/>
            <p:nvPr/>
          </p:nvSpPr>
          <p:spPr>
            <a:xfrm>
              <a:off x="2576268" y="209051"/>
              <a:ext cx="82901" cy="110630"/>
            </a:xfrm>
            <a:custGeom>
              <a:avLst/>
              <a:gdLst>
                <a:gd name="connsiteX0" fmla="*/ 82902 w 82901"/>
                <a:gd name="connsiteY0" fmla="*/ 18296 h 110630"/>
                <a:gd name="connsiteX1" fmla="*/ 51456 w 82901"/>
                <a:gd name="connsiteY1" fmla="*/ 18296 h 110630"/>
                <a:gd name="connsiteX2" fmla="*/ 51456 w 82901"/>
                <a:gd name="connsiteY2" fmla="*/ 110631 h 110630"/>
                <a:gd name="connsiteX3" fmla="*/ 31731 w 82901"/>
                <a:gd name="connsiteY3" fmla="*/ 110631 h 110630"/>
                <a:gd name="connsiteX4" fmla="*/ 31731 w 82901"/>
                <a:gd name="connsiteY4" fmla="*/ 18296 h 110630"/>
                <a:gd name="connsiteX5" fmla="*/ 0 w 82901"/>
                <a:gd name="connsiteY5" fmla="*/ 18296 h 110630"/>
                <a:gd name="connsiteX6" fmla="*/ 0 w 82901"/>
                <a:gd name="connsiteY6" fmla="*/ 0 h 110630"/>
                <a:gd name="connsiteX7" fmla="*/ 82616 w 82901"/>
                <a:gd name="connsiteY7" fmla="*/ 0 h 110630"/>
                <a:gd name="connsiteX8" fmla="*/ 82616 w 82901"/>
                <a:gd name="connsiteY8" fmla="*/ 18296 h 110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2901" h="110630">
                  <a:moveTo>
                    <a:pt x="82902" y="18296"/>
                  </a:moveTo>
                  <a:lnTo>
                    <a:pt x="51456" y="18296"/>
                  </a:lnTo>
                  <a:lnTo>
                    <a:pt x="51456" y="110631"/>
                  </a:lnTo>
                  <a:lnTo>
                    <a:pt x="31731" y="110631"/>
                  </a:lnTo>
                  <a:lnTo>
                    <a:pt x="31731" y="18296"/>
                  </a:lnTo>
                  <a:lnTo>
                    <a:pt x="0" y="18296"/>
                  </a:lnTo>
                  <a:lnTo>
                    <a:pt x="0" y="0"/>
                  </a:lnTo>
                  <a:lnTo>
                    <a:pt x="82616" y="0"/>
                  </a:lnTo>
                  <a:lnTo>
                    <a:pt x="82616" y="18296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6" name="Freihandform: Form 235">
              <a:extLst>
                <a:ext uri="{FF2B5EF4-FFF2-40B4-BE49-F238E27FC236}">
                  <a16:creationId xmlns:a16="http://schemas.microsoft.com/office/drawing/2014/main" id="{839566B5-5F09-47EF-8BBF-C6032C0EAE27}"/>
                </a:ext>
              </a:extLst>
            </p:cNvPr>
            <p:cNvSpPr/>
            <p:nvPr/>
          </p:nvSpPr>
          <p:spPr>
            <a:xfrm>
              <a:off x="2675750" y="202762"/>
              <a:ext cx="68894" cy="116920"/>
            </a:xfrm>
            <a:custGeom>
              <a:avLst/>
              <a:gdLst>
                <a:gd name="connsiteX0" fmla="*/ 68894 w 68894"/>
                <a:gd name="connsiteY0" fmla="*/ 116634 h 116920"/>
                <a:gd name="connsiteX1" fmla="*/ 50313 w 68894"/>
                <a:gd name="connsiteY1" fmla="*/ 116634 h 116920"/>
                <a:gd name="connsiteX2" fmla="*/ 50313 w 68894"/>
                <a:gd name="connsiteY2" fmla="*/ 70895 h 116920"/>
                <a:gd name="connsiteX3" fmla="*/ 35448 w 68894"/>
                <a:gd name="connsiteY3" fmla="*/ 51456 h 116920"/>
                <a:gd name="connsiteX4" fmla="*/ 18867 w 68894"/>
                <a:gd name="connsiteY4" fmla="*/ 70895 h 116920"/>
                <a:gd name="connsiteX5" fmla="*/ 18867 w 68894"/>
                <a:gd name="connsiteY5" fmla="*/ 116920 h 116920"/>
                <a:gd name="connsiteX6" fmla="*/ 0 w 68894"/>
                <a:gd name="connsiteY6" fmla="*/ 116920 h 116920"/>
                <a:gd name="connsiteX7" fmla="*/ 0 w 68894"/>
                <a:gd name="connsiteY7" fmla="*/ 4574 h 116920"/>
                <a:gd name="connsiteX8" fmla="*/ 18581 w 68894"/>
                <a:gd name="connsiteY8" fmla="*/ 0 h 116920"/>
                <a:gd name="connsiteX9" fmla="*/ 18581 w 68894"/>
                <a:gd name="connsiteY9" fmla="*/ 46596 h 116920"/>
                <a:gd name="connsiteX10" fmla="*/ 18867 w 68894"/>
                <a:gd name="connsiteY10" fmla="*/ 46596 h 116920"/>
                <a:gd name="connsiteX11" fmla="*/ 42308 w 68894"/>
                <a:gd name="connsiteY11" fmla="*/ 34876 h 116920"/>
                <a:gd name="connsiteX12" fmla="*/ 68608 w 68894"/>
                <a:gd name="connsiteY12" fmla="*/ 67179 h 116920"/>
                <a:gd name="connsiteX13" fmla="*/ 68608 w 68894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894" h="116920">
                  <a:moveTo>
                    <a:pt x="68894" y="116634"/>
                  </a:moveTo>
                  <a:lnTo>
                    <a:pt x="50313" y="116634"/>
                  </a:lnTo>
                  <a:lnTo>
                    <a:pt x="50313" y="70895"/>
                  </a:lnTo>
                  <a:cubicBezTo>
                    <a:pt x="50313" y="59175"/>
                    <a:pt x="46596" y="51456"/>
                    <a:pt x="35448" y="51456"/>
                  </a:cubicBezTo>
                  <a:cubicBezTo>
                    <a:pt x="22584" y="51456"/>
                    <a:pt x="18867" y="61748"/>
                    <a:pt x="18867" y="70895"/>
                  </a:cubicBezTo>
                  <a:lnTo>
                    <a:pt x="18867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6"/>
                  </a:lnTo>
                  <a:lnTo>
                    <a:pt x="18867" y="46596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7" name="Freihandform: Form 236">
              <a:extLst>
                <a:ext uri="{FF2B5EF4-FFF2-40B4-BE49-F238E27FC236}">
                  <a16:creationId xmlns:a16="http://schemas.microsoft.com/office/drawing/2014/main" id="{EA640983-2EAA-42F8-8CD8-C40B11C10E85}"/>
                </a:ext>
              </a:extLst>
            </p:cNvPr>
            <p:cNvSpPr/>
            <p:nvPr/>
          </p:nvSpPr>
          <p:spPr>
            <a:xfrm>
              <a:off x="2764083" y="237638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0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3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0" y="46025"/>
                    <a:pt x="72610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1742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3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6872" y="15151"/>
                    <a:pt x="20297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8" name="Freihandform: Form 237">
              <a:extLst>
                <a:ext uri="{FF2B5EF4-FFF2-40B4-BE49-F238E27FC236}">
                  <a16:creationId xmlns:a16="http://schemas.microsoft.com/office/drawing/2014/main" id="{C8CB5766-1234-4FD9-8FCE-26F2E15B7426}"/>
                </a:ext>
              </a:extLst>
            </p:cNvPr>
            <p:cNvSpPr/>
            <p:nvPr/>
          </p:nvSpPr>
          <p:spPr>
            <a:xfrm>
              <a:off x="2853274" y="237352"/>
              <a:ext cx="77184" cy="84045"/>
            </a:xfrm>
            <a:custGeom>
              <a:avLst/>
              <a:gdLst>
                <a:gd name="connsiteX0" fmla="*/ 0 w 77184"/>
                <a:gd name="connsiteY0" fmla="*/ 42023 h 84045"/>
                <a:gd name="connsiteX1" fmla="*/ 38878 w 77184"/>
                <a:gd name="connsiteY1" fmla="*/ 0 h 84045"/>
                <a:gd name="connsiteX2" fmla="*/ 77184 w 77184"/>
                <a:gd name="connsiteY2" fmla="*/ 42023 h 84045"/>
                <a:gd name="connsiteX3" fmla="*/ 38878 w 77184"/>
                <a:gd name="connsiteY3" fmla="*/ 84045 h 84045"/>
                <a:gd name="connsiteX4" fmla="*/ 0 w 77184"/>
                <a:gd name="connsiteY4" fmla="*/ 42023 h 84045"/>
                <a:gd name="connsiteX5" fmla="*/ 58603 w 77184"/>
                <a:gd name="connsiteY5" fmla="*/ 42309 h 84045"/>
                <a:gd name="connsiteX6" fmla="*/ 38592 w 77184"/>
                <a:gd name="connsiteY6" fmla="*/ 17152 h 84045"/>
                <a:gd name="connsiteX7" fmla="*/ 18581 w 77184"/>
                <a:gd name="connsiteY7" fmla="*/ 42023 h 84045"/>
                <a:gd name="connsiteX8" fmla="*/ 38592 w 77184"/>
                <a:gd name="connsiteY8" fmla="*/ 67465 h 84045"/>
                <a:gd name="connsiteX9" fmla="*/ 58603 w 77184"/>
                <a:gd name="connsiteY9" fmla="*/ 42309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7184" h="84045">
                  <a:moveTo>
                    <a:pt x="0" y="42023"/>
                  </a:moveTo>
                  <a:cubicBezTo>
                    <a:pt x="0" y="16866"/>
                    <a:pt x="15437" y="0"/>
                    <a:pt x="38878" y="0"/>
                  </a:cubicBezTo>
                  <a:cubicBezTo>
                    <a:pt x="62033" y="0"/>
                    <a:pt x="77184" y="16580"/>
                    <a:pt x="77184" y="42023"/>
                  </a:cubicBezTo>
                  <a:cubicBezTo>
                    <a:pt x="77184" y="67179"/>
                    <a:pt x="62319" y="84045"/>
                    <a:pt x="38878" y="84045"/>
                  </a:cubicBezTo>
                  <a:cubicBezTo>
                    <a:pt x="15723" y="84045"/>
                    <a:pt x="0" y="67465"/>
                    <a:pt x="0" y="42023"/>
                  </a:cubicBezTo>
                  <a:close/>
                  <a:moveTo>
                    <a:pt x="58603" y="42309"/>
                  </a:moveTo>
                  <a:cubicBezTo>
                    <a:pt x="58603" y="26872"/>
                    <a:pt x="50884" y="17152"/>
                    <a:pt x="38592" y="17152"/>
                  </a:cubicBezTo>
                  <a:cubicBezTo>
                    <a:pt x="26300" y="17152"/>
                    <a:pt x="18581" y="26872"/>
                    <a:pt x="18581" y="42023"/>
                  </a:cubicBezTo>
                  <a:cubicBezTo>
                    <a:pt x="18581" y="57460"/>
                    <a:pt x="26300" y="67465"/>
                    <a:pt x="38592" y="67465"/>
                  </a:cubicBezTo>
                  <a:cubicBezTo>
                    <a:pt x="50884" y="67179"/>
                    <a:pt x="58603" y="57745"/>
                    <a:pt x="58603" y="4230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9" name="Freihandform: Form 238">
              <a:extLst>
                <a:ext uri="{FF2B5EF4-FFF2-40B4-BE49-F238E27FC236}">
                  <a16:creationId xmlns:a16="http://schemas.microsoft.com/office/drawing/2014/main" id="{A8FEDDB1-CBE1-40C1-86CB-DB81E0C87CD2}"/>
                </a:ext>
              </a:extLst>
            </p:cNvPr>
            <p:cNvSpPr/>
            <p:nvPr/>
          </p:nvSpPr>
          <p:spPr>
            <a:xfrm>
              <a:off x="2950755" y="202476"/>
              <a:ext cx="18581" cy="116920"/>
            </a:xfrm>
            <a:custGeom>
              <a:avLst/>
              <a:gdLst>
                <a:gd name="connsiteX0" fmla="*/ 18581 w 18581"/>
                <a:gd name="connsiteY0" fmla="*/ 116920 h 116920"/>
                <a:gd name="connsiteX1" fmla="*/ 0 w 18581"/>
                <a:gd name="connsiteY1" fmla="*/ 116920 h 116920"/>
                <a:gd name="connsiteX2" fmla="*/ 0 w 18581"/>
                <a:gd name="connsiteY2" fmla="*/ 4288 h 116920"/>
                <a:gd name="connsiteX3" fmla="*/ 18581 w 18581"/>
                <a:gd name="connsiteY3" fmla="*/ 0 h 116920"/>
                <a:gd name="connsiteX4" fmla="*/ 18581 w 18581"/>
                <a:gd name="connsiteY4" fmla="*/ 116920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81" h="116920">
                  <a:moveTo>
                    <a:pt x="18581" y="116920"/>
                  </a:moveTo>
                  <a:lnTo>
                    <a:pt x="0" y="116920"/>
                  </a:lnTo>
                  <a:lnTo>
                    <a:pt x="0" y="4288"/>
                  </a:lnTo>
                  <a:lnTo>
                    <a:pt x="18581" y="0"/>
                  </a:lnTo>
                  <a:lnTo>
                    <a:pt x="18581" y="116920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0" name="Freihandform: Form 239">
              <a:extLst>
                <a:ext uri="{FF2B5EF4-FFF2-40B4-BE49-F238E27FC236}">
                  <a16:creationId xmlns:a16="http://schemas.microsoft.com/office/drawing/2014/main" id="{BF05746A-F360-45E8-9C4B-09BDB0C8B7E2}"/>
                </a:ext>
              </a:extLst>
            </p:cNvPr>
            <p:cNvSpPr/>
            <p:nvPr/>
          </p:nvSpPr>
          <p:spPr>
            <a:xfrm>
              <a:off x="2989633" y="237352"/>
              <a:ext cx="77184" cy="84045"/>
            </a:xfrm>
            <a:custGeom>
              <a:avLst/>
              <a:gdLst>
                <a:gd name="connsiteX0" fmla="*/ 0 w 77184"/>
                <a:gd name="connsiteY0" fmla="*/ 42023 h 84045"/>
                <a:gd name="connsiteX1" fmla="*/ 38878 w 77184"/>
                <a:gd name="connsiteY1" fmla="*/ 0 h 84045"/>
                <a:gd name="connsiteX2" fmla="*/ 77184 w 77184"/>
                <a:gd name="connsiteY2" fmla="*/ 42023 h 84045"/>
                <a:gd name="connsiteX3" fmla="*/ 38878 w 77184"/>
                <a:gd name="connsiteY3" fmla="*/ 84045 h 84045"/>
                <a:gd name="connsiteX4" fmla="*/ 0 w 77184"/>
                <a:gd name="connsiteY4" fmla="*/ 42023 h 84045"/>
                <a:gd name="connsiteX5" fmla="*/ 58603 w 77184"/>
                <a:gd name="connsiteY5" fmla="*/ 42309 h 84045"/>
                <a:gd name="connsiteX6" fmla="*/ 38592 w 77184"/>
                <a:gd name="connsiteY6" fmla="*/ 17152 h 84045"/>
                <a:gd name="connsiteX7" fmla="*/ 18581 w 77184"/>
                <a:gd name="connsiteY7" fmla="*/ 42023 h 84045"/>
                <a:gd name="connsiteX8" fmla="*/ 38592 w 77184"/>
                <a:gd name="connsiteY8" fmla="*/ 67465 h 84045"/>
                <a:gd name="connsiteX9" fmla="*/ 58603 w 77184"/>
                <a:gd name="connsiteY9" fmla="*/ 42309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7184" h="84045">
                  <a:moveTo>
                    <a:pt x="0" y="42023"/>
                  </a:moveTo>
                  <a:cubicBezTo>
                    <a:pt x="0" y="16866"/>
                    <a:pt x="15437" y="0"/>
                    <a:pt x="38878" y="0"/>
                  </a:cubicBezTo>
                  <a:cubicBezTo>
                    <a:pt x="62033" y="0"/>
                    <a:pt x="77184" y="16580"/>
                    <a:pt x="77184" y="42023"/>
                  </a:cubicBezTo>
                  <a:cubicBezTo>
                    <a:pt x="77184" y="67179"/>
                    <a:pt x="62319" y="84045"/>
                    <a:pt x="38878" y="84045"/>
                  </a:cubicBezTo>
                  <a:cubicBezTo>
                    <a:pt x="15723" y="84045"/>
                    <a:pt x="0" y="67465"/>
                    <a:pt x="0" y="42023"/>
                  </a:cubicBezTo>
                  <a:close/>
                  <a:moveTo>
                    <a:pt x="58603" y="42309"/>
                  </a:moveTo>
                  <a:cubicBezTo>
                    <a:pt x="58603" y="26872"/>
                    <a:pt x="50884" y="17152"/>
                    <a:pt x="38592" y="17152"/>
                  </a:cubicBezTo>
                  <a:cubicBezTo>
                    <a:pt x="26300" y="17152"/>
                    <a:pt x="18581" y="26872"/>
                    <a:pt x="18581" y="42023"/>
                  </a:cubicBezTo>
                  <a:cubicBezTo>
                    <a:pt x="18581" y="57460"/>
                    <a:pt x="26300" y="67465"/>
                    <a:pt x="38592" y="67465"/>
                  </a:cubicBezTo>
                  <a:cubicBezTo>
                    <a:pt x="51170" y="67179"/>
                    <a:pt x="58603" y="57745"/>
                    <a:pt x="58603" y="4230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1" name="Freihandform: Form 240">
              <a:extLst>
                <a:ext uri="{FF2B5EF4-FFF2-40B4-BE49-F238E27FC236}">
                  <a16:creationId xmlns:a16="http://schemas.microsoft.com/office/drawing/2014/main" id="{93790881-6B20-4277-A3CA-BFEC2794C514}"/>
                </a:ext>
              </a:extLst>
            </p:cNvPr>
            <p:cNvSpPr/>
            <p:nvPr/>
          </p:nvSpPr>
          <p:spPr>
            <a:xfrm>
              <a:off x="3082826" y="237352"/>
              <a:ext cx="74611" cy="114347"/>
            </a:xfrm>
            <a:custGeom>
              <a:avLst/>
              <a:gdLst>
                <a:gd name="connsiteX0" fmla="*/ 21440 w 74611"/>
                <a:gd name="connsiteY0" fmla="*/ 99768 h 114347"/>
                <a:gd name="connsiteX1" fmla="*/ 25442 w 74611"/>
                <a:gd name="connsiteY1" fmla="*/ 99482 h 114347"/>
                <a:gd name="connsiteX2" fmla="*/ 56316 w 74611"/>
                <a:gd name="connsiteY2" fmla="*/ 76613 h 114347"/>
                <a:gd name="connsiteX3" fmla="*/ 56316 w 74611"/>
                <a:gd name="connsiteY3" fmla="*/ 71467 h 114347"/>
                <a:gd name="connsiteX4" fmla="*/ 56030 w 74611"/>
                <a:gd name="connsiteY4" fmla="*/ 71467 h 114347"/>
                <a:gd name="connsiteX5" fmla="*/ 31731 w 74611"/>
                <a:gd name="connsiteY5" fmla="*/ 82616 h 114347"/>
                <a:gd name="connsiteX6" fmla="*/ 0 w 74611"/>
                <a:gd name="connsiteY6" fmla="*/ 42023 h 114347"/>
                <a:gd name="connsiteX7" fmla="*/ 32589 w 74611"/>
                <a:gd name="connsiteY7" fmla="*/ 0 h 114347"/>
                <a:gd name="connsiteX8" fmla="*/ 56030 w 74611"/>
                <a:gd name="connsiteY8" fmla="*/ 11149 h 114347"/>
                <a:gd name="connsiteX9" fmla="*/ 56316 w 74611"/>
                <a:gd name="connsiteY9" fmla="*/ 11149 h 114347"/>
                <a:gd name="connsiteX10" fmla="*/ 56316 w 74611"/>
                <a:gd name="connsiteY10" fmla="*/ 2001 h 114347"/>
                <a:gd name="connsiteX11" fmla="*/ 74611 w 74611"/>
                <a:gd name="connsiteY11" fmla="*/ 2001 h 114347"/>
                <a:gd name="connsiteX12" fmla="*/ 74611 w 74611"/>
                <a:gd name="connsiteY12" fmla="*/ 73754 h 114347"/>
                <a:gd name="connsiteX13" fmla="*/ 26586 w 74611"/>
                <a:gd name="connsiteY13" fmla="*/ 114061 h 114347"/>
                <a:gd name="connsiteX14" fmla="*/ 22583 w 74611"/>
                <a:gd name="connsiteY14" fmla="*/ 114347 h 114347"/>
                <a:gd name="connsiteX15" fmla="*/ 21440 w 74611"/>
                <a:gd name="connsiteY15" fmla="*/ 99768 h 114347"/>
                <a:gd name="connsiteX16" fmla="*/ 18867 w 74611"/>
                <a:gd name="connsiteY16" fmla="*/ 41737 h 114347"/>
                <a:gd name="connsiteX17" fmla="*/ 37449 w 74611"/>
                <a:gd name="connsiteY17" fmla="*/ 66607 h 114347"/>
                <a:gd name="connsiteX18" fmla="*/ 56316 w 74611"/>
                <a:gd name="connsiteY18" fmla="*/ 56030 h 114347"/>
                <a:gd name="connsiteX19" fmla="*/ 56316 w 74611"/>
                <a:gd name="connsiteY19" fmla="*/ 27443 h 114347"/>
                <a:gd name="connsiteX20" fmla="*/ 37163 w 74611"/>
                <a:gd name="connsiteY20" fmla="*/ 16866 h 114347"/>
                <a:gd name="connsiteX21" fmla="*/ 18867 w 74611"/>
                <a:gd name="connsiteY21" fmla="*/ 41737 h 114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74611" h="114347">
                  <a:moveTo>
                    <a:pt x="21440" y="99768"/>
                  </a:moveTo>
                  <a:lnTo>
                    <a:pt x="25442" y="99482"/>
                  </a:lnTo>
                  <a:cubicBezTo>
                    <a:pt x="49455" y="98625"/>
                    <a:pt x="56316" y="91764"/>
                    <a:pt x="56316" y="76613"/>
                  </a:cubicBezTo>
                  <a:lnTo>
                    <a:pt x="56316" y="71467"/>
                  </a:lnTo>
                  <a:lnTo>
                    <a:pt x="56030" y="71467"/>
                  </a:lnTo>
                  <a:cubicBezTo>
                    <a:pt x="50313" y="78614"/>
                    <a:pt x="41451" y="82616"/>
                    <a:pt x="31731" y="82616"/>
                  </a:cubicBezTo>
                  <a:cubicBezTo>
                    <a:pt x="12292" y="82616"/>
                    <a:pt x="0" y="66607"/>
                    <a:pt x="0" y="42023"/>
                  </a:cubicBezTo>
                  <a:cubicBezTo>
                    <a:pt x="0" y="16580"/>
                    <a:pt x="13150" y="0"/>
                    <a:pt x="32589" y="0"/>
                  </a:cubicBezTo>
                  <a:cubicBezTo>
                    <a:pt x="42308" y="0"/>
                    <a:pt x="50884" y="4002"/>
                    <a:pt x="56030" y="11149"/>
                  </a:cubicBezTo>
                  <a:lnTo>
                    <a:pt x="56316" y="11149"/>
                  </a:lnTo>
                  <a:lnTo>
                    <a:pt x="56316" y="2001"/>
                  </a:lnTo>
                  <a:lnTo>
                    <a:pt x="74611" y="2001"/>
                  </a:lnTo>
                  <a:lnTo>
                    <a:pt x="74611" y="73754"/>
                  </a:lnTo>
                  <a:cubicBezTo>
                    <a:pt x="74611" y="99768"/>
                    <a:pt x="61462" y="112632"/>
                    <a:pt x="26586" y="114061"/>
                  </a:cubicBezTo>
                  <a:lnTo>
                    <a:pt x="22583" y="114347"/>
                  </a:lnTo>
                  <a:lnTo>
                    <a:pt x="21440" y="99768"/>
                  </a:lnTo>
                  <a:close/>
                  <a:moveTo>
                    <a:pt x="18867" y="41737"/>
                  </a:moveTo>
                  <a:cubicBezTo>
                    <a:pt x="18867" y="57460"/>
                    <a:pt x="25728" y="66607"/>
                    <a:pt x="37449" y="66607"/>
                  </a:cubicBezTo>
                  <a:cubicBezTo>
                    <a:pt x="44595" y="66607"/>
                    <a:pt x="50599" y="63177"/>
                    <a:pt x="56316" y="56030"/>
                  </a:cubicBezTo>
                  <a:lnTo>
                    <a:pt x="56316" y="27443"/>
                  </a:lnTo>
                  <a:cubicBezTo>
                    <a:pt x="50884" y="20583"/>
                    <a:pt x="44595" y="16866"/>
                    <a:pt x="37163" y="16866"/>
                  </a:cubicBezTo>
                  <a:cubicBezTo>
                    <a:pt x="25728" y="16866"/>
                    <a:pt x="18867" y="26014"/>
                    <a:pt x="18867" y="41737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2" name="Freihandform: Form 241">
              <a:extLst>
                <a:ext uri="{FF2B5EF4-FFF2-40B4-BE49-F238E27FC236}">
                  <a16:creationId xmlns:a16="http://schemas.microsoft.com/office/drawing/2014/main" id="{4DD1A8B3-6730-49F4-92A9-20356F6BBB5D}"/>
                </a:ext>
              </a:extLst>
            </p:cNvPr>
            <p:cNvSpPr/>
            <p:nvPr/>
          </p:nvSpPr>
          <p:spPr>
            <a:xfrm>
              <a:off x="3180021" y="203905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5" y="22869"/>
                    <a:pt x="11721" y="22869"/>
                  </a:cubicBezTo>
                  <a:cubicBezTo>
                    <a:pt x="5146" y="22869"/>
                    <a:pt x="0" y="18010"/>
                    <a:pt x="0" y="11435"/>
                  </a:cubicBezTo>
                  <a:cubicBezTo>
                    <a:pt x="0" y="4860"/>
                    <a:pt x="5431" y="0"/>
                    <a:pt x="11721" y="0"/>
                  </a:cubicBezTo>
                  <a:cubicBezTo>
                    <a:pt x="18295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3" name="Freihandform: Form 242">
              <a:extLst>
                <a:ext uri="{FF2B5EF4-FFF2-40B4-BE49-F238E27FC236}">
                  <a16:creationId xmlns:a16="http://schemas.microsoft.com/office/drawing/2014/main" id="{0162480C-C888-494C-95F1-F8716AB5381A}"/>
                </a:ext>
              </a:extLst>
            </p:cNvPr>
            <p:cNvSpPr/>
            <p:nvPr/>
          </p:nvSpPr>
          <p:spPr>
            <a:xfrm>
              <a:off x="3220900" y="237638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0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2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0" y="46025"/>
                    <a:pt x="72610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1742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2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6871" y="15151"/>
                    <a:pt x="20297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623595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5F500-6E90-43A7-8A48-AACFBF545408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BF8056C4-F1A1-4860-B863-70A38CCE20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8060" y="235471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A4B92765-C038-4DB7-B6CF-33827BB8741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8318" y="235471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02 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B48DD939-0764-4598-B8A8-5EF7FD589A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8060" y="452537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0169AC75-2D8F-414A-A2F5-470DEC8B533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18" y="452537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05 </a:t>
            </a:r>
          </a:p>
        </p:txBody>
      </p:sp>
      <p:sp>
        <p:nvSpPr>
          <p:cNvPr id="17" name="Textplatzhalter 6">
            <a:extLst>
              <a:ext uri="{FF2B5EF4-FFF2-40B4-BE49-F238E27FC236}">
                <a16:creationId xmlns:a16="http://schemas.microsoft.com/office/drawing/2014/main" id="{78F9E3F2-C660-4ABB-83AF-3F5B3E2F77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8060" y="307826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CAB2683D-D5E7-45B9-9133-F4CFD483FA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8318" y="307826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03 </a:t>
            </a:r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952E3AD3-9675-4713-A437-FEFA1B54002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48060" y="380182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1" name="Textplatzhalter 6">
            <a:extLst>
              <a:ext uri="{FF2B5EF4-FFF2-40B4-BE49-F238E27FC236}">
                <a16:creationId xmlns:a16="http://schemas.microsoft.com/office/drawing/2014/main" id="{1852432A-5FDF-42C2-BC07-F1752012B84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8318" y="380182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04 </a:t>
            </a:r>
          </a:p>
        </p:txBody>
      </p:sp>
      <p:sp>
        <p:nvSpPr>
          <p:cNvPr id="24" name="Textplatzhalter 6">
            <a:extLst>
              <a:ext uri="{FF2B5EF4-FFF2-40B4-BE49-F238E27FC236}">
                <a16:creationId xmlns:a16="http://schemas.microsoft.com/office/drawing/2014/main" id="{B2468A8B-4816-458C-AEB6-53AB9CF88AF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8060" y="5248930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5" name="Textplatzhalter 6">
            <a:extLst>
              <a:ext uri="{FF2B5EF4-FFF2-40B4-BE49-F238E27FC236}">
                <a16:creationId xmlns:a16="http://schemas.microsoft.com/office/drawing/2014/main" id="{F92C0AC2-BCD1-47F5-99DB-35823E79AB9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8318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06 </a:t>
            </a:r>
          </a:p>
        </p:txBody>
      </p:sp>
      <p:sp>
        <p:nvSpPr>
          <p:cNvPr id="26" name="Textplatzhalter 6">
            <a:extLst>
              <a:ext uri="{FF2B5EF4-FFF2-40B4-BE49-F238E27FC236}">
                <a16:creationId xmlns:a16="http://schemas.microsoft.com/office/drawing/2014/main" id="{6E5C8951-ED83-4B8D-A041-11DC6291DD8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636190" y="1632184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27" name="Textplatzhalter 6">
            <a:extLst>
              <a:ext uri="{FF2B5EF4-FFF2-40B4-BE49-F238E27FC236}">
                <a16:creationId xmlns:a16="http://schemas.microsoft.com/office/drawing/2014/main" id="{7D6B79FA-8C76-4CA9-AF55-F7541503ECB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06332" y="1632184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07 </a:t>
            </a:r>
          </a:p>
        </p:txBody>
      </p:sp>
      <p:sp>
        <p:nvSpPr>
          <p:cNvPr id="28" name="Textplatzhalter 6">
            <a:extLst>
              <a:ext uri="{FF2B5EF4-FFF2-40B4-BE49-F238E27FC236}">
                <a16:creationId xmlns:a16="http://schemas.microsoft.com/office/drawing/2014/main" id="{89249A36-CB58-4007-8E81-30FA75194BA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36190" y="2355533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29" name="Textplatzhalter 6">
            <a:extLst>
              <a:ext uri="{FF2B5EF4-FFF2-40B4-BE49-F238E27FC236}">
                <a16:creationId xmlns:a16="http://schemas.microsoft.com/office/drawing/2014/main" id="{953A9A61-99D0-44B5-89EB-1D1035F914B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06332" y="2355533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08 </a:t>
            </a:r>
          </a:p>
        </p:txBody>
      </p:sp>
      <p:sp>
        <p:nvSpPr>
          <p:cNvPr id="30" name="Textplatzhalter 6">
            <a:extLst>
              <a:ext uri="{FF2B5EF4-FFF2-40B4-BE49-F238E27FC236}">
                <a16:creationId xmlns:a16="http://schemas.microsoft.com/office/drawing/2014/main" id="{E80B7F99-D2A6-486E-BB92-8192AB563EF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636190" y="4525580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1" name="Textplatzhalter 6">
            <a:extLst>
              <a:ext uri="{FF2B5EF4-FFF2-40B4-BE49-F238E27FC236}">
                <a16:creationId xmlns:a16="http://schemas.microsoft.com/office/drawing/2014/main" id="{C08D70F6-D151-42E1-8F5E-DD5ADD0927D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206332" y="4525580"/>
            <a:ext cx="30784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11 </a:t>
            </a:r>
          </a:p>
        </p:txBody>
      </p:sp>
      <p:sp>
        <p:nvSpPr>
          <p:cNvPr id="32" name="Textplatzhalter 6">
            <a:extLst>
              <a:ext uri="{FF2B5EF4-FFF2-40B4-BE49-F238E27FC236}">
                <a16:creationId xmlns:a16="http://schemas.microsoft.com/office/drawing/2014/main" id="{34991AD2-EBFD-4358-9611-2BE7F693C7F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636190" y="3078882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3" name="Textplatzhalter 6">
            <a:extLst>
              <a:ext uri="{FF2B5EF4-FFF2-40B4-BE49-F238E27FC236}">
                <a16:creationId xmlns:a16="http://schemas.microsoft.com/office/drawing/2014/main" id="{E6132B6E-46AD-4F19-ACEF-FC5E2EBEEE7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06332" y="3078882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09 </a:t>
            </a:r>
          </a:p>
        </p:txBody>
      </p:sp>
      <p:sp>
        <p:nvSpPr>
          <p:cNvPr id="34" name="Textplatzhalter 6">
            <a:extLst>
              <a:ext uri="{FF2B5EF4-FFF2-40B4-BE49-F238E27FC236}">
                <a16:creationId xmlns:a16="http://schemas.microsoft.com/office/drawing/2014/main" id="{5B29B58B-9C14-4145-95A8-C62AC51F1A6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36190" y="3802231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5" name="Textplatzhalter 6">
            <a:extLst>
              <a:ext uri="{FF2B5EF4-FFF2-40B4-BE49-F238E27FC236}">
                <a16:creationId xmlns:a16="http://schemas.microsoft.com/office/drawing/2014/main" id="{5E6DB4F9-1F61-4B1E-8694-CF32F6ABEB8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6332" y="380223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10 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F139CCA6-FA40-4FAD-991E-8F0D932F40B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636190" y="5248930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7" name="Textplatzhalter 6">
            <a:extLst>
              <a:ext uri="{FF2B5EF4-FFF2-40B4-BE49-F238E27FC236}">
                <a16:creationId xmlns:a16="http://schemas.microsoft.com/office/drawing/2014/main" id="{4ABC58A4-2FF6-4DD6-B7CE-07D57A9854B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06332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12 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83D1D4D-3108-48AF-9002-E2787CA11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332399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8" name="Textplatzhalter 9">
            <a:extLst>
              <a:ext uri="{FF2B5EF4-FFF2-40B4-BE49-F238E27FC236}">
                <a16:creationId xmlns:a16="http://schemas.microsoft.com/office/drawing/2014/main" id="{37A4DE60-6537-42AA-B80E-663634EF66B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9" name="Textplatzhalter 6">
            <a:extLst>
              <a:ext uri="{FF2B5EF4-FFF2-40B4-BE49-F238E27FC236}">
                <a16:creationId xmlns:a16="http://schemas.microsoft.com/office/drawing/2014/main" id="{D6F3326C-A71E-4096-84A9-CBF2623C8C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8060" y="163115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40" name="Textplatzhalter 6">
            <a:extLst>
              <a:ext uri="{FF2B5EF4-FFF2-40B4-BE49-F238E27FC236}">
                <a16:creationId xmlns:a16="http://schemas.microsoft.com/office/drawing/2014/main" id="{E6C7796D-6ED1-4B91-AD58-8FB5EA6F6F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18" y="163115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01 </a:t>
            </a:r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86D31599-AF4C-4469-80F6-AA369A20BF0B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</p:spTree>
    <p:extLst>
      <p:ext uri="{BB962C8B-B14F-4D97-AF65-F5344CB8AC3E}">
        <p14:creationId xmlns:p14="http://schemas.microsoft.com/office/powerpoint/2010/main" val="4143981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|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E9DFD-4201-4390-907F-BC0033C4DF80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39" name="Bildplatzhalter 8">
            <a:extLst>
              <a:ext uri="{FF2B5EF4-FFF2-40B4-BE49-F238E27FC236}">
                <a16:creationId xmlns:a16="http://schemas.microsoft.com/office/drawing/2014/main" id="{C307E1A8-BB91-4A01-9481-49FD8B5663F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206329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40" name="Textplatzhalter 10">
            <a:extLst>
              <a:ext uri="{FF2B5EF4-FFF2-40B4-BE49-F238E27FC236}">
                <a16:creationId xmlns:a16="http://schemas.microsoft.com/office/drawing/2014/main" id="{7ADEC47A-086D-40D0-ACA4-69135933812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06329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2" name="Textplatzhalter 9">
            <a:extLst>
              <a:ext uri="{FF2B5EF4-FFF2-40B4-BE49-F238E27FC236}">
                <a16:creationId xmlns:a16="http://schemas.microsoft.com/office/drawing/2014/main" id="{BB1FDB65-A456-4049-8E16-FA93963151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18" y="687598"/>
            <a:ext cx="6844386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Textplatzhalter 6">
            <a:extLst>
              <a:ext uri="{FF2B5EF4-FFF2-40B4-BE49-F238E27FC236}">
                <a16:creationId xmlns:a16="http://schemas.microsoft.com/office/drawing/2014/main" id="{814385D7-3CBE-40E3-B67F-C8C515F3C0E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8060" y="235471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6" name="Textplatzhalter 6">
            <a:extLst>
              <a:ext uri="{FF2B5EF4-FFF2-40B4-BE49-F238E27FC236}">
                <a16:creationId xmlns:a16="http://schemas.microsoft.com/office/drawing/2014/main" id="{BF0108A6-83E5-4EB1-9FFE-599D1B8CC3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8318" y="235471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02 </a:t>
            </a:r>
          </a:p>
        </p:txBody>
      </p:sp>
      <p:sp>
        <p:nvSpPr>
          <p:cNvPr id="27" name="Textplatzhalter 6">
            <a:extLst>
              <a:ext uri="{FF2B5EF4-FFF2-40B4-BE49-F238E27FC236}">
                <a16:creationId xmlns:a16="http://schemas.microsoft.com/office/drawing/2014/main" id="{267C2477-3228-475F-AFD7-A441A08AAE5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8060" y="452537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8" name="Textplatzhalter 6">
            <a:extLst>
              <a:ext uri="{FF2B5EF4-FFF2-40B4-BE49-F238E27FC236}">
                <a16:creationId xmlns:a16="http://schemas.microsoft.com/office/drawing/2014/main" id="{372EDABB-0CB3-495E-B38E-EBB187C3F00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18" y="452537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05 </a:t>
            </a:r>
          </a:p>
        </p:txBody>
      </p:sp>
      <p:sp>
        <p:nvSpPr>
          <p:cNvPr id="29" name="Textplatzhalter 6">
            <a:extLst>
              <a:ext uri="{FF2B5EF4-FFF2-40B4-BE49-F238E27FC236}">
                <a16:creationId xmlns:a16="http://schemas.microsoft.com/office/drawing/2014/main" id="{F8DE391A-D3CD-46A0-9DA6-BE18B632C97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8060" y="307826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0" name="Textplatzhalter 6">
            <a:extLst>
              <a:ext uri="{FF2B5EF4-FFF2-40B4-BE49-F238E27FC236}">
                <a16:creationId xmlns:a16="http://schemas.microsoft.com/office/drawing/2014/main" id="{6D22FFA5-3E37-4F35-A696-49186B6B111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8318" y="307826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03 </a:t>
            </a:r>
          </a:p>
        </p:txBody>
      </p:sp>
      <p:sp>
        <p:nvSpPr>
          <p:cNvPr id="31" name="Textplatzhalter 6">
            <a:extLst>
              <a:ext uri="{FF2B5EF4-FFF2-40B4-BE49-F238E27FC236}">
                <a16:creationId xmlns:a16="http://schemas.microsoft.com/office/drawing/2014/main" id="{BFD50D54-7BD1-4F76-8C9C-C2D77E59243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48060" y="380182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2" name="Textplatzhalter 6">
            <a:extLst>
              <a:ext uri="{FF2B5EF4-FFF2-40B4-BE49-F238E27FC236}">
                <a16:creationId xmlns:a16="http://schemas.microsoft.com/office/drawing/2014/main" id="{1CB17604-E112-4197-B54C-292891529DF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8318" y="380182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04 </a:t>
            </a:r>
          </a:p>
        </p:txBody>
      </p:sp>
      <p:sp>
        <p:nvSpPr>
          <p:cNvPr id="33" name="Textplatzhalter 6">
            <a:extLst>
              <a:ext uri="{FF2B5EF4-FFF2-40B4-BE49-F238E27FC236}">
                <a16:creationId xmlns:a16="http://schemas.microsoft.com/office/drawing/2014/main" id="{D30B4D90-1B5E-403E-AD31-C3200403209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8060" y="5248930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4" name="Textplatzhalter 6">
            <a:extLst>
              <a:ext uri="{FF2B5EF4-FFF2-40B4-BE49-F238E27FC236}">
                <a16:creationId xmlns:a16="http://schemas.microsoft.com/office/drawing/2014/main" id="{72B1944A-640B-4200-A785-CFA163F7181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8318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06 </a:t>
            </a:r>
          </a:p>
        </p:txBody>
      </p:sp>
      <p:sp>
        <p:nvSpPr>
          <p:cNvPr id="35" name="Textplatzhalter 6">
            <a:extLst>
              <a:ext uri="{FF2B5EF4-FFF2-40B4-BE49-F238E27FC236}">
                <a16:creationId xmlns:a16="http://schemas.microsoft.com/office/drawing/2014/main" id="{5ECB7BBA-6A53-45DD-882E-1DF6A99780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8060" y="163115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FE56B6C1-047C-44D7-B1DD-8B723581E0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18" y="163115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01 </a:t>
            </a:r>
          </a:p>
        </p:txBody>
      </p:sp>
      <p:sp>
        <p:nvSpPr>
          <p:cNvPr id="21" name="Bildplatzhalter 6">
            <a:extLst>
              <a:ext uri="{FF2B5EF4-FFF2-40B4-BE49-F238E27FC236}">
                <a16:creationId xmlns:a16="http://schemas.microsoft.com/office/drawing/2014/main" id="{8F4DFED6-EBAA-4D0C-A5C6-CD2902883FB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65D3C98-AF8F-400F-858D-1D6CD4B95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089279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trenn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318" y="2875002"/>
            <a:ext cx="11157743" cy="1107996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Kapiteltrenner</a:t>
            </a:r>
            <a:br>
              <a:rPr lang="de-DE" dirty="0"/>
            </a:br>
            <a:r>
              <a:rPr lang="de-DE" dirty="0"/>
              <a:t>Mehrzeilig möglich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518341" y="6634666"/>
            <a:ext cx="748603" cy="1231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0C5271D-0C68-4DDE-81D5-B057A9987B39}" type="datetime4">
              <a:rPr lang="de-DE" smtClean="0"/>
              <a:pPr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72481" y="6634666"/>
            <a:ext cx="203582" cy="1231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87F00BE4-512D-4F35-B132-4E5C5CF1413D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F7987594-F169-42FB-8839-77BF8D405E37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Freihandform: Form 59">
            <a:extLst>
              <a:ext uri="{FF2B5EF4-FFF2-40B4-BE49-F238E27FC236}">
                <a16:creationId xmlns:a16="http://schemas.microsoft.com/office/drawing/2014/main" id="{40F781E3-735A-4333-AF8D-7842FE86295B}"/>
              </a:ext>
            </a:extLst>
          </p:cNvPr>
          <p:cNvSpPr/>
          <p:nvPr userDrawn="1"/>
        </p:nvSpPr>
        <p:spPr>
          <a:xfrm>
            <a:off x="10056938" y="300703"/>
            <a:ext cx="1619125" cy="618155"/>
          </a:xfrm>
          <a:custGeom>
            <a:avLst/>
            <a:gdLst>
              <a:gd name="connsiteX0" fmla="*/ 0 w 1456912"/>
              <a:gd name="connsiteY0" fmla="*/ 51854 h 556225"/>
              <a:gd name="connsiteX1" fmla="*/ 28188 w 1456912"/>
              <a:gd name="connsiteY1" fmla="*/ 23666 h 556225"/>
              <a:gd name="connsiteX2" fmla="*/ 28188 w 1456912"/>
              <a:gd name="connsiteY2" fmla="*/ 535557 h 556225"/>
              <a:gd name="connsiteX3" fmla="*/ 0 w 1456912"/>
              <a:gd name="connsiteY3" fmla="*/ 535557 h 556225"/>
              <a:gd name="connsiteX4" fmla="*/ 0 w 1456912"/>
              <a:gd name="connsiteY4" fmla="*/ 51854 h 556225"/>
              <a:gd name="connsiteX5" fmla="*/ 84564 w 1456912"/>
              <a:gd name="connsiteY5" fmla="*/ 28188 h 556225"/>
              <a:gd name="connsiteX6" fmla="*/ 422811 w 1456912"/>
              <a:gd name="connsiteY6" fmla="*/ 28188 h 556225"/>
              <a:gd name="connsiteX7" fmla="*/ 422811 w 1456912"/>
              <a:gd name="connsiteY7" fmla="*/ 0 h 556225"/>
              <a:gd name="connsiteX8" fmla="*/ 56376 w 1456912"/>
              <a:gd name="connsiteY8" fmla="*/ 0 h 556225"/>
              <a:gd name="connsiteX9" fmla="*/ 56376 w 1456912"/>
              <a:gd name="connsiteY9" fmla="*/ 338244 h 556225"/>
              <a:gd name="connsiteX10" fmla="*/ 367711 w 1456912"/>
              <a:gd name="connsiteY10" fmla="*/ 338244 h 556225"/>
              <a:gd name="connsiteX11" fmla="*/ 367711 w 1456912"/>
              <a:gd name="connsiteY11" fmla="*/ 310062 h 556225"/>
              <a:gd name="connsiteX12" fmla="*/ 84564 w 1456912"/>
              <a:gd name="connsiteY12" fmla="*/ 310062 h 556225"/>
              <a:gd name="connsiteX13" fmla="*/ 84564 w 1456912"/>
              <a:gd name="connsiteY13" fmla="*/ 28188 h 556225"/>
              <a:gd name="connsiteX14" fmla="*/ 410152 w 1456912"/>
              <a:gd name="connsiteY14" fmla="*/ 253686 h 556225"/>
              <a:gd name="connsiteX15" fmla="*/ 140937 w 1456912"/>
              <a:gd name="connsiteY15" fmla="*/ 253686 h 556225"/>
              <a:gd name="connsiteX16" fmla="*/ 140937 w 1456912"/>
              <a:gd name="connsiteY16" fmla="*/ 140940 h 556225"/>
              <a:gd name="connsiteX17" fmla="*/ 371171 w 1456912"/>
              <a:gd name="connsiteY17" fmla="*/ 140940 h 556225"/>
              <a:gd name="connsiteX18" fmla="*/ 399359 w 1456912"/>
              <a:gd name="connsiteY18" fmla="*/ 112752 h 556225"/>
              <a:gd name="connsiteX19" fmla="*/ 140937 w 1456912"/>
              <a:gd name="connsiteY19" fmla="*/ 112752 h 556225"/>
              <a:gd name="connsiteX20" fmla="*/ 140937 w 1456912"/>
              <a:gd name="connsiteY20" fmla="*/ 84564 h 556225"/>
              <a:gd name="connsiteX21" fmla="*/ 422811 w 1456912"/>
              <a:gd name="connsiteY21" fmla="*/ 84564 h 556225"/>
              <a:gd name="connsiteX22" fmla="*/ 422811 w 1456912"/>
              <a:gd name="connsiteY22" fmla="*/ 56376 h 556225"/>
              <a:gd name="connsiteX23" fmla="*/ 112749 w 1456912"/>
              <a:gd name="connsiteY23" fmla="*/ 56376 h 556225"/>
              <a:gd name="connsiteX24" fmla="*/ 112749 w 1456912"/>
              <a:gd name="connsiteY24" fmla="*/ 281874 h 556225"/>
              <a:gd name="connsiteX25" fmla="*/ 382334 w 1456912"/>
              <a:gd name="connsiteY25" fmla="*/ 281874 h 556225"/>
              <a:gd name="connsiteX26" fmla="*/ 410152 w 1456912"/>
              <a:gd name="connsiteY26" fmla="*/ 253686 h 556225"/>
              <a:gd name="connsiteX27" fmla="*/ 56376 w 1456912"/>
              <a:gd name="connsiteY27" fmla="*/ 535557 h 556225"/>
              <a:gd name="connsiteX28" fmla="*/ 84564 w 1456912"/>
              <a:gd name="connsiteY28" fmla="*/ 535557 h 556225"/>
              <a:gd name="connsiteX29" fmla="*/ 84564 w 1456912"/>
              <a:gd name="connsiteY29" fmla="*/ 394620 h 556225"/>
              <a:gd name="connsiteX30" fmla="*/ 112752 w 1456912"/>
              <a:gd name="connsiteY30" fmla="*/ 394620 h 556225"/>
              <a:gd name="connsiteX31" fmla="*/ 112752 w 1456912"/>
              <a:gd name="connsiteY31" fmla="*/ 511890 h 556225"/>
              <a:gd name="connsiteX32" fmla="*/ 140940 w 1456912"/>
              <a:gd name="connsiteY32" fmla="*/ 483705 h 556225"/>
              <a:gd name="connsiteX33" fmla="*/ 140940 w 1456912"/>
              <a:gd name="connsiteY33" fmla="*/ 394620 h 556225"/>
              <a:gd name="connsiteX34" fmla="*/ 367714 w 1456912"/>
              <a:gd name="connsiteY34" fmla="*/ 394620 h 556225"/>
              <a:gd name="connsiteX35" fmla="*/ 367714 w 1456912"/>
              <a:gd name="connsiteY35" fmla="*/ 366435 h 556225"/>
              <a:gd name="connsiteX36" fmla="*/ 56376 w 1456912"/>
              <a:gd name="connsiteY36" fmla="*/ 366435 h 556225"/>
              <a:gd name="connsiteX37" fmla="*/ 56376 w 1456912"/>
              <a:gd name="connsiteY37" fmla="*/ 535557 h 556225"/>
              <a:gd name="connsiteX38" fmla="*/ 1428724 w 1456912"/>
              <a:gd name="connsiteY38" fmla="*/ 0 h 556225"/>
              <a:gd name="connsiteX39" fmla="*/ 1428724 w 1456912"/>
              <a:gd name="connsiteY39" fmla="*/ 324156 h 556225"/>
              <a:gd name="connsiteX40" fmla="*/ 1316539 w 1456912"/>
              <a:gd name="connsiteY40" fmla="*/ 514089 h 556225"/>
              <a:gd name="connsiteX41" fmla="*/ 1315903 w 1456912"/>
              <a:gd name="connsiteY41" fmla="*/ 513258 h 556225"/>
              <a:gd name="connsiteX42" fmla="*/ 1400536 w 1456912"/>
              <a:gd name="connsiteY42" fmla="*/ 351869 h 556225"/>
              <a:gd name="connsiteX43" fmla="*/ 1400536 w 1456912"/>
              <a:gd name="connsiteY43" fmla="*/ 3 h 556225"/>
              <a:gd name="connsiteX44" fmla="*/ 1372348 w 1456912"/>
              <a:gd name="connsiteY44" fmla="*/ 3 h 556225"/>
              <a:gd name="connsiteX45" fmla="*/ 1372348 w 1456912"/>
              <a:gd name="connsiteY45" fmla="*/ 351400 h 556225"/>
              <a:gd name="connsiteX46" fmla="*/ 1189132 w 1456912"/>
              <a:gd name="connsiteY46" fmla="*/ 528510 h 556225"/>
              <a:gd name="connsiteX47" fmla="*/ 1005916 w 1456912"/>
              <a:gd name="connsiteY47" fmla="*/ 351400 h 556225"/>
              <a:gd name="connsiteX48" fmla="*/ 1005916 w 1456912"/>
              <a:gd name="connsiteY48" fmla="*/ 23666 h 556225"/>
              <a:gd name="connsiteX49" fmla="*/ 977728 w 1456912"/>
              <a:gd name="connsiteY49" fmla="*/ 51854 h 556225"/>
              <a:gd name="connsiteX50" fmla="*/ 977728 w 1456912"/>
              <a:gd name="connsiteY50" fmla="*/ 351869 h 556225"/>
              <a:gd name="connsiteX51" fmla="*/ 1189132 w 1456912"/>
              <a:gd name="connsiteY51" fmla="*/ 556226 h 556225"/>
              <a:gd name="connsiteX52" fmla="*/ 1217320 w 1456912"/>
              <a:gd name="connsiteY52" fmla="*/ 556226 h 556225"/>
              <a:gd name="connsiteX53" fmla="*/ 1456912 w 1456912"/>
              <a:gd name="connsiteY53" fmla="*/ 324566 h 556225"/>
              <a:gd name="connsiteX54" fmla="*/ 1456912 w 1456912"/>
              <a:gd name="connsiteY54" fmla="*/ 0 h 556225"/>
              <a:gd name="connsiteX55" fmla="*/ 1428724 w 1456912"/>
              <a:gd name="connsiteY55" fmla="*/ 0 h 556225"/>
              <a:gd name="connsiteX56" fmla="*/ 1189132 w 1456912"/>
              <a:gd name="connsiteY56" fmla="*/ 500322 h 556225"/>
              <a:gd name="connsiteX57" fmla="*/ 1344160 w 1456912"/>
              <a:gd name="connsiteY57" fmla="*/ 351400 h 556225"/>
              <a:gd name="connsiteX58" fmla="*/ 1344160 w 1456912"/>
              <a:gd name="connsiteY58" fmla="*/ 351400 h 556225"/>
              <a:gd name="connsiteX59" fmla="*/ 1344160 w 1456912"/>
              <a:gd name="connsiteY59" fmla="*/ 23666 h 556225"/>
              <a:gd name="connsiteX60" fmla="*/ 1315972 w 1456912"/>
              <a:gd name="connsiteY60" fmla="*/ 51854 h 556225"/>
              <a:gd name="connsiteX61" fmla="*/ 1315972 w 1456912"/>
              <a:gd name="connsiteY61" fmla="*/ 324153 h 556225"/>
              <a:gd name="connsiteX62" fmla="*/ 1217317 w 1456912"/>
              <a:gd name="connsiteY62" fmla="*/ 415761 h 556225"/>
              <a:gd name="connsiteX63" fmla="*/ 1118662 w 1456912"/>
              <a:gd name="connsiteY63" fmla="*/ 324153 h 556225"/>
              <a:gd name="connsiteX64" fmla="*/ 1118662 w 1456912"/>
              <a:gd name="connsiteY64" fmla="*/ 3 h 556225"/>
              <a:gd name="connsiteX65" fmla="*/ 1090474 w 1456912"/>
              <a:gd name="connsiteY65" fmla="*/ 3 h 556225"/>
              <a:gd name="connsiteX66" fmla="*/ 1090474 w 1456912"/>
              <a:gd name="connsiteY66" fmla="*/ 324156 h 556225"/>
              <a:gd name="connsiteX67" fmla="*/ 1217317 w 1456912"/>
              <a:gd name="connsiteY67" fmla="*/ 443951 h 556225"/>
              <a:gd name="connsiteX68" fmla="*/ 1304349 w 1456912"/>
              <a:gd name="connsiteY68" fmla="*/ 404889 h 556225"/>
              <a:gd name="connsiteX69" fmla="*/ 1304982 w 1456912"/>
              <a:gd name="connsiteY69" fmla="*/ 405720 h 556225"/>
              <a:gd name="connsiteX70" fmla="*/ 1189129 w 1456912"/>
              <a:gd name="connsiteY70" fmla="*/ 472139 h 556225"/>
              <a:gd name="connsiteX71" fmla="*/ 1062303 w 1456912"/>
              <a:gd name="connsiteY71" fmla="*/ 352344 h 556225"/>
              <a:gd name="connsiteX72" fmla="*/ 1062286 w 1456912"/>
              <a:gd name="connsiteY72" fmla="*/ 352344 h 556225"/>
              <a:gd name="connsiteX73" fmla="*/ 1062286 w 1456912"/>
              <a:gd name="connsiteY73" fmla="*/ 3 h 556225"/>
              <a:gd name="connsiteX74" fmla="*/ 1034098 w 1456912"/>
              <a:gd name="connsiteY74" fmla="*/ 3 h 556225"/>
              <a:gd name="connsiteX75" fmla="*/ 1034098 w 1456912"/>
              <a:gd name="connsiteY75" fmla="*/ 352341 h 556225"/>
              <a:gd name="connsiteX76" fmla="*/ 1034113 w 1456912"/>
              <a:gd name="connsiteY76" fmla="*/ 352341 h 556225"/>
              <a:gd name="connsiteX77" fmla="*/ 1189132 w 1456912"/>
              <a:gd name="connsiteY77" fmla="*/ 500322 h 556225"/>
              <a:gd name="connsiteX78" fmla="*/ 562774 w 1456912"/>
              <a:gd name="connsiteY78" fmla="*/ 366435 h 556225"/>
              <a:gd name="connsiteX79" fmla="*/ 491494 w 1456912"/>
              <a:gd name="connsiteY79" fmla="*/ 535557 h 556225"/>
              <a:gd name="connsiteX80" fmla="*/ 519684 w 1456912"/>
              <a:gd name="connsiteY80" fmla="*/ 535554 h 556225"/>
              <a:gd name="connsiteX81" fmla="*/ 519682 w 1456912"/>
              <a:gd name="connsiteY81" fmla="*/ 535557 h 556225"/>
              <a:gd name="connsiteX82" fmla="*/ 519684 w 1456912"/>
              <a:gd name="connsiteY82" fmla="*/ 535557 h 556225"/>
              <a:gd name="connsiteX83" fmla="*/ 555322 w 1456912"/>
              <a:gd name="connsiteY83" fmla="*/ 450996 h 556225"/>
              <a:gd name="connsiteX84" fmla="*/ 794138 w 1456912"/>
              <a:gd name="connsiteY84" fmla="*/ 450996 h 556225"/>
              <a:gd name="connsiteX85" fmla="*/ 829744 w 1456912"/>
              <a:gd name="connsiteY85" fmla="*/ 535557 h 556225"/>
              <a:gd name="connsiteX86" fmla="*/ 857932 w 1456912"/>
              <a:gd name="connsiteY86" fmla="*/ 535557 h 556225"/>
              <a:gd name="connsiteX87" fmla="*/ 810457 w 1456912"/>
              <a:gd name="connsiteY87" fmla="*/ 422808 h 556225"/>
              <a:gd name="connsiteX88" fmla="*/ 567200 w 1456912"/>
              <a:gd name="connsiteY88" fmla="*/ 422808 h 556225"/>
              <a:gd name="connsiteX89" fmla="*/ 579078 w 1456912"/>
              <a:gd name="connsiteY89" fmla="*/ 394620 h 556225"/>
              <a:gd name="connsiteX90" fmla="*/ 826776 w 1456912"/>
              <a:gd name="connsiteY90" fmla="*/ 394620 h 556225"/>
              <a:gd name="connsiteX91" fmla="*/ 886120 w 1456912"/>
              <a:gd name="connsiteY91" fmla="*/ 535557 h 556225"/>
              <a:gd name="connsiteX92" fmla="*/ 914308 w 1456912"/>
              <a:gd name="connsiteY92" fmla="*/ 535557 h 556225"/>
              <a:gd name="connsiteX93" fmla="*/ 843097 w 1456912"/>
              <a:gd name="connsiteY93" fmla="*/ 366435 h 556225"/>
              <a:gd name="connsiteX94" fmla="*/ 562774 w 1456912"/>
              <a:gd name="connsiteY94" fmla="*/ 366435 h 556225"/>
              <a:gd name="connsiteX95" fmla="*/ 604248 w 1456912"/>
              <a:gd name="connsiteY95" fmla="*/ 0 h 556225"/>
              <a:gd name="connsiteX96" fmla="*/ 397091 w 1456912"/>
              <a:gd name="connsiteY96" fmla="*/ 491374 h 556225"/>
              <a:gd name="connsiteX97" fmla="*/ 415032 w 1456912"/>
              <a:gd name="connsiteY97" fmla="*/ 515732 h 556225"/>
              <a:gd name="connsiteX98" fmla="*/ 632437 w 1456912"/>
              <a:gd name="connsiteY98" fmla="*/ 0 h 556225"/>
              <a:gd name="connsiteX99" fmla="*/ 604248 w 1456912"/>
              <a:gd name="connsiteY99" fmla="*/ 0 h 556225"/>
              <a:gd name="connsiteX100" fmla="*/ 716998 w 1456912"/>
              <a:gd name="connsiteY100" fmla="*/ 3 h 556225"/>
              <a:gd name="connsiteX101" fmla="*/ 934130 w 1456912"/>
              <a:gd name="connsiteY101" fmla="*/ 515735 h 556225"/>
              <a:gd name="connsiteX102" fmla="*/ 952028 w 1456912"/>
              <a:gd name="connsiteY102" fmla="*/ 491377 h 556225"/>
              <a:gd name="connsiteX103" fmla="*/ 745186 w 1456912"/>
              <a:gd name="connsiteY103" fmla="*/ 3 h 556225"/>
              <a:gd name="connsiteX104" fmla="*/ 716998 w 1456912"/>
              <a:gd name="connsiteY104" fmla="*/ 3 h 556225"/>
              <a:gd name="connsiteX105" fmla="*/ 546409 w 1456912"/>
              <a:gd name="connsiteY105" fmla="*/ 338247 h 556225"/>
              <a:gd name="connsiteX106" fmla="*/ 463042 w 1456912"/>
              <a:gd name="connsiteY106" fmla="*/ 535557 h 556225"/>
              <a:gd name="connsiteX107" fmla="*/ 434854 w 1456912"/>
              <a:gd name="connsiteY107" fmla="*/ 535557 h 556225"/>
              <a:gd name="connsiteX108" fmla="*/ 646528 w 1456912"/>
              <a:gd name="connsiteY108" fmla="*/ 33467 h 556225"/>
              <a:gd name="connsiteX109" fmla="*/ 762988 w 1456912"/>
              <a:gd name="connsiteY109" fmla="*/ 310059 h 556225"/>
              <a:gd name="connsiteX110" fmla="*/ 791176 w 1456912"/>
              <a:gd name="connsiteY110" fmla="*/ 310059 h 556225"/>
              <a:gd name="connsiteX111" fmla="*/ 660624 w 1456912"/>
              <a:gd name="connsiteY111" fmla="*/ 3 h 556225"/>
              <a:gd name="connsiteX112" fmla="*/ 688812 w 1456912"/>
              <a:gd name="connsiteY112" fmla="*/ 3 h 556225"/>
              <a:gd name="connsiteX113" fmla="*/ 831231 w 1456912"/>
              <a:gd name="connsiteY113" fmla="*/ 338247 h 556225"/>
              <a:gd name="connsiteX114" fmla="*/ 546409 w 1456912"/>
              <a:gd name="connsiteY114" fmla="*/ 338247 h 556225"/>
              <a:gd name="connsiteX115" fmla="*/ 674788 w 1456912"/>
              <a:gd name="connsiteY115" fmla="*/ 167531 h 556225"/>
              <a:gd name="connsiteX116" fmla="*/ 614721 w 1456912"/>
              <a:gd name="connsiteY116" fmla="*/ 310062 h 556225"/>
              <a:gd name="connsiteX117" fmla="*/ 734800 w 1456912"/>
              <a:gd name="connsiteY117" fmla="*/ 310062 h 556225"/>
              <a:gd name="connsiteX118" fmla="*/ 674788 w 1456912"/>
              <a:gd name="connsiteY118" fmla="*/ 167531 h 556225"/>
              <a:gd name="connsiteX119" fmla="*/ 558275 w 1456912"/>
              <a:gd name="connsiteY119" fmla="*/ 310062 h 556225"/>
              <a:gd name="connsiteX120" fmla="*/ 586535 w 1456912"/>
              <a:gd name="connsiteY120" fmla="*/ 310062 h 556225"/>
              <a:gd name="connsiteX121" fmla="*/ 660703 w 1456912"/>
              <a:gd name="connsiteY121" fmla="*/ 134072 h 556225"/>
              <a:gd name="connsiteX122" fmla="*/ 646588 w 1456912"/>
              <a:gd name="connsiteY122" fmla="*/ 100553 h 556225"/>
              <a:gd name="connsiteX123" fmla="*/ 558275 w 1456912"/>
              <a:gd name="connsiteY123" fmla="*/ 310062 h 55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1456912" h="556225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rgbClr val="04316A"/>
          </a:solidFill>
          <a:ln w="289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9A6E8BA9-5951-4163-8A80-4621C65DA816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59DAB7DF-1308-4B09-91FE-7DF38D6584E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7654828-5D94-4A05-BD5F-25792A149E05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9D3F2F75-1623-4F64-97FE-EA0C4D9FABDC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B042E0F0-49A6-465F-A607-A4C2EFB5486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9D612980-2A2D-4E94-8238-9C67C608554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2CE76F8C-9B22-4BB3-B2D6-15EC2A58C7A7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7" name="Gerader Verbinder 66">
              <a:extLst>
                <a:ext uri="{FF2B5EF4-FFF2-40B4-BE49-F238E27FC236}">
                  <a16:creationId xmlns:a16="http://schemas.microsoft.com/office/drawing/2014/main" id="{9C843E82-BEFA-4CF2-BA2F-3C80060D316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4762BE88-2459-479F-84FF-4DF483AA142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104E26F8-EA1A-4C6F-92E1-8F6F98ABFA13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1A8A854C-301D-4327-AEA2-BCC20A8872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5A547124-456E-49C6-8FC8-111D0AAFEB7F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73B26B5D-1FEC-45B5-B34A-6A1B50955F0E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3" name="Gerader Verbinder 72">
              <a:extLst>
                <a:ext uri="{FF2B5EF4-FFF2-40B4-BE49-F238E27FC236}">
                  <a16:creationId xmlns:a16="http://schemas.microsoft.com/office/drawing/2014/main" id="{3423A679-4F5C-456E-AB6C-7A18EA3E5BA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69754FAD-5E71-4087-B3E8-0FEC37E0D864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7C156EC4-BDB3-4DEA-9B78-E98FCFD2F54B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9E9C384D-D46B-429F-9A97-86F6E3560FE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64B7918E-86D1-49EB-8917-1468D42A6E25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750A6733-FD78-4442-98B4-E2BED64B460F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77BB574D-D198-49E4-874D-732C0CBD5BF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67A72ACB-A6A0-450F-A8F3-9CA35EFC5560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C4970FA2-8D2D-462F-BD21-BDE052DC5824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A7C30986-FB99-416E-BC3E-3BAEC067C11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4CE018F4-A860-49B3-B4CD-A328759F15C6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7C2BACBD-0A67-4A9A-B5DC-10C76F5DE4C2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65F81584-9968-42FA-B3A9-1C13CEAE92A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Textfeld 85">
              <a:extLst>
                <a:ext uri="{FF2B5EF4-FFF2-40B4-BE49-F238E27FC236}">
                  <a16:creationId xmlns:a16="http://schemas.microsoft.com/office/drawing/2014/main" id="{B6D353C6-61DE-4475-8AC6-6D8AF12D49FB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935008F2-D1D5-498F-9932-727B677C0ADE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" name="Gruppieren 87">
            <a:extLst>
              <a:ext uri="{FF2B5EF4-FFF2-40B4-BE49-F238E27FC236}">
                <a16:creationId xmlns:a16="http://schemas.microsoft.com/office/drawing/2014/main" id="{9E72FA59-B055-4F1F-8F32-E797C18F96F9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B89FA96C-C88D-4C6A-BE88-F3E3083BC51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Textfeld 89">
              <a:extLst>
                <a:ext uri="{FF2B5EF4-FFF2-40B4-BE49-F238E27FC236}">
                  <a16:creationId xmlns:a16="http://schemas.microsoft.com/office/drawing/2014/main" id="{CD67028C-ACEA-4E1C-BF3F-B09177D4335E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91" name="Grafik 3">
            <a:extLst>
              <a:ext uri="{FF2B5EF4-FFF2-40B4-BE49-F238E27FC236}">
                <a16:creationId xmlns:a16="http://schemas.microsoft.com/office/drawing/2014/main" id="{292D92C0-5CBB-4212-BCE9-716C6B6424DE}"/>
              </a:ext>
            </a:extLst>
          </p:cNvPr>
          <p:cNvGrpSpPr/>
          <p:nvPr userDrawn="1"/>
        </p:nvGrpSpPr>
        <p:grpSpPr>
          <a:xfrm>
            <a:off x="520163" y="293688"/>
            <a:ext cx="2592820" cy="556499"/>
            <a:chOff x="1648912" y="-143138"/>
            <a:chExt cx="2305525" cy="494837"/>
          </a:xfrm>
          <a:solidFill>
            <a:srgbClr val="04316A"/>
          </a:solidFill>
        </p:grpSpPr>
        <p:sp>
          <p:nvSpPr>
            <p:cNvPr id="92" name="Freihandform: Form 91">
              <a:extLst>
                <a:ext uri="{FF2B5EF4-FFF2-40B4-BE49-F238E27FC236}">
                  <a16:creationId xmlns:a16="http://schemas.microsoft.com/office/drawing/2014/main" id="{2A6B447E-5FB6-4481-B2D8-A09018DF411B}"/>
                </a:ext>
              </a:extLst>
            </p:cNvPr>
            <p:cNvSpPr/>
            <p:nvPr/>
          </p:nvSpPr>
          <p:spPr>
            <a:xfrm>
              <a:off x="1648912" y="-137135"/>
              <a:ext cx="69751" cy="110916"/>
            </a:xfrm>
            <a:custGeom>
              <a:avLst/>
              <a:gdLst>
                <a:gd name="connsiteX0" fmla="*/ 69752 w 69751"/>
                <a:gd name="connsiteY0" fmla="*/ 18296 h 110916"/>
                <a:gd name="connsiteX1" fmla="*/ 19725 w 69751"/>
                <a:gd name="connsiteY1" fmla="*/ 18296 h 110916"/>
                <a:gd name="connsiteX2" fmla="*/ 19725 w 69751"/>
                <a:gd name="connsiteY2" fmla="*/ 45739 h 110916"/>
                <a:gd name="connsiteX3" fmla="*/ 56888 w 69751"/>
                <a:gd name="connsiteY3" fmla="*/ 45739 h 110916"/>
                <a:gd name="connsiteX4" fmla="*/ 56888 w 69751"/>
                <a:gd name="connsiteY4" fmla="*/ 63749 h 110916"/>
                <a:gd name="connsiteX5" fmla="*/ 19725 w 69751"/>
                <a:gd name="connsiteY5" fmla="*/ 63749 h 110916"/>
                <a:gd name="connsiteX6" fmla="*/ 19725 w 69751"/>
                <a:gd name="connsiteY6" fmla="*/ 110917 h 110916"/>
                <a:gd name="connsiteX7" fmla="*/ 0 w 69751"/>
                <a:gd name="connsiteY7" fmla="*/ 110917 h 110916"/>
                <a:gd name="connsiteX8" fmla="*/ 0 w 69751"/>
                <a:gd name="connsiteY8" fmla="*/ 0 h 110916"/>
                <a:gd name="connsiteX9" fmla="*/ 69466 w 69751"/>
                <a:gd name="connsiteY9" fmla="*/ 0 h 110916"/>
                <a:gd name="connsiteX10" fmla="*/ 69466 w 69751"/>
                <a:gd name="connsiteY10" fmla="*/ 18296 h 110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751" h="110916">
                  <a:moveTo>
                    <a:pt x="69752" y="18296"/>
                  </a:moveTo>
                  <a:lnTo>
                    <a:pt x="19725" y="18296"/>
                  </a:lnTo>
                  <a:lnTo>
                    <a:pt x="19725" y="45739"/>
                  </a:lnTo>
                  <a:lnTo>
                    <a:pt x="56888" y="45739"/>
                  </a:lnTo>
                  <a:lnTo>
                    <a:pt x="56888" y="63749"/>
                  </a:lnTo>
                  <a:lnTo>
                    <a:pt x="19725" y="63749"/>
                  </a:lnTo>
                  <a:lnTo>
                    <a:pt x="19725" y="110917"/>
                  </a:lnTo>
                  <a:lnTo>
                    <a:pt x="0" y="110917"/>
                  </a:lnTo>
                  <a:lnTo>
                    <a:pt x="0" y="0"/>
                  </a:lnTo>
                  <a:lnTo>
                    <a:pt x="69466" y="0"/>
                  </a:lnTo>
                  <a:lnTo>
                    <a:pt x="69466" y="18296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3" name="Freihandform: Form 92">
              <a:extLst>
                <a:ext uri="{FF2B5EF4-FFF2-40B4-BE49-F238E27FC236}">
                  <a16:creationId xmlns:a16="http://schemas.microsoft.com/office/drawing/2014/main" id="{3060E1A1-C4E7-4296-8765-37F76E9F6201}"/>
                </a:ext>
              </a:extLst>
            </p:cNvPr>
            <p:cNvSpPr/>
            <p:nvPr/>
          </p:nvSpPr>
          <p:spPr>
            <a:xfrm>
              <a:off x="1729527" y="-108335"/>
              <a:ext cx="48025" cy="81831"/>
            </a:xfrm>
            <a:custGeom>
              <a:avLst/>
              <a:gdLst>
                <a:gd name="connsiteX0" fmla="*/ 48026 w 48025"/>
                <a:gd name="connsiteY0" fmla="*/ 1502 h 81831"/>
                <a:gd name="connsiteX1" fmla="*/ 45167 w 48025"/>
                <a:gd name="connsiteY1" fmla="*/ 20655 h 81831"/>
                <a:gd name="connsiteX2" fmla="*/ 34876 w 48025"/>
                <a:gd name="connsiteY2" fmla="*/ 18083 h 81831"/>
                <a:gd name="connsiteX3" fmla="*/ 18581 w 48025"/>
                <a:gd name="connsiteY3" fmla="*/ 40666 h 81831"/>
                <a:gd name="connsiteX4" fmla="*/ 18581 w 48025"/>
                <a:gd name="connsiteY4" fmla="*/ 81831 h 81831"/>
                <a:gd name="connsiteX5" fmla="*/ 0 w 48025"/>
                <a:gd name="connsiteY5" fmla="*/ 81831 h 81831"/>
                <a:gd name="connsiteX6" fmla="*/ 0 w 48025"/>
                <a:gd name="connsiteY6" fmla="*/ 1788 h 81831"/>
                <a:gd name="connsiteX7" fmla="*/ 18296 w 48025"/>
                <a:gd name="connsiteY7" fmla="*/ 1788 h 81831"/>
                <a:gd name="connsiteX8" fmla="*/ 18296 w 48025"/>
                <a:gd name="connsiteY8" fmla="*/ 12079 h 81831"/>
                <a:gd name="connsiteX9" fmla="*/ 18581 w 48025"/>
                <a:gd name="connsiteY9" fmla="*/ 12079 h 81831"/>
                <a:gd name="connsiteX10" fmla="*/ 39450 w 48025"/>
                <a:gd name="connsiteY10" fmla="*/ 73 h 81831"/>
                <a:gd name="connsiteX11" fmla="*/ 48026 w 48025"/>
                <a:gd name="connsiteY11" fmla="*/ 1502 h 81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025" h="81831">
                  <a:moveTo>
                    <a:pt x="48026" y="1502"/>
                  </a:moveTo>
                  <a:lnTo>
                    <a:pt x="45167" y="20655"/>
                  </a:lnTo>
                  <a:cubicBezTo>
                    <a:pt x="42308" y="19226"/>
                    <a:pt x="38878" y="18083"/>
                    <a:pt x="34876" y="18083"/>
                  </a:cubicBezTo>
                  <a:cubicBezTo>
                    <a:pt x="22012" y="18083"/>
                    <a:pt x="18581" y="28374"/>
                    <a:pt x="18581" y="40666"/>
                  </a:cubicBezTo>
                  <a:lnTo>
                    <a:pt x="18581" y="81831"/>
                  </a:lnTo>
                  <a:lnTo>
                    <a:pt x="0" y="81831"/>
                  </a:lnTo>
                  <a:lnTo>
                    <a:pt x="0" y="1788"/>
                  </a:lnTo>
                  <a:lnTo>
                    <a:pt x="18296" y="1788"/>
                  </a:lnTo>
                  <a:lnTo>
                    <a:pt x="18296" y="12079"/>
                  </a:lnTo>
                  <a:lnTo>
                    <a:pt x="18581" y="12079"/>
                  </a:lnTo>
                  <a:cubicBezTo>
                    <a:pt x="22869" y="4647"/>
                    <a:pt x="30302" y="73"/>
                    <a:pt x="39450" y="73"/>
                  </a:cubicBezTo>
                  <a:cubicBezTo>
                    <a:pt x="42023" y="-213"/>
                    <a:pt x="45167" y="359"/>
                    <a:pt x="48026" y="150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4" name="Freihandform: Form 93">
              <a:extLst>
                <a:ext uri="{FF2B5EF4-FFF2-40B4-BE49-F238E27FC236}">
                  <a16:creationId xmlns:a16="http://schemas.microsoft.com/office/drawing/2014/main" id="{0AA0C2E8-4ACF-4B1C-9140-AB543D036643}"/>
                </a:ext>
              </a:extLst>
            </p:cNvPr>
            <p:cNvSpPr/>
            <p:nvPr/>
          </p:nvSpPr>
          <p:spPr>
            <a:xfrm>
              <a:off x="1790989" y="-141994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296"/>
                    <a:pt x="0" y="11435"/>
                  </a:cubicBezTo>
                  <a:cubicBezTo>
                    <a:pt x="0" y="4860"/>
                    <a:pt x="5431" y="0"/>
                    <a:pt x="11721" y="0"/>
                  </a:cubicBezTo>
                  <a:cubicBezTo>
                    <a:pt x="18296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5" name="Freihandform: Form 94">
              <a:extLst>
                <a:ext uri="{FF2B5EF4-FFF2-40B4-BE49-F238E27FC236}">
                  <a16:creationId xmlns:a16="http://schemas.microsoft.com/office/drawing/2014/main" id="{F02CDB60-6B76-4A73-9E02-FBED23E7883D}"/>
                </a:ext>
              </a:extLst>
            </p:cNvPr>
            <p:cNvSpPr/>
            <p:nvPr/>
          </p:nvSpPr>
          <p:spPr>
            <a:xfrm>
              <a:off x="1831868" y="-108262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0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581 w 72896"/>
                <a:gd name="connsiteY10" fmla="*/ 34590 h 83759"/>
                <a:gd name="connsiteX11" fmla="*/ 54887 w 72896"/>
                <a:gd name="connsiteY11" fmla="*/ 34590 h 83759"/>
                <a:gd name="connsiteX12" fmla="*/ 37163 w 72896"/>
                <a:gd name="connsiteY12" fmla="*/ 15151 h 83759"/>
                <a:gd name="connsiteX13" fmla="*/ 18581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0" y="46025"/>
                    <a:pt x="72610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1742" y="83759"/>
                    <a:pt x="39736" y="83759"/>
                  </a:cubicBezTo>
                  <a:close/>
                  <a:moveTo>
                    <a:pt x="18581" y="34590"/>
                  </a:moveTo>
                  <a:lnTo>
                    <a:pt x="54887" y="34590"/>
                  </a:lnTo>
                  <a:cubicBezTo>
                    <a:pt x="54029" y="22298"/>
                    <a:pt x="47740" y="15151"/>
                    <a:pt x="37163" y="15151"/>
                  </a:cubicBezTo>
                  <a:cubicBezTo>
                    <a:pt x="26872" y="15151"/>
                    <a:pt x="20297" y="22298"/>
                    <a:pt x="18581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6" name="Freihandform: Form 95">
              <a:extLst>
                <a:ext uri="{FF2B5EF4-FFF2-40B4-BE49-F238E27FC236}">
                  <a16:creationId xmlns:a16="http://schemas.microsoft.com/office/drawing/2014/main" id="{413A0996-722C-48A1-947C-E46434F342A5}"/>
                </a:ext>
              </a:extLst>
            </p:cNvPr>
            <p:cNvSpPr/>
            <p:nvPr/>
          </p:nvSpPr>
          <p:spPr>
            <a:xfrm>
              <a:off x="1921344" y="-143138"/>
              <a:ext cx="74611" cy="118921"/>
            </a:xfrm>
            <a:custGeom>
              <a:avLst/>
              <a:gdLst>
                <a:gd name="connsiteX0" fmla="*/ 0 w 74611"/>
                <a:gd name="connsiteY0" fmla="*/ 76613 h 118921"/>
                <a:gd name="connsiteX1" fmla="*/ 32589 w 74611"/>
                <a:gd name="connsiteY1" fmla="*/ 34876 h 118921"/>
                <a:gd name="connsiteX2" fmla="*/ 55744 w 74611"/>
                <a:gd name="connsiteY2" fmla="*/ 45739 h 118921"/>
                <a:gd name="connsiteX3" fmla="*/ 56030 w 74611"/>
                <a:gd name="connsiteY3" fmla="*/ 45739 h 118921"/>
                <a:gd name="connsiteX4" fmla="*/ 56030 w 74611"/>
                <a:gd name="connsiteY4" fmla="*/ 4574 h 118921"/>
                <a:gd name="connsiteX5" fmla="*/ 74612 w 74611"/>
                <a:gd name="connsiteY5" fmla="*/ 0 h 118921"/>
                <a:gd name="connsiteX6" fmla="*/ 74612 w 74611"/>
                <a:gd name="connsiteY6" fmla="*/ 116920 h 118921"/>
                <a:gd name="connsiteX7" fmla="*/ 56316 w 74611"/>
                <a:gd name="connsiteY7" fmla="*/ 116920 h 118921"/>
                <a:gd name="connsiteX8" fmla="*/ 56316 w 74611"/>
                <a:gd name="connsiteY8" fmla="*/ 107486 h 118921"/>
                <a:gd name="connsiteX9" fmla="*/ 56030 w 74611"/>
                <a:gd name="connsiteY9" fmla="*/ 107486 h 118921"/>
                <a:gd name="connsiteX10" fmla="*/ 32017 w 74611"/>
                <a:gd name="connsiteY10" fmla="*/ 118921 h 118921"/>
                <a:gd name="connsiteX11" fmla="*/ 0 w 74611"/>
                <a:gd name="connsiteY11" fmla="*/ 76613 h 118921"/>
                <a:gd name="connsiteX12" fmla="*/ 18296 w 74611"/>
                <a:gd name="connsiteY12" fmla="*/ 76613 h 118921"/>
                <a:gd name="connsiteX13" fmla="*/ 36877 w 74611"/>
                <a:gd name="connsiteY13" fmla="*/ 102341 h 118921"/>
                <a:gd name="connsiteX14" fmla="*/ 56030 w 74611"/>
                <a:gd name="connsiteY14" fmla="*/ 91764 h 118921"/>
                <a:gd name="connsiteX15" fmla="*/ 56030 w 74611"/>
                <a:gd name="connsiteY15" fmla="*/ 62319 h 118921"/>
                <a:gd name="connsiteX16" fmla="*/ 36877 w 74611"/>
                <a:gd name="connsiteY16" fmla="*/ 51742 h 118921"/>
                <a:gd name="connsiteX17" fmla="*/ 18296 w 74611"/>
                <a:gd name="connsiteY17" fmla="*/ 76613 h 118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611" h="118921">
                  <a:moveTo>
                    <a:pt x="0" y="76613"/>
                  </a:moveTo>
                  <a:cubicBezTo>
                    <a:pt x="0" y="50885"/>
                    <a:pt x="13150" y="34876"/>
                    <a:pt x="32589" y="34876"/>
                  </a:cubicBezTo>
                  <a:cubicBezTo>
                    <a:pt x="42594" y="34876"/>
                    <a:pt x="50599" y="39164"/>
                    <a:pt x="55744" y="45739"/>
                  </a:cubicBezTo>
                  <a:lnTo>
                    <a:pt x="56030" y="45739"/>
                  </a:lnTo>
                  <a:lnTo>
                    <a:pt x="56030" y="4574"/>
                  </a:lnTo>
                  <a:lnTo>
                    <a:pt x="74612" y="0"/>
                  </a:lnTo>
                  <a:lnTo>
                    <a:pt x="74612" y="116920"/>
                  </a:lnTo>
                  <a:lnTo>
                    <a:pt x="56316" y="116920"/>
                  </a:lnTo>
                  <a:lnTo>
                    <a:pt x="56316" y="107486"/>
                  </a:lnTo>
                  <a:lnTo>
                    <a:pt x="56030" y="107486"/>
                  </a:lnTo>
                  <a:cubicBezTo>
                    <a:pt x="50313" y="114633"/>
                    <a:pt x="42023" y="118921"/>
                    <a:pt x="32017" y="118921"/>
                  </a:cubicBezTo>
                  <a:cubicBezTo>
                    <a:pt x="13150" y="118635"/>
                    <a:pt x="0" y="102341"/>
                    <a:pt x="0" y="76613"/>
                  </a:cubicBezTo>
                  <a:close/>
                  <a:moveTo>
                    <a:pt x="18296" y="76613"/>
                  </a:moveTo>
                  <a:cubicBezTo>
                    <a:pt x="18296" y="92907"/>
                    <a:pt x="25156" y="102341"/>
                    <a:pt x="36877" y="102341"/>
                  </a:cubicBezTo>
                  <a:cubicBezTo>
                    <a:pt x="44024" y="102341"/>
                    <a:pt x="50027" y="98910"/>
                    <a:pt x="56030" y="91764"/>
                  </a:cubicBezTo>
                  <a:lnTo>
                    <a:pt x="56030" y="62319"/>
                  </a:lnTo>
                  <a:cubicBezTo>
                    <a:pt x="50599" y="55173"/>
                    <a:pt x="44595" y="51742"/>
                    <a:pt x="36877" y="51742"/>
                  </a:cubicBezTo>
                  <a:cubicBezTo>
                    <a:pt x="24871" y="51742"/>
                    <a:pt x="18296" y="60604"/>
                    <a:pt x="18296" y="76613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7" name="Freihandform: Form 96">
              <a:extLst>
                <a:ext uri="{FF2B5EF4-FFF2-40B4-BE49-F238E27FC236}">
                  <a16:creationId xmlns:a16="http://schemas.microsoft.com/office/drawing/2014/main" id="{987E1F0B-9C57-4D9C-B2D7-511921F951FC}"/>
                </a:ext>
              </a:extLst>
            </p:cNvPr>
            <p:cNvSpPr/>
            <p:nvPr/>
          </p:nvSpPr>
          <p:spPr>
            <a:xfrm>
              <a:off x="2020826" y="-108335"/>
              <a:ext cx="48025" cy="81831"/>
            </a:xfrm>
            <a:custGeom>
              <a:avLst/>
              <a:gdLst>
                <a:gd name="connsiteX0" fmla="*/ 48026 w 48025"/>
                <a:gd name="connsiteY0" fmla="*/ 1502 h 81831"/>
                <a:gd name="connsiteX1" fmla="*/ 45167 w 48025"/>
                <a:gd name="connsiteY1" fmla="*/ 20655 h 81831"/>
                <a:gd name="connsiteX2" fmla="*/ 34876 w 48025"/>
                <a:gd name="connsiteY2" fmla="*/ 18083 h 81831"/>
                <a:gd name="connsiteX3" fmla="*/ 18581 w 48025"/>
                <a:gd name="connsiteY3" fmla="*/ 40666 h 81831"/>
                <a:gd name="connsiteX4" fmla="*/ 18581 w 48025"/>
                <a:gd name="connsiteY4" fmla="*/ 81831 h 81831"/>
                <a:gd name="connsiteX5" fmla="*/ 0 w 48025"/>
                <a:gd name="connsiteY5" fmla="*/ 81831 h 81831"/>
                <a:gd name="connsiteX6" fmla="*/ 0 w 48025"/>
                <a:gd name="connsiteY6" fmla="*/ 1788 h 81831"/>
                <a:gd name="connsiteX7" fmla="*/ 18296 w 48025"/>
                <a:gd name="connsiteY7" fmla="*/ 1788 h 81831"/>
                <a:gd name="connsiteX8" fmla="*/ 18296 w 48025"/>
                <a:gd name="connsiteY8" fmla="*/ 12079 h 81831"/>
                <a:gd name="connsiteX9" fmla="*/ 18581 w 48025"/>
                <a:gd name="connsiteY9" fmla="*/ 12079 h 81831"/>
                <a:gd name="connsiteX10" fmla="*/ 39450 w 48025"/>
                <a:gd name="connsiteY10" fmla="*/ 73 h 81831"/>
                <a:gd name="connsiteX11" fmla="*/ 48026 w 48025"/>
                <a:gd name="connsiteY11" fmla="*/ 1502 h 81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025" h="81831">
                  <a:moveTo>
                    <a:pt x="48026" y="1502"/>
                  </a:moveTo>
                  <a:lnTo>
                    <a:pt x="45167" y="20655"/>
                  </a:lnTo>
                  <a:cubicBezTo>
                    <a:pt x="42308" y="19226"/>
                    <a:pt x="38878" y="18083"/>
                    <a:pt x="34876" y="18083"/>
                  </a:cubicBezTo>
                  <a:cubicBezTo>
                    <a:pt x="22012" y="18083"/>
                    <a:pt x="18581" y="28374"/>
                    <a:pt x="18581" y="40666"/>
                  </a:cubicBezTo>
                  <a:lnTo>
                    <a:pt x="18581" y="81831"/>
                  </a:lnTo>
                  <a:lnTo>
                    <a:pt x="0" y="81831"/>
                  </a:lnTo>
                  <a:lnTo>
                    <a:pt x="0" y="1788"/>
                  </a:lnTo>
                  <a:lnTo>
                    <a:pt x="18296" y="1788"/>
                  </a:lnTo>
                  <a:lnTo>
                    <a:pt x="18296" y="12079"/>
                  </a:lnTo>
                  <a:lnTo>
                    <a:pt x="18581" y="12079"/>
                  </a:lnTo>
                  <a:cubicBezTo>
                    <a:pt x="22869" y="4647"/>
                    <a:pt x="30302" y="73"/>
                    <a:pt x="39450" y="73"/>
                  </a:cubicBezTo>
                  <a:cubicBezTo>
                    <a:pt x="42023" y="-213"/>
                    <a:pt x="45167" y="359"/>
                    <a:pt x="48026" y="150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8" name="Freihandform: Form 97">
              <a:extLst>
                <a:ext uri="{FF2B5EF4-FFF2-40B4-BE49-F238E27FC236}">
                  <a16:creationId xmlns:a16="http://schemas.microsoft.com/office/drawing/2014/main" id="{8CAC408F-20D5-4009-9FE9-636E1E424843}"/>
                </a:ext>
              </a:extLst>
            </p:cNvPr>
            <p:cNvSpPr/>
            <p:nvPr/>
          </p:nvSpPr>
          <p:spPr>
            <a:xfrm>
              <a:off x="2082002" y="-141994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440 w 23727"/>
                <a:gd name="connsiteY5" fmla="*/ 115491 h 115490"/>
                <a:gd name="connsiteX6" fmla="*/ 2859 w 23727"/>
                <a:gd name="connsiteY6" fmla="*/ 115491 h 115490"/>
                <a:gd name="connsiteX7" fmla="*/ 2859 w 23727"/>
                <a:gd name="connsiteY7" fmla="*/ 35448 h 115490"/>
                <a:gd name="connsiteX8" fmla="*/ 21440 w 23727"/>
                <a:gd name="connsiteY8" fmla="*/ 35448 h 115490"/>
                <a:gd name="connsiteX9" fmla="*/ 21440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296"/>
                    <a:pt x="0" y="11435"/>
                  </a:cubicBezTo>
                  <a:cubicBezTo>
                    <a:pt x="0" y="4860"/>
                    <a:pt x="5431" y="0"/>
                    <a:pt x="11721" y="0"/>
                  </a:cubicBezTo>
                  <a:cubicBezTo>
                    <a:pt x="18581" y="0"/>
                    <a:pt x="23727" y="4860"/>
                    <a:pt x="23727" y="11435"/>
                  </a:cubicBezTo>
                  <a:close/>
                  <a:moveTo>
                    <a:pt x="21440" y="115491"/>
                  </a:moveTo>
                  <a:lnTo>
                    <a:pt x="2859" y="115491"/>
                  </a:lnTo>
                  <a:lnTo>
                    <a:pt x="2859" y="35448"/>
                  </a:lnTo>
                  <a:lnTo>
                    <a:pt x="21440" y="35448"/>
                  </a:lnTo>
                  <a:lnTo>
                    <a:pt x="21440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9" name="Freihandform: Form 98">
              <a:extLst>
                <a:ext uri="{FF2B5EF4-FFF2-40B4-BE49-F238E27FC236}">
                  <a16:creationId xmlns:a16="http://schemas.microsoft.com/office/drawing/2014/main" id="{27B03157-5209-4144-8828-5793E615083D}"/>
                </a:ext>
              </a:extLst>
            </p:cNvPr>
            <p:cNvSpPr/>
            <p:nvPr/>
          </p:nvSpPr>
          <p:spPr>
            <a:xfrm>
              <a:off x="2123453" y="-108548"/>
              <a:ext cx="67464" cy="84045"/>
            </a:xfrm>
            <a:custGeom>
              <a:avLst/>
              <a:gdLst>
                <a:gd name="connsiteX0" fmla="*/ 66893 w 67464"/>
                <a:gd name="connsiteY0" fmla="*/ 71181 h 84045"/>
                <a:gd name="connsiteX1" fmla="*/ 38306 w 67464"/>
                <a:gd name="connsiteY1" fmla="*/ 84045 h 84045"/>
                <a:gd name="connsiteX2" fmla="*/ 0 w 67464"/>
                <a:gd name="connsiteY2" fmla="*/ 42308 h 84045"/>
                <a:gd name="connsiteX3" fmla="*/ 38592 w 67464"/>
                <a:gd name="connsiteY3" fmla="*/ 0 h 84045"/>
                <a:gd name="connsiteX4" fmla="*/ 67465 w 67464"/>
                <a:gd name="connsiteY4" fmla="*/ 13722 h 84045"/>
                <a:gd name="connsiteX5" fmla="*/ 54601 w 67464"/>
                <a:gd name="connsiteY5" fmla="*/ 26014 h 84045"/>
                <a:gd name="connsiteX6" fmla="*/ 38592 w 67464"/>
                <a:gd name="connsiteY6" fmla="*/ 17152 h 84045"/>
                <a:gd name="connsiteX7" fmla="*/ 18867 w 67464"/>
                <a:gd name="connsiteY7" fmla="*/ 42023 h 84045"/>
                <a:gd name="connsiteX8" fmla="*/ 38592 w 67464"/>
                <a:gd name="connsiteY8" fmla="*/ 66893 h 84045"/>
                <a:gd name="connsiteX9" fmla="*/ 55173 w 67464"/>
                <a:gd name="connsiteY9" fmla="*/ 58031 h 84045"/>
                <a:gd name="connsiteX10" fmla="*/ 66893 w 67464"/>
                <a:gd name="connsiteY10" fmla="*/ 7118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7464" h="84045">
                  <a:moveTo>
                    <a:pt x="66893" y="71181"/>
                  </a:moveTo>
                  <a:cubicBezTo>
                    <a:pt x="58889" y="80043"/>
                    <a:pt x="49741" y="84045"/>
                    <a:pt x="38306" y="84045"/>
                  </a:cubicBezTo>
                  <a:cubicBezTo>
                    <a:pt x="15437" y="84045"/>
                    <a:pt x="0" y="67465"/>
                    <a:pt x="0" y="42308"/>
                  </a:cubicBezTo>
                  <a:cubicBezTo>
                    <a:pt x="0" y="17152"/>
                    <a:pt x="15437" y="0"/>
                    <a:pt x="38592" y="0"/>
                  </a:cubicBezTo>
                  <a:cubicBezTo>
                    <a:pt x="50599" y="0"/>
                    <a:pt x="60318" y="4574"/>
                    <a:pt x="67465" y="13722"/>
                  </a:cubicBezTo>
                  <a:lnTo>
                    <a:pt x="54601" y="26014"/>
                  </a:lnTo>
                  <a:cubicBezTo>
                    <a:pt x="50027" y="20011"/>
                    <a:pt x="44881" y="17152"/>
                    <a:pt x="38592" y="17152"/>
                  </a:cubicBezTo>
                  <a:cubicBezTo>
                    <a:pt x="26872" y="17152"/>
                    <a:pt x="18867" y="26872"/>
                    <a:pt x="18867" y="42023"/>
                  </a:cubicBezTo>
                  <a:cubicBezTo>
                    <a:pt x="18867" y="56888"/>
                    <a:pt x="26872" y="66893"/>
                    <a:pt x="38592" y="66893"/>
                  </a:cubicBezTo>
                  <a:cubicBezTo>
                    <a:pt x="44881" y="66893"/>
                    <a:pt x="50027" y="64034"/>
                    <a:pt x="55173" y="58031"/>
                  </a:cubicBezTo>
                  <a:lnTo>
                    <a:pt x="66893" y="7118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0" name="Freihandform: Form 99">
              <a:extLst>
                <a:ext uri="{FF2B5EF4-FFF2-40B4-BE49-F238E27FC236}">
                  <a16:creationId xmlns:a16="http://schemas.microsoft.com/office/drawing/2014/main" id="{86F7975E-24ED-477C-9C39-16B97BE788A6}"/>
                </a:ext>
              </a:extLst>
            </p:cNvPr>
            <p:cNvSpPr/>
            <p:nvPr/>
          </p:nvSpPr>
          <p:spPr>
            <a:xfrm>
              <a:off x="2206927" y="-143138"/>
              <a:ext cx="68894" cy="116920"/>
            </a:xfrm>
            <a:custGeom>
              <a:avLst/>
              <a:gdLst>
                <a:gd name="connsiteX0" fmla="*/ 68894 w 68894"/>
                <a:gd name="connsiteY0" fmla="*/ 116634 h 116920"/>
                <a:gd name="connsiteX1" fmla="*/ 50313 w 68894"/>
                <a:gd name="connsiteY1" fmla="*/ 116634 h 116920"/>
                <a:gd name="connsiteX2" fmla="*/ 50313 w 68894"/>
                <a:gd name="connsiteY2" fmla="*/ 70895 h 116920"/>
                <a:gd name="connsiteX3" fmla="*/ 35448 w 68894"/>
                <a:gd name="connsiteY3" fmla="*/ 51456 h 116920"/>
                <a:gd name="connsiteX4" fmla="*/ 18867 w 68894"/>
                <a:gd name="connsiteY4" fmla="*/ 70895 h 116920"/>
                <a:gd name="connsiteX5" fmla="*/ 18867 w 68894"/>
                <a:gd name="connsiteY5" fmla="*/ 116920 h 116920"/>
                <a:gd name="connsiteX6" fmla="*/ 0 w 68894"/>
                <a:gd name="connsiteY6" fmla="*/ 116920 h 116920"/>
                <a:gd name="connsiteX7" fmla="*/ 0 w 68894"/>
                <a:gd name="connsiteY7" fmla="*/ 4574 h 116920"/>
                <a:gd name="connsiteX8" fmla="*/ 18581 w 68894"/>
                <a:gd name="connsiteY8" fmla="*/ 0 h 116920"/>
                <a:gd name="connsiteX9" fmla="*/ 18581 w 68894"/>
                <a:gd name="connsiteY9" fmla="*/ 46597 h 116920"/>
                <a:gd name="connsiteX10" fmla="*/ 18867 w 68894"/>
                <a:gd name="connsiteY10" fmla="*/ 46597 h 116920"/>
                <a:gd name="connsiteX11" fmla="*/ 42308 w 68894"/>
                <a:gd name="connsiteY11" fmla="*/ 34876 h 116920"/>
                <a:gd name="connsiteX12" fmla="*/ 68608 w 68894"/>
                <a:gd name="connsiteY12" fmla="*/ 67179 h 116920"/>
                <a:gd name="connsiteX13" fmla="*/ 68608 w 68894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894" h="116920">
                  <a:moveTo>
                    <a:pt x="68894" y="116634"/>
                  </a:moveTo>
                  <a:lnTo>
                    <a:pt x="50313" y="116634"/>
                  </a:lnTo>
                  <a:lnTo>
                    <a:pt x="50313" y="70895"/>
                  </a:lnTo>
                  <a:cubicBezTo>
                    <a:pt x="50313" y="59175"/>
                    <a:pt x="46596" y="51456"/>
                    <a:pt x="35448" y="51456"/>
                  </a:cubicBezTo>
                  <a:cubicBezTo>
                    <a:pt x="22584" y="51456"/>
                    <a:pt x="18867" y="61748"/>
                    <a:pt x="18867" y="70895"/>
                  </a:cubicBezTo>
                  <a:lnTo>
                    <a:pt x="18867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7"/>
                  </a:lnTo>
                  <a:lnTo>
                    <a:pt x="18867" y="46597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1" name="Freihandform: Form 100">
              <a:extLst>
                <a:ext uri="{FF2B5EF4-FFF2-40B4-BE49-F238E27FC236}">
                  <a16:creationId xmlns:a16="http://schemas.microsoft.com/office/drawing/2014/main" id="{CD367CB3-6980-455A-9069-8152DD40E3CC}"/>
                </a:ext>
              </a:extLst>
            </p:cNvPr>
            <p:cNvSpPr/>
            <p:nvPr/>
          </p:nvSpPr>
          <p:spPr>
            <a:xfrm>
              <a:off x="2297261" y="-84249"/>
              <a:ext cx="39163" cy="17723"/>
            </a:xfrm>
            <a:custGeom>
              <a:avLst/>
              <a:gdLst>
                <a:gd name="connsiteX0" fmla="*/ 39164 w 39163"/>
                <a:gd name="connsiteY0" fmla="*/ 17724 h 17723"/>
                <a:gd name="connsiteX1" fmla="*/ 0 w 39163"/>
                <a:gd name="connsiteY1" fmla="*/ 17724 h 17723"/>
                <a:gd name="connsiteX2" fmla="*/ 0 w 39163"/>
                <a:gd name="connsiteY2" fmla="*/ 0 h 17723"/>
                <a:gd name="connsiteX3" fmla="*/ 39164 w 39163"/>
                <a:gd name="connsiteY3" fmla="*/ 0 h 17723"/>
                <a:gd name="connsiteX4" fmla="*/ 39164 w 39163"/>
                <a:gd name="connsiteY4" fmla="*/ 17724 h 17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163" h="17723">
                  <a:moveTo>
                    <a:pt x="39164" y="17724"/>
                  </a:moveTo>
                  <a:lnTo>
                    <a:pt x="0" y="17724"/>
                  </a:lnTo>
                  <a:lnTo>
                    <a:pt x="0" y="0"/>
                  </a:lnTo>
                  <a:lnTo>
                    <a:pt x="39164" y="0"/>
                  </a:lnTo>
                  <a:lnTo>
                    <a:pt x="39164" y="1772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2" name="Freihandform: Form 101">
              <a:extLst>
                <a:ext uri="{FF2B5EF4-FFF2-40B4-BE49-F238E27FC236}">
                  <a16:creationId xmlns:a16="http://schemas.microsoft.com/office/drawing/2014/main" id="{FACE9DBF-00F9-4558-A639-53F0D6D09738}"/>
                </a:ext>
              </a:extLst>
            </p:cNvPr>
            <p:cNvSpPr/>
            <p:nvPr/>
          </p:nvSpPr>
          <p:spPr>
            <a:xfrm>
              <a:off x="2346430" y="-137135"/>
              <a:ext cx="102912" cy="110630"/>
            </a:xfrm>
            <a:custGeom>
              <a:avLst/>
              <a:gdLst>
                <a:gd name="connsiteX0" fmla="*/ 40879 w 102912"/>
                <a:gd name="connsiteY0" fmla="*/ 0 h 110630"/>
                <a:gd name="connsiteX1" fmla="*/ 61748 w 102912"/>
                <a:gd name="connsiteY1" fmla="*/ 0 h 110630"/>
                <a:gd name="connsiteX2" fmla="*/ 102912 w 102912"/>
                <a:gd name="connsiteY2" fmla="*/ 110631 h 110630"/>
                <a:gd name="connsiteX3" fmla="*/ 81472 w 102912"/>
                <a:gd name="connsiteY3" fmla="*/ 110631 h 110630"/>
                <a:gd name="connsiteX4" fmla="*/ 73468 w 102912"/>
                <a:gd name="connsiteY4" fmla="*/ 87190 h 110630"/>
                <a:gd name="connsiteX5" fmla="*/ 28873 w 102912"/>
                <a:gd name="connsiteY5" fmla="*/ 87190 h 110630"/>
                <a:gd name="connsiteX6" fmla="*/ 20868 w 102912"/>
                <a:gd name="connsiteY6" fmla="*/ 110631 h 110630"/>
                <a:gd name="connsiteX7" fmla="*/ 0 w 102912"/>
                <a:gd name="connsiteY7" fmla="*/ 110631 h 110630"/>
                <a:gd name="connsiteX8" fmla="*/ 40879 w 102912"/>
                <a:gd name="connsiteY8" fmla="*/ 0 h 110630"/>
                <a:gd name="connsiteX9" fmla="*/ 34876 w 102912"/>
                <a:gd name="connsiteY9" fmla="*/ 69466 h 110630"/>
                <a:gd name="connsiteX10" fmla="*/ 67179 w 102912"/>
                <a:gd name="connsiteY10" fmla="*/ 69466 h 110630"/>
                <a:gd name="connsiteX11" fmla="*/ 51170 w 102912"/>
                <a:gd name="connsiteY11" fmla="*/ 22584 h 110630"/>
                <a:gd name="connsiteX12" fmla="*/ 50885 w 102912"/>
                <a:gd name="connsiteY12" fmla="*/ 22584 h 110630"/>
                <a:gd name="connsiteX13" fmla="*/ 34876 w 102912"/>
                <a:gd name="connsiteY13" fmla="*/ 69466 h 110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2912" h="110630">
                  <a:moveTo>
                    <a:pt x="40879" y="0"/>
                  </a:moveTo>
                  <a:lnTo>
                    <a:pt x="61748" y="0"/>
                  </a:lnTo>
                  <a:lnTo>
                    <a:pt x="102912" y="110631"/>
                  </a:lnTo>
                  <a:lnTo>
                    <a:pt x="81472" y="110631"/>
                  </a:lnTo>
                  <a:lnTo>
                    <a:pt x="73468" y="87190"/>
                  </a:lnTo>
                  <a:lnTo>
                    <a:pt x="28873" y="87190"/>
                  </a:lnTo>
                  <a:lnTo>
                    <a:pt x="20868" y="110631"/>
                  </a:lnTo>
                  <a:lnTo>
                    <a:pt x="0" y="110631"/>
                  </a:lnTo>
                  <a:lnTo>
                    <a:pt x="40879" y="0"/>
                  </a:lnTo>
                  <a:close/>
                  <a:moveTo>
                    <a:pt x="34876" y="69466"/>
                  </a:moveTo>
                  <a:lnTo>
                    <a:pt x="67179" y="69466"/>
                  </a:lnTo>
                  <a:lnTo>
                    <a:pt x="51170" y="22584"/>
                  </a:lnTo>
                  <a:lnTo>
                    <a:pt x="50885" y="22584"/>
                  </a:lnTo>
                  <a:lnTo>
                    <a:pt x="34876" y="69466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3" name="Freihandform: Form 102">
              <a:extLst>
                <a:ext uri="{FF2B5EF4-FFF2-40B4-BE49-F238E27FC236}">
                  <a16:creationId xmlns:a16="http://schemas.microsoft.com/office/drawing/2014/main" id="{22C0DBBE-131F-47DA-8BAB-9240DF19403B}"/>
                </a:ext>
              </a:extLst>
            </p:cNvPr>
            <p:cNvSpPr/>
            <p:nvPr/>
          </p:nvSpPr>
          <p:spPr>
            <a:xfrm>
              <a:off x="2465923" y="-143138"/>
              <a:ext cx="18581" cy="116634"/>
            </a:xfrm>
            <a:custGeom>
              <a:avLst/>
              <a:gdLst>
                <a:gd name="connsiteX0" fmla="*/ 18581 w 18581"/>
                <a:gd name="connsiteY0" fmla="*/ 116634 h 116634"/>
                <a:gd name="connsiteX1" fmla="*/ 0 w 18581"/>
                <a:gd name="connsiteY1" fmla="*/ 116634 h 116634"/>
                <a:gd name="connsiteX2" fmla="*/ 0 w 18581"/>
                <a:gd name="connsiteY2" fmla="*/ 4288 h 116634"/>
                <a:gd name="connsiteX3" fmla="*/ 18581 w 18581"/>
                <a:gd name="connsiteY3" fmla="*/ 0 h 116634"/>
                <a:gd name="connsiteX4" fmla="*/ 18581 w 18581"/>
                <a:gd name="connsiteY4" fmla="*/ 116634 h 116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81" h="116634">
                  <a:moveTo>
                    <a:pt x="18581" y="116634"/>
                  </a:moveTo>
                  <a:lnTo>
                    <a:pt x="0" y="116634"/>
                  </a:lnTo>
                  <a:lnTo>
                    <a:pt x="0" y="4288"/>
                  </a:lnTo>
                  <a:lnTo>
                    <a:pt x="18581" y="0"/>
                  </a:lnTo>
                  <a:lnTo>
                    <a:pt x="18581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4" name="Freihandform: Form 103">
              <a:extLst>
                <a:ext uri="{FF2B5EF4-FFF2-40B4-BE49-F238E27FC236}">
                  <a16:creationId xmlns:a16="http://schemas.microsoft.com/office/drawing/2014/main" id="{723679D3-C939-4A79-9FDA-0DCBEC856774}"/>
                </a:ext>
              </a:extLst>
            </p:cNvPr>
            <p:cNvSpPr/>
            <p:nvPr/>
          </p:nvSpPr>
          <p:spPr>
            <a:xfrm>
              <a:off x="2504515" y="-108262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0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2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0" y="46025"/>
                    <a:pt x="72610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2028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2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7157" y="15151"/>
                    <a:pt x="20582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5" name="Freihandform: Form 104">
              <a:extLst>
                <a:ext uri="{FF2B5EF4-FFF2-40B4-BE49-F238E27FC236}">
                  <a16:creationId xmlns:a16="http://schemas.microsoft.com/office/drawing/2014/main" id="{56C4EF18-768F-4988-8404-D738609C4217}"/>
                </a:ext>
              </a:extLst>
            </p:cNvPr>
            <p:cNvSpPr/>
            <p:nvPr/>
          </p:nvSpPr>
          <p:spPr>
            <a:xfrm>
              <a:off x="2587703" y="-106547"/>
              <a:ext cx="76612" cy="80043"/>
            </a:xfrm>
            <a:custGeom>
              <a:avLst/>
              <a:gdLst>
                <a:gd name="connsiteX0" fmla="*/ 76613 w 76612"/>
                <a:gd name="connsiteY0" fmla="*/ 80043 h 80043"/>
                <a:gd name="connsiteX1" fmla="*/ 55172 w 76612"/>
                <a:gd name="connsiteY1" fmla="*/ 80043 h 80043"/>
                <a:gd name="connsiteX2" fmla="*/ 38020 w 76612"/>
                <a:gd name="connsiteY2" fmla="*/ 52314 h 80043"/>
                <a:gd name="connsiteX3" fmla="*/ 37735 w 76612"/>
                <a:gd name="connsiteY3" fmla="*/ 52314 h 80043"/>
                <a:gd name="connsiteX4" fmla="*/ 21154 w 76612"/>
                <a:gd name="connsiteY4" fmla="*/ 80043 h 80043"/>
                <a:gd name="connsiteX5" fmla="*/ 0 w 76612"/>
                <a:gd name="connsiteY5" fmla="*/ 80043 h 80043"/>
                <a:gd name="connsiteX6" fmla="*/ 27443 w 76612"/>
                <a:gd name="connsiteY6" fmla="*/ 38592 h 80043"/>
                <a:gd name="connsiteX7" fmla="*/ 2001 w 76612"/>
                <a:gd name="connsiteY7" fmla="*/ 0 h 80043"/>
                <a:gd name="connsiteX8" fmla="*/ 23155 w 76612"/>
                <a:gd name="connsiteY8" fmla="*/ 0 h 80043"/>
                <a:gd name="connsiteX9" fmla="*/ 38306 w 76612"/>
                <a:gd name="connsiteY9" fmla="*/ 24585 h 80043"/>
                <a:gd name="connsiteX10" fmla="*/ 38592 w 76612"/>
                <a:gd name="connsiteY10" fmla="*/ 24585 h 80043"/>
                <a:gd name="connsiteX11" fmla="*/ 53457 w 76612"/>
                <a:gd name="connsiteY11" fmla="*/ 0 h 80043"/>
                <a:gd name="connsiteX12" fmla="*/ 74326 w 76612"/>
                <a:gd name="connsiteY12" fmla="*/ 0 h 80043"/>
                <a:gd name="connsiteX13" fmla="*/ 49169 w 76612"/>
                <a:gd name="connsiteY13" fmla="*/ 38306 h 80043"/>
                <a:gd name="connsiteX14" fmla="*/ 76613 w 76612"/>
                <a:gd name="connsiteY14" fmla="*/ 80043 h 80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612" h="80043">
                  <a:moveTo>
                    <a:pt x="76613" y="80043"/>
                  </a:moveTo>
                  <a:lnTo>
                    <a:pt x="55172" y="80043"/>
                  </a:lnTo>
                  <a:lnTo>
                    <a:pt x="38020" y="52314"/>
                  </a:lnTo>
                  <a:lnTo>
                    <a:pt x="37735" y="52314"/>
                  </a:lnTo>
                  <a:lnTo>
                    <a:pt x="21154" y="80043"/>
                  </a:lnTo>
                  <a:lnTo>
                    <a:pt x="0" y="80043"/>
                  </a:lnTo>
                  <a:lnTo>
                    <a:pt x="27443" y="38592"/>
                  </a:lnTo>
                  <a:lnTo>
                    <a:pt x="2001" y="0"/>
                  </a:lnTo>
                  <a:lnTo>
                    <a:pt x="23155" y="0"/>
                  </a:lnTo>
                  <a:lnTo>
                    <a:pt x="38306" y="24585"/>
                  </a:lnTo>
                  <a:lnTo>
                    <a:pt x="38592" y="24585"/>
                  </a:lnTo>
                  <a:lnTo>
                    <a:pt x="53457" y="0"/>
                  </a:lnTo>
                  <a:lnTo>
                    <a:pt x="74326" y="0"/>
                  </a:lnTo>
                  <a:lnTo>
                    <a:pt x="49169" y="38306"/>
                  </a:lnTo>
                  <a:lnTo>
                    <a:pt x="76613" y="80043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6" name="Freihandform: Form 105">
              <a:extLst>
                <a:ext uri="{FF2B5EF4-FFF2-40B4-BE49-F238E27FC236}">
                  <a16:creationId xmlns:a16="http://schemas.microsoft.com/office/drawing/2014/main" id="{7AB761FB-6534-48CC-96E4-97072970BE50}"/>
                </a:ext>
              </a:extLst>
            </p:cNvPr>
            <p:cNvSpPr/>
            <p:nvPr/>
          </p:nvSpPr>
          <p:spPr>
            <a:xfrm>
              <a:off x="2674316" y="-108262"/>
              <a:ext cx="67755" cy="83759"/>
            </a:xfrm>
            <a:custGeom>
              <a:avLst/>
              <a:gdLst>
                <a:gd name="connsiteX0" fmla="*/ 34309 w 67755"/>
                <a:gd name="connsiteY0" fmla="*/ 32303 h 83759"/>
                <a:gd name="connsiteX1" fmla="*/ 49460 w 67755"/>
                <a:gd name="connsiteY1" fmla="*/ 34018 h 83759"/>
                <a:gd name="connsiteX2" fmla="*/ 49460 w 67755"/>
                <a:gd name="connsiteY2" fmla="*/ 31160 h 83759"/>
                <a:gd name="connsiteX3" fmla="*/ 31736 w 67755"/>
                <a:gd name="connsiteY3" fmla="*/ 15723 h 83759"/>
                <a:gd name="connsiteX4" fmla="*/ 11440 w 67755"/>
                <a:gd name="connsiteY4" fmla="*/ 20297 h 83759"/>
                <a:gd name="connsiteX5" fmla="*/ 7438 w 67755"/>
                <a:gd name="connsiteY5" fmla="*/ 4574 h 83759"/>
                <a:gd name="connsiteX6" fmla="*/ 33737 w 67755"/>
                <a:gd name="connsiteY6" fmla="*/ 0 h 83759"/>
                <a:gd name="connsiteX7" fmla="*/ 67756 w 67755"/>
                <a:gd name="connsiteY7" fmla="*/ 30874 h 83759"/>
                <a:gd name="connsiteX8" fmla="*/ 67756 w 67755"/>
                <a:gd name="connsiteY8" fmla="*/ 82044 h 83759"/>
                <a:gd name="connsiteX9" fmla="*/ 50032 w 67755"/>
                <a:gd name="connsiteY9" fmla="*/ 82044 h 83759"/>
                <a:gd name="connsiteX10" fmla="*/ 50032 w 67755"/>
                <a:gd name="connsiteY10" fmla="*/ 73468 h 83759"/>
                <a:gd name="connsiteX11" fmla="*/ 49746 w 67755"/>
                <a:gd name="connsiteY11" fmla="*/ 73468 h 83759"/>
                <a:gd name="connsiteX12" fmla="*/ 26305 w 67755"/>
                <a:gd name="connsiteY12" fmla="*/ 83759 h 83759"/>
                <a:gd name="connsiteX13" fmla="*/ 5 w 67755"/>
                <a:gd name="connsiteY13" fmla="*/ 58317 h 83759"/>
                <a:gd name="connsiteX14" fmla="*/ 34309 w 67755"/>
                <a:gd name="connsiteY14" fmla="*/ 32303 h 83759"/>
                <a:gd name="connsiteX15" fmla="*/ 31165 w 67755"/>
                <a:gd name="connsiteY15" fmla="*/ 69752 h 83759"/>
                <a:gd name="connsiteX16" fmla="*/ 49460 w 67755"/>
                <a:gd name="connsiteY16" fmla="*/ 60032 h 83759"/>
                <a:gd name="connsiteX17" fmla="*/ 49460 w 67755"/>
                <a:gd name="connsiteY17" fmla="*/ 46311 h 83759"/>
                <a:gd name="connsiteX18" fmla="*/ 36310 w 67755"/>
                <a:gd name="connsiteY18" fmla="*/ 44881 h 83759"/>
                <a:gd name="connsiteX19" fmla="*/ 17729 w 67755"/>
                <a:gd name="connsiteY19" fmla="*/ 58031 h 83759"/>
                <a:gd name="connsiteX20" fmla="*/ 31165 w 67755"/>
                <a:gd name="connsiteY20" fmla="*/ 69752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7755" h="83759">
                  <a:moveTo>
                    <a:pt x="34309" y="32303"/>
                  </a:moveTo>
                  <a:cubicBezTo>
                    <a:pt x="39455" y="32303"/>
                    <a:pt x="44315" y="32589"/>
                    <a:pt x="49460" y="34018"/>
                  </a:cubicBezTo>
                  <a:lnTo>
                    <a:pt x="49460" y="31160"/>
                  </a:lnTo>
                  <a:cubicBezTo>
                    <a:pt x="49460" y="20868"/>
                    <a:pt x="43457" y="15723"/>
                    <a:pt x="31736" y="15723"/>
                  </a:cubicBezTo>
                  <a:cubicBezTo>
                    <a:pt x="25161" y="15723"/>
                    <a:pt x="18015" y="17152"/>
                    <a:pt x="11440" y="20297"/>
                  </a:cubicBezTo>
                  <a:lnTo>
                    <a:pt x="7438" y="4574"/>
                  </a:lnTo>
                  <a:cubicBezTo>
                    <a:pt x="14870" y="1715"/>
                    <a:pt x="24590" y="0"/>
                    <a:pt x="33737" y="0"/>
                  </a:cubicBezTo>
                  <a:cubicBezTo>
                    <a:pt x="56321" y="0"/>
                    <a:pt x="67756" y="10577"/>
                    <a:pt x="67756" y="30874"/>
                  </a:cubicBezTo>
                  <a:lnTo>
                    <a:pt x="67756" y="82044"/>
                  </a:lnTo>
                  <a:lnTo>
                    <a:pt x="50032" y="82044"/>
                  </a:lnTo>
                  <a:lnTo>
                    <a:pt x="50032" y="73468"/>
                  </a:lnTo>
                  <a:lnTo>
                    <a:pt x="49746" y="73468"/>
                  </a:lnTo>
                  <a:cubicBezTo>
                    <a:pt x="42885" y="80615"/>
                    <a:pt x="35738" y="83759"/>
                    <a:pt x="26305" y="83759"/>
                  </a:cubicBezTo>
                  <a:cubicBezTo>
                    <a:pt x="10296" y="83759"/>
                    <a:pt x="5" y="73754"/>
                    <a:pt x="5" y="58317"/>
                  </a:cubicBezTo>
                  <a:cubicBezTo>
                    <a:pt x="-281" y="41451"/>
                    <a:pt x="11726" y="32303"/>
                    <a:pt x="34309" y="32303"/>
                  </a:cubicBezTo>
                  <a:close/>
                  <a:moveTo>
                    <a:pt x="31165" y="69752"/>
                  </a:moveTo>
                  <a:cubicBezTo>
                    <a:pt x="38025" y="69752"/>
                    <a:pt x="44315" y="66321"/>
                    <a:pt x="49460" y="60032"/>
                  </a:cubicBezTo>
                  <a:lnTo>
                    <a:pt x="49460" y="46311"/>
                  </a:lnTo>
                  <a:cubicBezTo>
                    <a:pt x="45172" y="45167"/>
                    <a:pt x="40598" y="44881"/>
                    <a:pt x="36310" y="44881"/>
                  </a:cubicBezTo>
                  <a:cubicBezTo>
                    <a:pt x="24590" y="44881"/>
                    <a:pt x="17729" y="49455"/>
                    <a:pt x="17729" y="58031"/>
                  </a:cubicBezTo>
                  <a:cubicBezTo>
                    <a:pt x="17729" y="65178"/>
                    <a:pt x="22874" y="69752"/>
                    <a:pt x="31165" y="6975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7" name="Freihandform: Form 106">
              <a:extLst>
                <a:ext uri="{FF2B5EF4-FFF2-40B4-BE49-F238E27FC236}">
                  <a16:creationId xmlns:a16="http://schemas.microsoft.com/office/drawing/2014/main" id="{252D4282-8C0C-4BC9-B2D5-889BAE0B9BF8}"/>
                </a:ext>
              </a:extLst>
            </p:cNvPr>
            <p:cNvSpPr/>
            <p:nvPr/>
          </p:nvSpPr>
          <p:spPr>
            <a:xfrm>
              <a:off x="2765799" y="-108262"/>
              <a:ext cx="68894" cy="82044"/>
            </a:xfrm>
            <a:custGeom>
              <a:avLst/>
              <a:gdLst>
                <a:gd name="connsiteX0" fmla="*/ 68894 w 68894"/>
                <a:gd name="connsiteY0" fmla="*/ 81758 h 82044"/>
                <a:gd name="connsiteX1" fmla="*/ 50027 w 68894"/>
                <a:gd name="connsiteY1" fmla="*/ 81758 h 82044"/>
                <a:gd name="connsiteX2" fmla="*/ 50027 w 68894"/>
                <a:gd name="connsiteY2" fmla="*/ 36019 h 82044"/>
                <a:gd name="connsiteX3" fmla="*/ 35162 w 68894"/>
                <a:gd name="connsiteY3" fmla="*/ 16580 h 82044"/>
                <a:gd name="connsiteX4" fmla="*/ 18581 w 68894"/>
                <a:gd name="connsiteY4" fmla="*/ 36019 h 82044"/>
                <a:gd name="connsiteX5" fmla="*/ 18581 w 68894"/>
                <a:gd name="connsiteY5" fmla="*/ 82044 h 82044"/>
                <a:gd name="connsiteX6" fmla="*/ 0 w 68894"/>
                <a:gd name="connsiteY6" fmla="*/ 82044 h 82044"/>
                <a:gd name="connsiteX7" fmla="*/ 0 w 68894"/>
                <a:gd name="connsiteY7" fmla="*/ 2001 h 82044"/>
                <a:gd name="connsiteX8" fmla="*/ 18581 w 68894"/>
                <a:gd name="connsiteY8" fmla="*/ 2001 h 82044"/>
                <a:gd name="connsiteX9" fmla="*/ 18581 w 68894"/>
                <a:gd name="connsiteY9" fmla="*/ 11721 h 82044"/>
                <a:gd name="connsiteX10" fmla="*/ 18867 w 68894"/>
                <a:gd name="connsiteY10" fmla="*/ 11721 h 82044"/>
                <a:gd name="connsiteX11" fmla="*/ 42308 w 68894"/>
                <a:gd name="connsiteY11" fmla="*/ 0 h 82044"/>
                <a:gd name="connsiteX12" fmla="*/ 68608 w 68894"/>
                <a:gd name="connsiteY12" fmla="*/ 32303 h 82044"/>
                <a:gd name="connsiteX13" fmla="*/ 68608 w 68894"/>
                <a:gd name="connsiteY13" fmla="*/ 81758 h 8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894" h="82044">
                  <a:moveTo>
                    <a:pt x="68894" y="81758"/>
                  </a:moveTo>
                  <a:lnTo>
                    <a:pt x="50027" y="81758"/>
                  </a:lnTo>
                  <a:lnTo>
                    <a:pt x="50027" y="36019"/>
                  </a:lnTo>
                  <a:cubicBezTo>
                    <a:pt x="50027" y="24299"/>
                    <a:pt x="46596" y="16580"/>
                    <a:pt x="35162" y="16580"/>
                  </a:cubicBezTo>
                  <a:cubicBezTo>
                    <a:pt x="22012" y="16580"/>
                    <a:pt x="18581" y="27157"/>
                    <a:pt x="18581" y="36019"/>
                  </a:cubicBezTo>
                  <a:lnTo>
                    <a:pt x="18581" y="82044"/>
                  </a:lnTo>
                  <a:lnTo>
                    <a:pt x="0" y="82044"/>
                  </a:lnTo>
                  <a:lnTo>
                    <a:pt x="0" y="2001"/>
                  </a:lnTo>
                  <a:lnTo>
                    <a:pt x="18581" y="2001"/>
                  </a:lnTo>
                  <a:lnTo>
                    <a:pt x="18581" y="11721"/>
                  </a:lnTo>
                  <a:lnTo>
                    <a:pt x="18867" y="11721"/>
                  </a:lnTo>
                  <a:cubicBezTo>
                    <a:pt x="23727" y="4574"/>
                    <a:pt x="32017" y="0"/>
                    <a:pt x="42308" y="0"/>
                  </a:cubicBezTo>
                  <a:cubicBezTo>
                    <a:pt x="60604" y="0"/>
                    <a:pt x="68608" y="13436"/>
                    <a:pt x="68608" y="32303"/>
                  </a:cubicBezTo>
                  <a:lnTo>
                    <a:pt x="68608" y="81758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8" name="Freihandform: Form 107">
              <a:extLst>
                <a:ext uri="{FF2B5EF4-FFF2-40B4-BE49-F238E27FC236}">
                  <a16:creationId xmlns:a16="http://schemas.microsoft.com/office/drawing/2014/main" id="{1A3BD648-4D40-49AA-82B6-0F77BD11AFF5}"/>
                </a:ext>
              </a:extLst>
            </p:cNvPr>
            <p:cNvSpPr/>
            <p:nvPr/>
          </p:nvSpPr>
          <p:spPr>
            <a:xfrm>
              <a:off x="2854418" y="-143138"/>
              <a:ext cx="74611" cy="118921"/>
            </a:xfrm>
            <a:custGeom>
              <a:avLst/>
              <a:gdLst>
                <a:gd name="connsiteX0" fmla="*/ 0 w 74611"/>
                <a:gd name="connsiteY0" fmla="*/ 76613 h 118921"/>
                <a:gd name="connsiteX1" fmla="*/ 32589 w 74611"/>
                <a:gd name="connsiteY1" fmla="*/ 34876 h 118921"/>
                <a:gd name="connsiteX2" fmla="*/ 55744 w 74611"/>
                <a:gd name="connsiteY2" fmla="*/ 45739 h 118921"/>
                <a:gd name="connsiteX3" fmla="*/ 56030 w 74611"/>
                <a:gd name="connsiteY3" fmla="*/ 45739 h 118921"/>
                <a:gd name="connsiteX4" fmla="*/ 56030 w 74611"/>
                <a:gd name="connsiteY4" fmla="*/ 4574 h 118921"/>
                <a:gd name="connsiteX5" fmla="*/ 74612 w 74611"/>
                <a:gd name="connsiteY5" fmla="*/ 0 h 118921"/>
                <a:gd name="connsiteX6" fmla="*/ 74612 w 74611"/>
                <a:gd name="connsiteY6" fmla="*/ 116920 h 118921"/>
                <a:gd name="connsiteX7" fmla="*/ 56316 w 74611"/>
                <a:gd name="connsiteY7" fmla="*/ 116920 h 118921"/>
                <a:gd name="connsiteX8" fmla="*/ 56316 w 74611"/>
                <a:gd name="connsiteY8" fmla="*/ 107486 h 118921"/>
                <a:gd name="connsiteX9" fmla="*/ 56030 w 74611"/>
                <a:gd name="connsiteY9" fmla="*/ 107486 h 118921"/>
                <a:gd name="connsiteX10" fmla="*/ 32017 w 74611"/>
                <a:gd name="connsiteY10" fmla="*/ 118921 h 118921"/>
                <a:gd name="connsiteX11" fmla="*/ 0 w 74611"/>
                <a:gd name="connsiteY11" fmla="*/ 76613 h 118921"/>
                <a:gd name="connsiteX12" fmla="*/ 18581 w 74611"/>
                <a:gd name="connsiteY12" fmla="*/ 76613 h 118921"/>
                <a:gd name="connsiteX13" fmla="*/ 37163 w 74611"/>
                <a:gd name="connsiteY13" fmla="*/ 102341 h 118921"/>
                <a:gd name="connsiteX14" fmla="*/ 56316 w 74611"/>
                <a:gd name="connsiteY14" fmla="*/ 91764 h 118921"/>
                <a:gd name="connsiteX15" fmla="*/ 56316 w 74611"/>
                <a:gd name="connsiteY15" fmla="*/ 62319 h 118921"/>
                <a:gd name="connsiteX16" fmla="*/ 37163 w 74611"/>
                <a:gd name="connsiteY16" fmla="*/ 51742 h 118921"/>
                <a:gd name="connsiteX17" fmla="*/ 18581 w 74611"/>
                <a:gd name="connsiteY17" fmla="*/ 76613 h 118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611" h="118921">
                  <a:moveTo>
                    <a:pt x="0" y="76613"/>
                  </a:moveTo>
                  <a:cubicBezTo>
                    <a:pt x="0" y="50885"/>
                    <a:pt x="13150" y="34876"/>
                    <a:pt x="32589" y="34876"/>
                  </a:cubicBezTo>
                  <a:cubicBezTo>
                    <a:pt x="42594" y="34876"/>
                    <a:pt x="50599" y="39164"/>
                    <a:pt x="55744" y="45739"/>
                  </a:cubicBezTo>
                  <a:lnTo>
                    <a:pt x="56030" y="45739"/>
                  </a:lnTo>
                  <a:lnTo>
                    <a:pt x="56030" y="4574"/>
                  </a:lnTo>
                  <a:lnTo>
                    <a:pt x="74612" y="0"/>
                  </a:lnTo>
                  <a:lnTo>
                    <a:pt x="74612" y="116920"/>
                  </a:lnTo>
                  <a:lnTo>
                    <a:pt x="56316" y="116920"/>
                  </a:lnTo>
                  <a:lnTo>
                    <a:pt x="56316" y="107486"/>
                  </a:lnTo>
                  <a:lnTo>
                    <a:pt x="56030" y="107486"/>
                  </a:lnTo>
                  <a:cubicBezTo>
                    <a:pt x="50313" y="114633"/>
                    <a:pt x="42023" y="118921"/>
                    <a:pt x="32017" y="118921"/>
                  </a:cubicBezTo>
                  <a:cubicBezTo>
                    <a:pt x="13150" y="118635"/>
                    <a:pt x="0" y="102341"/>
                    <a:pt x="0" y="76613"/>
                  </a:cubicBezTo>
                  <a:close/>
                  <a:moveTo>
                    <a:pt x="18581" y="76613"/>
                  </a:moveTo>
                  <a:cubicBezTo>
                    <a:pt x="18581" y="92907"/>
                    <a:pt x="25442" y="102341"/>
                    <a:pt x="37163" y="102341"/>
                  </a:cubicBezTo>
                  <a:cubicBezTo>
                    <a:pt x="44310" y="102341"/>
                    <a:pt x="50313" y="98910"/>
                    <a:pt x="56316" y="91764"/>
                  </a:cubicBezTo>
                  <a:lnTo>
                    <a:pt x="56316" y="62319"/>
                  </a:lnTo>
                  <a:cubicBezTo>
                    <a:pt x="50884" y="55173"/>
                    <a:pt x="44881" y="51742"/>
                    <a:pt x="37163" y="51742"/>
                  </a:cubicBezTo>
                  <a:cubicBezTo>
                    <a:pt x="24871" y="51742"/>
                    <a:pt x="18581" y="60604"/>
                    <a:pt x="18581" y="76613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9" name="Freihandform: Form 108">
              <a:extLst>
                <a:ext uri="{FF2B5EF4-FFF2-40B4-BE49-F238E27FC236}">
                  <a16:creationId xmlns:a16="http://schemas.microsoft.com/office/drawing/2014/main" id="{7FF0313B-0256-4D3D-ADEC-444FC0E29F50}"/>
                </a:ext>
              </a:extLst>
            </p:cNvPr>
            <p:cNvSpPr/>
            <p:nvPr/>
          </p:nvSpPr>
          <p:spPr>
            <a:xfrm>
              <a:off x="2949326" y="-108262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0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2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0" y="46025"/>
                    <a:pt x="72610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1742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2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7157" y="15151"/>
                    <a:pt x="20297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0" name="Freihandform: Form 109">
              <a:extLst>
                <a:ext uri="{FF2B5EF4-FFF2-40B4-BE49-F238E27FC236}">
                  <a16:creationId xmlns:a16="http://schemas.microsoft.com/office/drawing/2014/main" id="{C573CA73-29D1-4F5F-B590-AE52E5235C32}"/>
                </a:ext>
              </a:extLst>
            </p:cNvPr>
            <p:cNvSpPr/>
            <p:nvPr/>
          </p:nvSpPr>
          <p:spPr>
            <a:xfrm>
              <a:off x="3043376" y="-108335"/>
              <a:ext cx="48025" cy="81831"/>
            </a:xfrm>
            <a:custGeom>
              <a:avLst/>
              <a:gdLst>
                <a:gd name="connsiteX0" fmla="*/ 48026 w 48025"/>
                <a:gd name="connsiteY0" fmla="*/ 1502 h 81831"/>
                <a:gd name="connsiteX1" fmla="*/ 45167 w 48025"/>
                <a:gd name="connsiteY1" fmla="*/ 20655 h 81831"/>
                <a:gd name="connsiteX2" fmla="*/ 34876 w 48025"/>
                <a:gd name="connsiteY2" fmla="*/ 18083 h 81831"/>
                <a:gd name="connsiteX3" fmla="*/ 18581 w 48025"/>
                <a:gd name="connsiteY3" fmla="*/ 40666 h 81831"/>
                <a:gd name="connsiteX4" fmla="*/ 18581 w 48025"/>
                <a:gd name="connsiteY4" fmla="*/ 81831 h 81831"/>
                <a:gd name="connsiteX5" fmla="*/ 0 w 48025"/>
                <a:gd name="connsiteY5" fmla="*/ 81831 h 81831"/>
                <a:gd name="connsiteX6" fmla="*/ 0 w 48025"/>
                <a:gd name="connsiteY6" fmla="*/ 1788 h 81831"/>
                <a:gd name="connsiteX7" fmla="*/ 18296 w 48025"/>
                <a:gd name="connsiteY7" fmla="*/ 1788 h 81831"/>
                <a:gd name="connsiteX8" fmla="*/ 18296 w 48025"/>
                <a:gd name="connsiteY8" fmla="*/ 12079 h 81831"/>
                <a:gd name="connsiteX9" fmla="*/ 18581 w 48025"/>
                <a:gd name="connsiteY9" fmla="*/ 12079 h 81831"/>
                <a:gd name="connsiteX10" fmla="*/ 39450 w 48025"/>
                <a:gd name="connsiteY10" fmla="*/ 73 h 81831"/>
                <a:gd name="connsiteX11" fmla="*/ 48026 w 48025"/>
                <a:gd name="connsiteY11" fmla="*/ 1502 h 81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025" h="81831">
                  <a:moveTo>
                    <a:pt x="48026" y="1502"/>
                  </a:moveTo>
                  <a:lnTo>
                    <a:pt x="45167" y="20655"/>
                  </a:lnTo>
                  <a:cubicBezTo>
                    <a:pt x="42309" y="19226"/>
                    <a:pt x="38878" y="18083"/>
                    <a:pt x="34876" y="18083"/>
                  </a:cubicBezTo>
                  <a:cubicBezTo>
                    <a:pt x="22012" y="18083"/>
                    <a:pt x="18581" y="28374"/>
                    <a:pt x="18581" y="40666"/>
                  </a:cubicBezTo>
                  <a:lnTo>
                    <a:pt x="18581" y="81831"/>
                  </a:lnTo>
                  <a:lnTo>
                    <a:pt x="0" y="81831"/>
                  </a:lnTo>
                  <a:lnTo>
                    <a:pt x="0" y="1788"/>
                  </a:lnTo>
                  <a:lnTo>
                    <a:pt x="18296" y="1788"/>
                  </a:lnTo>
                  <a:lnTo>
                    <a:pt x="18296" y="12079"/>
                  </a:lnTo>
                  <a:lnTo>
                    <a:pt x="18581" y="12079"/>
                  </a:lnTo>
                  <a:cubicBezTo>
                    <a:pt x="22869" y="4647"/>
                    <a:pt x="30302" y="73"/>
                    <a:pt x="39450" y="73"/>
                  </a:cubicBezTo>
                  <a:cubicBezTo>
                    <a:pt x="42023" y="-213"/>
                    <a:pt x="45167" y="359"/>
                    <a:pt x="48026" y="150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1" name="Freihandform: Form 110">
              <a:extLst>
                <a:ext uri="{FF2B5EF4-FFF2-40B4-BE49-F238E27FC236}">
                  <a16:creationId xmlns:a16="http://schemas.microsoft.com/office/drawing/2014/main" id="{9335C432-8675-468B-951F-534BBEDBEB72}"/>
                </a:ext>
              </a:extLst>
            </p:cNvPr>
            <p:cNvSpPr/>
            <p:nvPr/>
          </p:nvSpPr>
          <p:spPr>
            <a:xfrm>
              <a:off x="3103123" y="-84249"/>
              <a:ext cx="39163" cy="17723"/>
            </a:xfrm>
            <a:custGeom>
              <a:avLst/>
              <a:gdLst>
                <a:gd name="connsiteX0" fmla="*/ 39164 w 39163"/>
                <a:gd name="connsiteY0" fmla="*/ 17724 h 17723"/>
                <a:gd name="connsiteX1" fmla="*/ 0 w 39163"/>
                <a:gd name="connsiteY1" fmla="*/ 17724 h 17723"/>
                <a:gd name="connsiteX2" fmla="*/ 0 w 39163"/>
                <a:gd name="connsiteY2" fmla="*/ 0 h 17723"/>
                <a:gd name="connsiteX3" fmla="*/ 39164 w 39163"/>
                <a:gd name="connsiteY3" fmla="*/ 0 h 17723"/>
                <a:gd name="connsiteX4" fmla="*/ 39164 w 39163"/>
                <a:gd name="connsiteY4" fmla="*/ 17724 h 17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163" h="17723">
                  <a:moveTo>
                    <a:pt x="39164" y="17724"/>
                  </a:moveTo>
                  <a:lnTo>
                    <a:pt x="0" y="17724"/>
                  </a:lnTo>
                  <a:lnTo>
                    <a:pt x="0" y="0"/>
                  </a:lnTo>
                  <a:lnTo>
                    <a:pt x="39164" y="0"/>
                  </a:lnTo>
                  <a:lnTo>
                    <a:pt x="39164" y="1772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1" name="Freihandform: Form 160">
              <a:extLst>
                <a:ext uri="{FF2B5EF4-FFF2-40B4-BE49-F238E27FC236}">
                  <a16:creationId xmlns:a16="http://schemas.microsoft.com/office/drawing/2014/main" id="{2736AA1D-204C-4338-9568-833E5EACF1A0}"/>
                </a:ext>
              </a:extLst>
            </p:cNvPr>
            <p:cNvSpPr/>
            <p:nvPr/>
          </p:nvSpPr>
          <p:spPr>
            <a:xfrm>
              <a:off x="3166014" y="-137135"/>
              <a:ext cx="86617" cy="112632"/>
            </a:xfrm>
            <a:custGeom>
              <a:avLst/>
              <a:gdLst>
                <a:gd name="connsiteX0" fmla="*/ 86618 w 86617"/>
                <a:gd name="connsiteY0" fmla="*/ 66893 h 112632"/>
                <a:gd name="connsiteX1" fmla="*/ 43166 w 86617"/>
                <a:gd name="connsiteY1" fmla="*/ 112632 h 112632"/>
                <a:gd name="connsiteX2" fmla="*/ 0 w 86617"/>
                <a:gd name="connsiteY2" fmla="*/ 66893 h 112632"/>
                <a:gd name="connsiteX3" fmla="*/ 0 w 86617"/>
                <a:gd name="connsiteY3" fmla="*/ 0 h 112632"/>
                <a:gd name="connsiteX4" fmla="*/ 20011 w 86617"/>
                <a:gd name="connsiteY4" fmla="*/ 0 h 112632"/>
                <a:gd name="connsiteX5" fmla="*/ 20011 w 86617"/>
                <a:gd name="connsiteY5" fmla="*/ 65750 h 112632"/>
                <a:gd name="connsiteX6" fmla="*/ 43452 w 86617"/>
                <a:gd name="connsiteY6" fmla="*/ 93765 h 112632"/>
                <a:gd name="connsiteX7" fmla="*/ 66321 w 86617"/>
                <a:gd name="connsiteY7" fmla="*/ 65750 h 112632"/>
                <a:gd name="connsiteX8" fmla="*/ 66321 w 86617"/>
                <a:gd name="connsiteY8" fmla="*/ 0 h 112632"/>
                <a:gd name="connsiteX9" fmla="*/ 86332 w 86617"/>
                <a:gd name="connsiteY9" fmla="*/ 0 h 112632"/>
                <a:gd name="connsiteX10" fmla="*/ 86332 w 86617"/>
                <a:gd name="connsiteY10" fmla="*/ 66893 h 112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6617" h="112632">
                  <a:moveTo>
                    <a:pt x="86618" y="66893"/>
                  </a:moveTo>
                  <a:cubicBezTo>
                    <a:pt x="86618" y="93479"/>
                    <a:pt x="72896" y="112632"/>
                    <a:pt x="43166" y="112632"/>
                  </a:cubicBezTo>
                  <a:cubicBezTo>
                    <a:pt x="13722" y="112632"/>
                    <a:pt x="0" y="93765"/>
                    <a:pt x="0" y="66893"/>
                  </a:cubicBezTo>
                  <a:lnTo>
                    <a:pt x="0" y="0"/>
                  </a:lnTo>
                  <a:lnTo>
                    <a:pt x="20011" y="0"/>
                  </a:lnTo>
                  <a:lnTo>
                    <a:pt x="20011" y="65750"/>
                  </a:lnTo>
                  <a:cubicBezTo>
                    <a:pt x="20011" y="82330"/>
                    <a:pt x="27157" y="93765"/>
                    <a:pt x="43452" y="93765"/>
                  </a:cubicBezTo>
                  <a:cubicBezTo>
                    <a:pt x="59746" y="93765"/>
                    <a:pt x="66321" y="82616"/>
                    <a:pt x="66321" y="65750"/>
                  </a:cubicBezTo>
                  <a:lnTo>
                    <a:pt x="66321" y="0"/>
                  </a:lnTo>
                  <a:lnTo>
                    <a:pt x="86332" y="0"/>
                  </a:lnTo>
                  <a:lnTo>
                    <a:pt x="86332" y="66893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2" name="Freihandform: Form 161">
              <a:extLst>
                <a:ext uri="{FF2B5EF4-FFF2-40B4-BE49-F238E27FC236}">
                  <a16:creationId xmlns:a16="http://schemas.microsoft.com/office/drawing/2014/main" id="{B79FF1AD-B89E-4D7E-9C9E-1923C8702DE8}"/>
                </a:ext>
              </a:extLst>
            </p:cNvPr>
            <p:cNvSpPr/>
            <p:nvPr/>
          </p:nvSpPr>
          <p:spPr>
            <a:xfrm>
              <a:off x="3277788" y="-108262"/>
              <a:ext cx="68608" cy="82044"/>
            </a:xfrm>
            <a:custGeom>
              <a:avLst/>
              <a:gdLst>
                <a:gd name="connsiteX0" fmla="*/ 68608 w 68608"/>
                <a:gd name="connsiteY0" fmla="*/ 81758 h 82044"/>
                <a:gd name="connsiteX1" fmla="*/ 50027 w 68608"/>
                <a:gd name="connsiteY1" fmla="*/ 81758 h 82044"/>
                <a:gd name="connsiteX2" fmla="*/ 50027 w 68608"/>
                <a:gd name="connsiteY2" fmla="*/ 36019 h 82044"/>
                <a:gd name="connsiteX3" fmla="*/ 35162 w 68608"/>
                <a:gd name="connsiteY3" fmla="*/ 16580 h 82044"/>
                <a:gd name="connsiteX4" fmla="*/ 18581 w 68608"/>
                <a:gd name="connsiteY4" fmla="*/ 36019 h 82044"/>
                <a:gd name="connsiteX5" fmla="*/ 18581 w 68608"/>
                <a:gd name="connsiteY5" fmla="*/ 82044 h 82044"/>
                <a:gd name="connsiteX6" fmla="*/ 0 w 68608"/>
                <a:gd name="connsiteY6" fmla="*/ 82044 h 82044"/>
                <a:gd name="connsiteX7" fmla="*/ 0 w 68608"/>
                <a:gd name="connsiteY7" fmla="*/ 2001 h 82044"/>
                <a:gd name="connsiteX8" fmla="*/ 18581 w 68608"/>
                <a:gd name="connsiteY8" fmla="*/ 2001 h 82044"/>
                <a:gd name="connsiteX9" fmla="*/ 18581 w 68608"/>
                <a:gd name="connsiteY9" fmla="*/ 11721 h 82044"/>
                <a:gd name="connsiteX10" fmla="*/ 18867 w 68608"/>
                <a:gd name="connsiteY10" fmla="*/ 11721 h 82044"/>
                <a:gd name="connsiteX11" fmla="*/ 42309 w 68608"/>
                <a:gd name="connsiteY11" fmla="*/ 0 h 82044"/>
                <a:gd name="connsiteX12" fmla="*/ 68608 w 68608"/>
                <a:gd name="connsiteY12" fmla="*/ 32303 h 82044"/>
                <a:gd name="connsiteX13" fmla="*/ 68608 w 68608"/>
                <a:gd name="connsiteY13" fmla="*/ 81758 h 8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82044">
                  <a:moveTo>
                    <a:pt x="68608" y="81758"/>
                  </a:moveTo>
                  <a:lnTo>
                    <a:pt x="50027" y="81758"/>
                  </a:lnTo>
                  <a:lnTo>
                    <a:pt x="50027" y="36019"/>
                  </a:lnTo>
                  <a:cubicBezTo>
                    <a:pt x="50027" y="24299"/>
                    <a:pt x="46597" y="16580"/>
                    <a:pt x="35162" y="16580"/>
                  </a:cubicBezTo>
                  <a:cubicBezTo>
                    <a:pt x="22012" y="16580"/>
                    <a:pt x="18581" y="27157"/>
                    <a:pt x="18581" y="36019"/>
                  </a:cubicBezTo>
                  <a:lnTo>
                    <a:pt x="18581" y="82044"/>
                  </a:lnTo>
                  <a:lnTo>
                    <a:pt x="0" y="82044"/>
                  </a:lnTo>
                  <a:lnTo>
                    <a:pt x="0" y="2001"/>
                  </a:lnTo>
                  <a:lnTo>
                    <a:pt x="18581" y="2001"/>
                  </a:lnTo>
                  <a:lnTo>
                    <a:pt x="18581" y="11721"/>
                  </a:lnTo>
                  <a:lnTo>
                    <a:pt x="18867" y="11721"/>
                  </a:lnTo>
                  <a:cubicBezTo>
                    <a:pt x="23727" y="4574"/>
                    <a:pt x="32017" y="0"/>
                    <a:pt x="42309" y="0"/>
                  </a:cubicBezTo>
                  <a:cubicBezTo>
                    <a:pt x="60604" y="0"/>
                    <a:pt x="68608" y="13436"/>
                    <a:pt x="68608" y="32303"/>
                  </a:cubicBezTo>
                  <a:lnTo>
                    <a:pt x="68608" y="81758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3" name="Freihandform: Form 162">
              <a:extLst>
                <a:ext uri="{FF2B5EF4-FFF2-40B4-BE49-F238E27FC236}">
                  <a16:creationId xmlns:a16="http://schemas.microsoft.com/office/drawing/2014/main" id="{5657D56A-B1ED-47FA-AA6E-6A8C9BA02128}"/>
                </a:ext>
              </a:extLst>
            </p:cNvPr>
            <p:cNvSpPr/>
            <p:nvPr/>
          </p:nvSpPr>
          <p:spPr>
            <a:xfrm>
              <a:off x="3367551" y="-141994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296"/>
                    <a:pt x="0" y="11435"/>
                  </a:cubicBezTo>
                  <a:cubicBezTo>
                    <a:pt x="0" y="4860"/>
                    <a:pt x="5432" y="0"/>
                    <a:pt x="11721" y="0"/>
                  </a:cubicBezTo>
                  <a:cubicBezTo>
                    <a:pt x="18296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4" name="Freihandform: Form 163">
              <a:extLst>
                <a:ext uri="{FF2B5EF4-FFF2-40B4-BE49-F238E27FC236}">
                  <a16:creationId xmlns:a16="http://schemas.microsoft.com/office/drawing/2014/main" id="{9EF58839-67A3-44BA-9046-2566C7E1A442}"/>
                </a:ext>
              </a:extLst>
            </p:cNvPr>
            <p:cNvSpPr/>
            <p:nvPr/>
          </p:nvSpPr>
          <p:spPr>
            <a:xfrm>
              <a:off x="3404428" y="-106261"/>
              <a:ext cx="77755" cy="80043"/>
            </a:xfrm>
            <a:custGeom>
              <a:avLst/>
              <a:gdLst>
                <a:gd name="connsiteX0" fmla="*/ 77756 w 77755"/>
                <a:gd name="connsiteY0" fmla="*/ 0 h 80043"/>
                <a:gd name="connsiteX1" fmla="*/ 48598 w 77755"/>
                <a:gd name="connsiteY1" fmla="*/ 80043 h 80043"/>
                <a:gd name="connsiteX2" fmla="*/ 29158 w 77755"/>
                <a:gd name="connsiteY2" fmla="*/ 80043 h 80043"/>
                <a:gd name="connsiteX3" fmla="*/ 0 w 77755"/>
                <a:gd name="connsiteY3" fmla="*/ 0 h 80043"/>
                <a:gd name="connsiteX4" fmla="*/ 20582 w 77755"/>
                <a:gd name="connsiteY4" fmla="*/ 0 h 80043"/>
                <a:gd name="connsiteX5" fmla="*/ 38878 w 77755"/>
                <a:gd name="connsiteY5" fmla="*/ 58031 h 80043"/>
                <a:gd name="connsiteX6" fmla="*/ 39164 w 77755"/>
                <a:gd name="connsiteY6" fmla="*/ 58031 h 80043"/>
                <a:gd name="connsiteX7" fmla="*/ 57459 w 77755"/>
                <a:gd name="connsiteY7" fmla="*/ 0 h 80043"/>
                <a:gd name="connsiteX8" fmla="*/ 77756 w 77755"/>
                <a:gd name="connsiteY8" fmla="*/ 0 h 80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7755" h="80043">
                  <a:moveTo>
                    <a:pt x="77756" y="0"/>
                  </a:moveTo>
                  <a:lnTo>
                    <a:pt x="48598" y="80043"/>
                  </a:lnTo>
                  <a:lnTo>
                    <a:pt x="29158" y="80043"/>
                  </a:lnTo>
                  <a:lnTo>
                    <a:pt x="0" y="0"/>
                  </a:lnTo>
                  <a:lnTo>
                    <a:pt x="20582" y="0"/>
                  </a:lnTo>
                  <a:lnTo>
                    <a:pt x="38878" y="58031"/>
                  </a:lnTo>
                  <a:lnTo>
                    <a:pt x="39164" y="58031"/>
                  </a:lnTo>
                  <a:lnTo>
                    <a:pt x="57459" y="0"/>
                  </a:lnTo>
                  <a:lnTo>
                    <a:pt x="77756" y="0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5" name="Freihandform: Form 164">
              <a:extLst>
                <a:ext uri="{FF2B5EF4-FFF2-40B4-BE49-F238E27FC236}">
                  <a16:creationId xmlns:a16="http://schemas.microsoft.com/office/drawing/2014/main" id="{8E6372E8-0F95-401A-B1E6-4FB792B1EDE8}"/>
                </a:ext>
              </a:extLst>
            </p:cNvPr>
            <p:cNvSpPr/>
            <p:nvPr/>
          </p:nvSpPr>
          <p:spPr>
            <a:xfrm>
              <a:off x="3490760" y="-108262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1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3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1" y="46025"/>
                    <a:pt x="72611" y="48312"/>
                  </a:cubicBezTo>
                  <a:lnTo>
                    <a:pt x="18867" y="48312"/>
                  </a:lnTo>
                  <a:cubicBezTo>
                    <a:pt x="20869" y="60604"/>
                    <a:pt x="28301" y="67751"/>
                    <a:pt x="39736" y="67751"/>
                  </a:cubicBezTo>
                  <a:cubicBezTo>
                    <a:pt x="47168" y="67751"/>
                    <a:pt x="53172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2028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3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7157" y="15151"/>
                    <a:pt x="20583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6" name="Freihandform: Form 165">
              <a:extLst>
                <a:ext uri="{FF2B5EF4-FFF2-40B4-BE49-F238E27FC236}">
                  <a16:creationId xmlns:a16="http://schemas.microsoft.com/office/drawing/2014/main" id="{D7C726C3-A3CF-48D5-A087-667491C22A7A}"/>
                </a:ext>
              </a:extLst>
            </p:cNvPr>
            <p:cNvSpPr/>
            <p:nvPr/>
          </p:nvSpPr>
          <p:spPr>
            <a:xfrm>
              <a:off x="3584810" y="-108335"/>
              <a:ext cx="48025" cy="81831"/>
            </a:xfrm>
            <a:custGeom>
              <a:avLst/>
              <a:gdLst>
                <a:gd name="connsiteX0" fmla="*/ 48026 w 48025"/>
                <a:gd name="connsiteY0" fmla="*/ 1502 h 81831"/>
                <a:gd name="connsiteX1" fmla="*/ 45167 w 48025"/>
                <a:gd name="connsiteY1" fmla="*/ 20655 h 81831"/>
                <a:gd name="connsiteX2" fmla="*/ 34876 w 48025"/>
                <a:gd name="connsiteY2" fmla="*/ 18083 h 81831"/>
                <a:gd name="connsiteX3" fmla="*/ 18581 w 48025"/>
                <a:gd name="connsiteY3" fmla="*/ 40666 h 81831"/>
                <a:gd name="connsiteX4" fmla="*/ 18581 w 48025"/>
                <a:gd name="connsiteY4" fmla="*/ 81831 h 81831"/>
                <a:gd name="connsiteX5" fmla="*/ 0 w 48025"/>
                <a:gd name="connsiteY5" fmla="*/ 81831 h 81831"/>
                <a:gd name="connsiteX6" fmla="*/ 0 w 48025"/>
                <a:gd name="connsiteY6" fmla="*/ 1788 h 81831"/>
                <a:gd name="connsiteX7" fmla="*/ 18296 w 48025"/>
                <a:gd name="connsiteY7" fmla="*/ 1788 h 81831"/>
                <a:gd name="connsiteX8" fmla="*/ 18296 w 48025"/>
                <a:gd name="connsiteY8" fmla="*/ 12079 h 81831"/>
                <a:gd name="connsiteX9" fmla="*/ 18581 w 48025"/>
                <a:gd name="connsiteY9" fmla="*/ 12079 h 81831"/>
                <a:gd name="connsiteX10" fmla="*/ 39450 w 48025"/>
                <a:gd name="connsiteY10" fmla="*/ 73 h 81831"/>
                <a:gd name="connsiteX11" fmla="*/ 48026 w 48025"/>
                <a:gd name="connsiteY11" fmla="*/ 1502 h 81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025" h="81831">
                  <a:moveTo>
                    <a:pt x="48026" y="1502"/>
                  </a:moveTo>
                  <a:lnTo>
                    <a:pt x="45167" y="20655"/>
                  </a:lnTo>
                  <a:cubicBezTo>
                    <a:pt x="42308" y="19226"/>
                    <a:pt x="38878" y="18083"/>
                    <a:pt x="34876" y="18083"/>
                  </a:cubicBezTo>
                  <a:cubicBezTo>
                    <a:pt x="22012" y="18083"/>
                    <a:pt x="18581" y="28374"/>
                    <a:pt x="18581" y="40666"/>
                  </a:cubicBezTo>
                  <a:lnTo>
                    <a:pt x="18581" y="81831"/>
                  </a:lnTo>
                  <a:lnTo>
                    <a:pt x="0" y="81831"/>
                  </a:lnTo>
                  <a:lnTo>
                    <a:pt x="0" y="1788"/>
                  </a:lnTo>
                  <a:lnTo>
                    <a:pt x="18296" y="1788"/>
                  </a:lnTo>
                  <a:lnTo>
                    <a:pt x="18296" y="12079"/>
                  </a:lnTo>
                  <a:lnTo>
                    <a:pt x="18581" y="12079"/>
                  </a:lnTo>
                  <a:cubicBezTo>
                    <a:pt x="22869" y="4647"/>
                    <a:pt x="30302" y="73"/>
                    <a:pt x="39450" y="73"/>
                  </a:cubicBezTo>
                  <a:cubicBezTo>
                    <a:pt x="42023" y="-213"/>
                    <a:pt x="45167" y="359"/>
                    <a:pt x="48026" y="150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7" name="Freihandform: Form 166">
              <a:extLst>
                <a:ext uri="{FF2B5EF4-FFF2-40B4-BE49-F238E27FC236}">
                  <a16:creationId xmlns:a16="http://schemas.microsoft.com/office/drawing/2014/main" id="{AB95B07B-8CE2-478D-B60E-29D2AC78ED26}"/>
                </a:ext>
              </a:extLst>
            </p:cNvPr>
            <p:cNvSpPr/>
            <p:nvPr/>
          </p:nvSpPr>
          <p:spPr>
            <a:xfrm>
              <a:off x="3641698" y="-108548"/>
              <a:ext cx="61747" cy="84045"/>
            </a:xfrm>
            <a:custGeom>
              <a:avLst/>
              <a:gdLst>
                <a:gd name="connsiteX0" fmla="*/ 8862 w 61747"/>
                <a:gd name="connsiteY0" fmla="*/ 59461 h 84045"/>
                <a:gd name="connsiteX1" fmla="*/ 31445 w 61747"/>
                <a:gd name="connsiteY1" fmla="*/ 68322 h 84045"/>
                <a:gd name="connsiteX2" fmla="*/ 43166 w 61747"/>
                <a:gd name="connsiteY2" fmla="*/ 60318 h 84045"/>
                <a:gd name="connsiteX3" fmla="*/ 3144 w 61747"/>
                <a:gd name="connsiteY3" fmla="*/ 24871 h 84045"/>
                <a:gd name="connsiteX4" fmla="*/ 33446 w 61747"/>
                <a:gd name="connsiteY4" fmla="*/ 0 h 84045"/>
                <a:gd name="connsiteX5" fmla="*/ 61176 w 61747"/>
                <a:gd name="connsiteY5" fmla="*/ 8290 h 84045"/>
                <a:gd name="connsiteX6" fmla="*/ 52314 w 61747"/>
                <a:gd name="connsiteY6" fmla="*/ 22869 h 84045"/>
                <a:gd name="connsiteX7" fmla="*/ 33161 w 61747"/>
                <a:gd name="connsiteY7" fmla="*/ 15723 h 84045"/>
                <a:gd name="connsiteX8" fmla="*/ 21726 w 61747"/>
                <a:gd name="connsiteY8" fmla="*/ 23155 h 84045"/>
                <a:gd name="connsiteX9" fmla="*/ 61747 w 61747"/>
                <a:gd name="connsiteY9" fmla="*/ 58603 h 84045"/>
                <a:gd name="connsiteX10" fmla="*/ 30874 w 61747"/>
                <a:gd name="connsiteY10" fmla="*/ 84045 h 84045"/>
                <a:gd name="connsiteX11" fmla="*/ 0 w 61747"/>
                <a:gd name="connsiteY11" fmla="*/ 74326 h 84045"/>
                <a:gd name="connsiteX12" fmla="*/ 8862 w 61747"/>
                <a:gd name="connsiteY12" fmla="*/ 5946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747" h="84045">
                  <a:moveTo>
                    <a:pt x="8862" y="59461"/>
                  </a:moveTo>
                  <a:cubicBezTo>
                    <a:pt x="16866" y="65464"/>
                    <a:pt x="24299" y="68322"/>
                    <a:pt x="31445" y="68322"/>
                  </a:cubicBezTo>
                  <a:cubicBezTo>
                    <a:pt x="38306" y="68322"/>
                    <a:pt x="43166" y="65178"/>
                    <a:pt x="43166" y="60318"/>
                  </a:cubicBezTo>
                  <a:cubicBezTo>
                    <a:pt x="43166" y="46597"/>
                    <a:pt x="3144" y="51456"/>
                    <a:pt x="3144" y="24871"/>
                  </a:cubicBezTo>
                  <a:cubicBezTo>
                    <a:pt x="3144" y="10005"/>
                    <a:pt x="15437" y="0"/>
                    <a:pt x="33446" y="0"/>
                  </a:cubicBezTo>
                  <a:cubicBezTo>
                    <a:pt x="43166" y="0"/>
                    <a:pt x="52600" y="2859"/>
                    <a:pt x="61176" y="8290"/>
                  </a:cubicBezTo>
                  <a:lnTo>
                    <a:pt x="52314" y="22869"/>
                  </a:lnTo>
                  <a:cubicBezTo>
                    <a:pt x="45453" y="18296"/>
                    <a:pt x="39164" y="15723"/>
                    <a:pt x="33161" y="15723"/>
                  </a:cubicBezTo>
                  <a:cubicBezTo>
                    <a:pt x="26300" y="15723"/>
                    <a:pt x="21726" y="18581"/>
                    <a:pt x="21726" y="23155"/>
                  </a:cubicBezTo>
                  <a:cubicBezTo>
                    <a:pt x="21726" y="36305"/>
                    <a:pt x="61747" y="31731"/>
                    <a:pt x="61747" y="58603"/>
                  </a:cubicBezTo>
                  <a:cubicBezTo>
                    <a:pt x="61747" y="73754"/>
                    <a:pt x="49455" y="84045"/>
                    <a:pt x="30874" y="84045"/>
                  </a:cubicBezTo>
                  <a:cubicBezTo>
                    <a:pt x="20297" y="84045"/>
                    <a:pt x="9434" y="80615"/>
                    <a:pt x="0" y="74326"/>
                  </a:cubicBezTo>
                  <a:lnTo>
                    <a:pt x="8862" y="5946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8" name="Freihandform: Form 167">
              <a:extLst>
                <a:ext uri="{FF2B5EF4-FFF2-40B4-BE49-F238E27FC236}">
                  <a16:creationId xmlns:a16="http://schemas.microsoft.com/office/drawing/2014/main" id="{F6080EA1-4454-4744-9BAA-5EFA5C8C1A27}"/>
                </a:ext>
              </a:extLst>
            </p:cNvPr>
            <p:cNvSpPr/>
            <p:nvPr/>
          </p:nvSpPr>
          <p:spPr>
            <a:xfrm>
              <a:off x="3720884" y="-141994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296"/>
                    <a:pt x="0" y="11435"/>
                  </a:cubicBezTo>
                  <a:cubicBezTo>
                    <a:pt x="0" y="4860"/>
                    <a:pt x="5432" y="0"/>
                    <a:pt x="11721" y="0"/>
                  </a:cubicBezTo>
                  <a:cubicBezTo>
                    <a:pt x="18296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9" name="Freihandform: Form 168">
              <a:extLst>
                <a:ext uri="{FF2B5EF4-FFF2-40B4-BE49-F238E27FC236}">
                  <a16:creationId xmlns:a16="http://schemas.microsoft.com/office/drawing/2014/main" id="{8AAF6610-7F78-4A72-89B1-2AB9939C2905}"/>
                </a:ext>
              </a:extLst>
            </p:cNvPr>
            <p:cNvSpPr/>
            <p:nvPr/>
          </p:nvSpPr>
          <p:spPr>
            <a:xfrm>
              <a:off x="3758046" y="-131989"/>
              <a:ext cx="49741" cy="107486"/>
            </a:xfrm>
            <a:custGeom>
              <a:avLst/>
              <a:gdLst>
                <a:gd name="connsiteX0" fmla="*/ 49741 w 49741"/>
                <a:gd name="connsiteY0" fmla="*/ 88619 h 107486"/>
                <a:gd name="connsiteX1" fmla="*/ 49741 w 49741"/>
                <a:gd name="connsiteY1" fmla="*/ 104628 h 107486"/>
                <a:gd name="connsiteX2" fmla="*/ 34018 w 49741"/>
                <a:gd name="connsiteY2" fmla="*/ 107486 h 107486"/>
                <a:gd name="connsiteX3" fmla="*/ 12292 w 49741"/>
                <a:gd name="connsiteY3" fmla="*/ 84903 h 107486"/>
                <a:gd name="connsiteX4" fmla="*/ 12292 w 49741"/>
                <a:gd name="connsiteY4" fmla="*/ 41165 h 107486"/>
                <a:gd name="connsiteX5" fmla="*/ 0 w 49741"/>
                <a:gd name="connsiteY5" fmla="*/ 41165 h 107486"/>
                <a:gd name="connsiteX6" fmla="*/ 0 w 49741"/>
                <a:gd name="connsiteY6" fmla="*/ 25728 h 107486"/>
                <a:gd name="connsiteX7" fmla="*/ 12006 w 49741"/>
                <a:gd name="connsiteY7" fmla="*/ 25728 h 107486"/>
                <a:gd name="connsiteX8" fmla="*/ 12006 w 49741"/>
                <a:gd name="connsiteY8" fmla="*/ 4002 h 107486"/>
                <a:gd name="connsiteX9" fmla="*/ 30588 w 49741"/>
                <a:gd name="connsiteY9" fmla="*/ 0 h 107486"/>
                <a:gd name="connsiteX10" fmla="*/ 30588 w 49741"/>
                <a:gd name="connsiteY10" fmla="*/ 26014 h 107486"/>
                <a:gd name="connsiteX11" fmla="*/ 49741 w 49741"/>
                <a:gd name="connsiteY11" fmla="*/ 26014 h 107486"/>
                <a:gd name="connsiteX12" fmla="*/ 49741 w 49741"/>
                <a:gd name="connsiteY12" fmla="*/ 41451 h 107486"/>
                <a:gd name="connsiteX13" fmla="*/ 30588 w 49741"/>
                <a:gd name="connsiteY13" fmla="*/ 41451 h 107486"/>
                <a:gd name="connsiteX14" fmla="*/ 30588 w 49741"/>
                <a:gd name="connsiteY14" fmla="*/ 80901 h 107486"/>
                <a:gd name="connsiteX15" fmla="*/ 39164 w 49741"/>
                <a:gd name="connsiteY15" fmla="*/ 91478 h 107486"/>
                <a:gd name="connsiteX16" fmla="*/ 49741 w 49741"/>
                <a:gd name="connsiteY16" fmla="*/ 88619 h 10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9741" h="107486">
                  <a:moveTo>
                    <a:pt x="49741" y="88619"/>
                  </a:moveTo>
                  <a:lnTo>
                    <a:pt x="49741" y="104628"/>
                  </a:lnTo>
                  <a:cubicBezTo>
                    <a:pt x="45739" y="106629"/>
                    <a:pt x="39450" y="107486"/>
                    <a:pt x="34018" y="107486"/>
                  </a:cubicBezTo>
                  <a:cubicBezTo>
                    <a:pt x="20011" y="107486"/>
                    <a:pt x="12292" y="99482"/>
                    <a:pt x="12292" y="84903"/>
                  </a:cubicBezTo>
                  <a:lnTo>
                    <a:pt x="12292" y="41165"/>
                  </a:lnTo>
                  <a:lnTo>
                    <a:pt x="0" y="41165"/>
                  </a:lnTo>
                  <a:lnTo>
                    <a:pt x="0" y="25728"/>
                  </a:lnTo>
                  <a:lnTo>
                    <a:pt x="12006" y="25728"/>
                  </a:lnTo>
                  <a:lnTo>
                    <a:pt x="12006" y="4002"/>
                  </a:lnTo>
                  <a:lnTo>
                    <a:pt x="30588" y="0"/>
                  </a:lnTo>
                  <a:lnTo>
                    <a:pt x="30588" y="26014"/>
                  </a:lnTo>
                  <a:lnTo>
                    <a:pt x="49741" y="26014"/>
                  </a:lnTo>
                  <a:lnTo>
                    <a:pt x="49741" y="41451"/>
                  </a:lnTo>
                  <a:lnTo>
                    <a:pt x="30588" y="41451"/>
                  </a:lnTo>
                  <a:lnTo>
                    <a:pt x="30588" y="80901"/>
                  </a:lnTo>
                  <a:cubicBezTo>
                    <a:pt x="30588" y="88333"/>
                    <a:pt x="33161" y="91478"/>
                    <a:pt x="39164" y="91478"/>
                  </a:cubicBezTo>
                  <a:cubicBezTo>
                    <a:pt x="42594" y="91192"/>
                    <a:pt x="46597" y="90048"/>
                    <a:pt x="49741" y="8861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0" name="Freihandform: Form 169">
              <a:extLst>
                <a:ext uri="{FF2B5EF4-FFF2-40B4-BE49-F238E27FC236}">
                  <a16:creationId xmlns:a16="http://schemas.microsoft.com/office/drawing/2014/main" id="{649B43AC-08EA-4CF7-B720-1043BEE94621}"/>
                </a:ext>
              </a:extLst>
            </p:cNvPr>
            <p:cNvSpPr/>
            <p:nvPr/>
          </p:nvSpPr>
          <p:spPr>
            <a:xfrm>
              <a:off x="3822367" y="-140565"/>
              <a:ext cx="67750" cy="116062"/>
            </a:xfrm>
            <a:custGeom>
              <a:avLst/>
              <a:gdLst>
                <a:gd name="connsiteX0" fmla="*/ 34304 w 67750"/>
                <a:gd name="connsiteY0" fmla="*/ 64606 h 116062"/>
                <a:gd name="connsiteX1" fmla="*/ 49455 w 67750"/>
                <a:gd name="connsiteY1" fmla="*/ 66321 h 116062"/>
                <a:gd name="connsiteX2" fmla="*/ 49455 w 67750"/>
                <a:gd name="connsiteY2" fmla="*/ 63463 h 116062"/>
                <a:gd name="connsiteX3" fmla="*/ 31731 w 67750"/>
                <a:gd name="connsiteY3" fmla="*/ 48026 h 116062"/>
                <a:gd name="connsiteX4" fmla="*/ 11435 w 67750"/>
                <a:gd name="connsiteY4" fmla="*/ 52600 h 116062"/>
                <a:gd name="connsiteX5" fmla="*/ 7433 w 67750"/>
                <a:gd name="connsiteY5" fmla="*/ 36877 h 116062"/>
                <a:gd name="connsiteX6" fmla="*/ 33733 w 67750"/>
                <a:gd name="connsiteY6" fmla="*/ 32303 h 116062"/>
                <a:gd name="connsiteX7" fmla="*/ 67751 w 67750"/>
                <a:gd name="connsiteY7" fmla="*/ 63177 h 116062"/>
                <a:gd name="connsiteX8" fmla="*/ 67751 w 67750"/>
                <a:gd name="connsiteY8" fmla="*/ 114347 h 116062"/>
                <a:gd name="connsiteX9" fmla="*/ 50027 w 67750"/>
                <a:gd name="connsiteY9" fmla="*/ 114347 h 116062"/>
                <a:gd name="connsiteX10" fmla="*/ 50027 w 67750"/>
                <a:gd name="connsiteY10" fmla="*/ 105771 h 116062"/>
                <a:gd name="connsiteX11" fmla="*/ 49741 w 67750"/>
                <a:gd name="connsiteY11" fmla="*/ 105771 h 116062"/>
                <a:gd name="connsiteX12" fmla="*/ 26300 w 67750"/>
                <a:gd name="connsiteY12" fmla="*/ 116062 h 116062"/>
                <a:gd name="connsiteX13" fmla="*/ 0 w 67750"/>
                <a:gd name="connsiteY13" fmla="*/ 90620 h 116062"/>
                <a:gd name="connsiteX14" fmla="*/ 34304 w 67750"/>
                <a:gd name="connsiteY14" fmla="*/ 64606 h 116062"/>
                <a:gd name="connsiteX15" fmla="*/ 19153 w 67750"/>
                <a:gd name="connsiteY15" fmla="*/ 21726 h 116062"/>
                <a:gd name="connsiteX16" fmla="*/ 8004 w 67750"/>
                <a:gd name="connsiteY16" fmla="*/ 10863 h 116062"/>
                <a:gd name="connsiteX17" fmla="*/ 19153 w 67750"/>
                <a:gd name="connsiteY17" fmla="*/ 0 h 116062"/>
                <a:gd name="connsiteX18" fmla="*/ 30302 w 67750"/>
                <a:gd name="connsiteY18" fmla="*/ 10863 h 116062"/>
                <a:gd name="connsiteX19" fmla="*/ 19153 w 67750"/>
                <a:gd name="connsiteY19" fmla="*/ 21726 h 116062"/>
                <a:gd name="connsiteX20" fmla="*/ 31160 w 67750"/>
                <a:gd name="connsiteY20" fmla="*/ 102055 h 116062"/>
                <a:gd name="connsiteX21" fmla="*/ 49455 w 67750"/>
                <a:gd name="connsiteY21" fmla="*/ 92335 h 116062"/>
                <a:gd name="connsiteX22" fmla="*/ 49455 w 67750"/>
                <a:gd name="connsiteY22" fmla="*/ 78614 h 116062"/>
                <a:gd name="connsiteX23" fmla="*/ 36305 w 67750"/>
                <a:gd name="connsiteY23" fmla="*/ 77184 h 116062"/>
                <a:gd name="connsiteX24" fmla="*/ 17724 w 67750"/>
                <a:gd name="connsiteY24" fmla="*/ 90334 h 116062"/>
                <a:gd name="connsiteX25" fmla="*/ 31160 w 67750"/>
                <a:gd name="connsiteY25" fmla="*/ 102055 h 116062"/>
                <a:gd name="connsiteX26" fmla="*/ 51742 w 67750"/>
                <a:gd name="connsiteY26" fmla="*/ 21726 h 116062"/>
                <a:gd name="connsiteX27" fmla="*/ 40593 w 67750"/>
                <a:gd name="connsiteY27" fmla="*/ 10863 h 116062"/>
                <a:gd name="connsiteX28" fmla="*/ 51742 w 67750"/>
                <a:gd name="connsiteY28" fmla="*/ 0 h 116062"/>
                <a:gd name="connsiteX29" fmla="*/ 62891 w 67750"/>
                <a:gd name="connsiteY29" fmla="*/ 10863 h 116062"/>
                <a:gd name="connsiteX30" fmla="*/ 51742 w 67750"/>
                <a:gd name="connsiteY30" fmla="*/ 21726 h 116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7750" h="116062">
                  <a:moveTo>
                    <a:pt x="34304" y="64606"/>
                  </a:moveTo>
                  <a:cubicBezTo>
                    <a:pt x="39450" y="64606"/>
                    <a:pt x="44310" y="64892"/>
                    <a:pt x="49455" y="66321"/>
                  </a:cubicBezTo>
                  <a:lnTo>
                    <a:pt x="49455" y="63463"/>
                  </a:lnTo>
                  <a:cubicBezTo>
                    <a:pt x="49455" y="53171"/>
                    <a:pt x="43452" y="48026"/>
                    <a:pt x="31731" y="48026"/>
                  </a:cubicBezTo>
                  <a:cubicBezTo>
                    <a:pt x="25157" y="48026"/>
                    <a:pt x="18010" y="49455"/>
                    <a:pt x="11435" y="52600"/>
                  </a:cubicBezTo>
                  <a:lnTo>
                    <a:pt x="7433" y="36877"/>
                  </a:lnTo>
                  <a:cubicBezTo>
                    <a:pt x="14865" y="34018"/>
                    <a:pt x="24585" y="32303"/>
                    <a:pt x="33733" y="32303"/>
                  </a:cubicBezTo>
                  <a:cubicBezTo>
                    <a:pt x="56316" y="32303"/>
                    <a:pt x="67751" y="42880"/>
                    <a:pt x="67751" y="63177"/>
                  </a:cubicBezTo>
                  <a:lnTo>
                    <a:pt x="67751" y="114347"/>
                  </a:lnTo>
                  <a:lnTo>
                    <a:pt x="50027" y="114347"/>
                  </a:lnTo>
                  <a:lnTo>
                    <a:pt x="50027" y="105771"/>
                  </a:lnTo>
                  <a:lnTo>
                    <a:pt x="49741" y="105771"/>
                  </a:lnTo>
                  <a:cubicBezTo>
                    <a:pt x="42880" y="112918"/>
                    <a:pt x="35734" y="116062"/>
                    <a:pt x="26300" y="116062"/>
                  </a:cubicBezTo>
                  <a:cubicBezTo>
                    <a:pt x="10291" y="116062"/>
                    <a:pt x="0" y="106057"/>
                    <a:pt x="0" y="90620"/>
                  </a:cubicBezTo>
                  <a:cubicBezTo>
                    <a:pt x="0" y="73754"/>
                    <a:pt x="12006" y="64606"/>
                    <a:pt x="34304" y="64606"/>
                  </a:cubicBezTo>
                  <a:close/>
                  <a:moveTo>
                    <a:pt x="19153" y="21726"/>
                  </a:moveTo>
                  <a:cubicBezTo>
                    <a:pt x="13150" y="21726"/>
                    <a:pt x="8004" y="16580"/>
                    <a:pt x="8004" y="10863"/>
                  </a:cubicBezTo>
                  <a:cubicBezTo>
                    <a:pt x="8004" y="5146"/>
                    <a:pt x="13150" y="0"/>
                    <a:pt x="19153" y="0"/>
                  </a:cubicBezTo>
                  <a:cubicBezTo>
                    <a:pt x="25157" y="0"/>
                    <a:pt x="30302" y="5146"/>
                    <a:pt x="30302" y="10863"/>
                  </a:cubicBezTo>
                  <a:cubicBezTo>
                    <a:pt x="30302" y="16866"/>
                    <a:pt x="25157" y="21726"/>
                    <a:pt x="19153" y="21726"/>
                  </a:cubicBezTo>
                  <a:close/>
                  <a:moveTo>
                    <a:pt x="31160" y="102055"/>
                  </a:moveTo>
                  <a:cubicBezTo>
                    <a:pt x="38021" y="102055"/>
                    <a:pt x="44310" y="98625"/>
                    <a:pt x="49455" y="92335"/>
                  </a:cubicBezTo>
                  <a:lnTo>
                    <a:pt x="49455" y="78614"/>
                  </a:lnTo>
                  <a:cubicBezTo>
                    <a:pt x="45167" y="77470"/>
                    <a:pt x="40593" y="77184"/>
                    <a:pt x="36305" y="77184"/>
                  </a:cubicBezTo>
                  <a:cubicBezTo>
                    <a:pt x="24585" y="77184"/>
                    <a:pt x="17724" y="81758"/>
                    <a:pt x="17724" y="90334"/>
                  </a:cubicBezTo>
                  <a:cubicBezTo>
                    <a:pt x="17724" y="97481"/>
                    <a:pt x="22869" y="102055"/>
                    <a:pt x="31160" y="102055"/>
                  </a:cubicBezTo>
                  <a:close/>
                  <a:moveTo>
                    <a:pt x="51742" y="21726"/>
                  </a:moveTo>
                  <a:cubicBezTo>
                    <a:pt x="45739" y="21726"/>
                    <a:pt x="40593" y="16580"/>
                    <a:pt x="40593" y="10863"/>
                  </a:cubicBezTo>
                  <a:cubicBezTo>
                    <a:pt x="40593" y="5146"/>
                    <a:pt x="45739" y="0"/>
                    <a:pt x="51742" y="0"/>
                  </a:cubicBezTo>
                  <a:cubicBezTo>
                    <a:pt x="57745" y="0"/>
                    <a:pt x="62891" y="5146"/>
                    <a:pt x="62891" y="10863"/>
                  </a:cubicBezTo>
                  <a:cubicBezTo>
                    <a:pt x="62891" y="16866"/>
                    <a:pt x="57745" y="21726"/>
                    <a:pt x="51742" y="21726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1" name="Freihandform: Form 170">
              <a:extLst>
                <a:ext uri="{FF2B5EF4-FFF2-40B4-BE49-F238E27FC236}">
                  <a16:creationId xmlns:a16="http://schemas.microsoft.com/office/drawing/2014/main" id="{12D72BC0-ECA6-4BB4-9317-4BC921FC94BB}"/>
                </a:ext>
              </a:extLst>
            </p:cNvPr>
            <p:cNvSpPr/>
            <p:nvPr/>
          </p:nvSpPr>
          <p:spPr>
            <a:xfrm>
              <a:off x="3904697" y="-131989"/>
              <a:ext cx="49740" cy="107486"/>
            </a:xfrm>
            <a:custGeom>
              <a:avLst/>
              <a:gdLst>
                <a:gd name="connsiteX0" fmla="*/ 49741 w 49740"/>
                <a:gd name="connsiteY0" fmla="*/ 88619 h 107486"/>
                <a:gd name="connsiteX1" fmla="*/ 49741 w 49740"/>
                <a:gd name="connsiteY1" fmla="*/ 104628 h 107486"/>
                <a:gd name="connsiteX2" fmla="*/ 34018 w 49740"/>
                <a:gd name="connsiteY2" fmla="*/ 107486 h 107486"/>
                <a:gd name="connsiteX3" fmla="*/ 12292 w 49740"/>
                <a:gd name="connsiteY3" fmla="*/ 84903 h 107486"/>
                <a:gd name="connsiteX4" fmla="*/ 12292 w 49740"/>
                <a:gd name="connsiteY4" fmla="*/ 41165 h 107486"/>
                <a:gd name="connsiteX5" fmla="*/ 0 w 49740"/>
                <a:gd name="connsiteY5" fmla="*/ 41165 h 107486"/>
                <a:gd name="connsiteX6" fmla="*/ 0 w 49740"/>
                <a:gd name="connsiteY6" fmla="*/ 25728 h 107486"/>
                <a:gd name="connsiteX7" fmla="*/ 12006 w 49740"/>
                <a:gd name="connsiteY7" fmla="*/ 25728 h 107486"/>
                <a:gd name="connsiteX8" fmla="*/ 12006 w 49740"/>
                <a:gd name="connsiteY8" fmla="*/ 4002 h 107486"/>
                <a:gd name="connsiteX9" fmla="*/ 30588 w 49740"/>
                <a:gd name="connsiteY9" fmla="*/ 0 h 107486"/>
                <a:gd name="connsiteX10" fmla="*/ 30588 w 49740"/>
                <a:gd name="connsiteY10" fmla="*/ 26014 h 107486"/>
                <a:gd name="connsiteX11" fmla="*/ 49741 w 49740"/>
                <a:gd name="connsiteY11" fmla="*/ 26014 h 107486"/>
                <a:gd name="connsiteX12" fmla="*/ 49741 w 49740"/>
                <a:gd name="connsiteY12" fmla="*/ 41451 h 107486"/>
                <a:gd name="connsiteX13" fmla="*/ 30588 w 49740"/>
                <a:gd name="connsiteY13" fmla="*/ 41451 h 107486"/>
                <a:gd name="connsiteX14" fmla="*/ 30588 w 49740"/>
                <a:gd name="connsiteY14" fmla="*/ 80901 h 107486"/>
                <a:gd name="connsiteX15" fmla="*/ 39164 w 49740"/>
                <a:gd name="connsiteY15" fmla="*/ 91478 h 107486"/>
                <a:gd name="connsiteX16" fmla="*/ 49741 w 49740"/>
                <a:gd name="connsiteY16" fmla="*/ 88619 h 10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9740" h="107486">
                  <a:moveTo>
                    <a:pt x="49741" y="88619"/>
                  </a:moveTo>
                  <a:lnTo>
                    <a:pt x="49741" y="104628"/>
                  </a:lnTo>
                  <a:cubicBezTo>
                    <a:pt x="45739" y="106629"/>
                    <a:pt x="39450" y="107486"/>
                    <a:pt x="34018" y="107486"/>
                  </a:cubicBezTo>
                  <a:cubicBezTo>
                    <a:pt x="20011" y="107486"/>
                    <a:pt x="12292" y="99482"/>
                    <a:pt x="12292" y="84903"/>
                  </a:cubicBezTo>
                  <a:lnTo>
                    <a:pt x="12292" y="41165"/>
                  </a:lnTo>
                  <a:lnTo>
                    <a:pt x="0" y="41165"/>
                  </a:lnTo>
                  <a:lnTo>
                    <a:pt x="0" y="25728"/>
                  </a:lnTo>
                  <a:lnTo>
                    <a:pt x="12006" y="25728"/>
                  </a:lnTo>
                  <a:lnTo>
                    <a:pt x="12006" y="4002"/>
                  </a:lnTo>
                  <a:lnTo>
                    <a:pt x="30588" y="0"/>
                  </a:lnTo>
                  <a:lnTo>
                    <a:pt x="30588" y="26014"/>
                  </a:lnTo>
                  <a:lnTo>
                    <a:pt x="49741" y="26014"/>
                  </a:lnTo>
                  <a:lnTo>
                    <a:pt x="49741" y="41451"/>
                  </a:lnTo>
                  <a:lnTo>
                    <a:pt x="30588" y="41451"/>
                  </a:lnTo>
                  <a:lnTo>
                    <a:pt x="30588" y="80901"/>
                  </a:lnTo>
                  <a:cubicBezTo>
                    <a:pt x="30588" y="88333"/>
                    <a:pt x="33161" y="91478"/>
                    <a:pt x="39164" y="91478"/>
                  </a:cubicBezTo>
                  <a:cubicBezTo>
                    <a:pt x="42880" y="91192"/>
                    <a:pt x="46596" y="90048"/>
                    <a:pt x="49741" y="8861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2" name="Freihandform: Form 171">
              <a:extLst>
                <a:ext uri="{FF2B5EF4-FFF2-40B4-BE49-F238E27FC236}">
                  <a16:creationId xmlns:a16="http://schemas.microsoft.com/office/drawing/2014/main" id="{C3ABA628-7B39-4E18-9E0D-FCE9FB16AB23}"/>
                </a:ext>
              </a:extLst>
            </p:cNvPr>
            <p:cNvSpPr/>
            <p:nvPr/>
          </p:nvSpPr>
          <p:spPr>
            <a:xfrm>
              <a:off x="1649198" y="35815"/>
              <a:ext cx="77756" cy="110630"/>
            </a:xfrm>
            <a:custGeom>
              <a:avLst/>
              <a:gdLst>
                <a:gd name="connsiteX0" fmla="*/ 77756 w 77756"/>
                <a:gd name="connsiteY0" fmla="*/ 33447 h 110630"/>
                <a:gd name="connsiteX1" fmla="*/ 38020 w 77756"/>
                <a:gd name="connsiteY1" fmla="*/ 68323 h 110630"/>
                <a:gd name="connsiteX2" fmla="*/ 19725 w 77756"/>
                <a:gd name="connsiteY2" fmla="*/ 68323 h 110630"/>
                <a:gd name="connsiteX3" fmla="*/ 19725 w 77756"/>
                <a:gd name="connsiteY3" fmla="*/ 110631 h 110630"/>
                <a:gd name="connsiteX4" fmla="*/ 0 w 77756"/>
                <a:gd name="connsiteY4" fmla="*/ 110631 h 110630"/>
                <a:gd name="connsiteX5" fmla="*/ 0 w 77756"/>
                <a:gd name="connsiteY5" fmla="*/ 0 h 110630"/>
                <a:gd name="connsiteX6" fmla="*/ 39164 w 77756"/>
                <a:gd name="connsiteY6" fmla="*/ 0 h 110630"/>
                <a:gd name="connsiteX7" fmla="*/ 77756 w 77756"/>
                <a:gd name="connsiteY7" fmla="*/ 33447 h 110630"/>
                <a:gd name="connsiteX8" fmla="*/ 58031 w 77756"/>
                <a:gd name="connsiteY8" fmla="*/ 34304 h 110630"/>
                <a:gd name="connsiteX9" fmla="*/ 38306 w 77756"/>
                <a:gd name="connsiteY9" fmla="*/ 17438 h 110630"/>
                <a:gd name="connsiteX10" fmla="*/ 19725 w 77756"/>
                <a:gd name="connsiteY10" fmla="*/ 17438 h 110630"/>
                <a:gd name="connsiteX11" fmla="*/ 19725 w 77756"/>
                <a:gd name="connsiteY11" fmla="*/ 51170 h 110630"/>
                <a:gd name="connsiteX12" fmla="*/ 37735 w 77756"/>
                <a:gd name="connsiteY12" fmla="*/ 51170 h 110630"/>
                <a:gd name="connsiteX13" fmla="*/ 58031 w 77756"/>
                <a:gd name="connsiteY13" fmla="*/ 34304 h 110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7756" h="110630">
                  <a:moveTo>
                    <a:pt x="77756" y="33447"/>
                  </a:moveTo>
                  <a:cubicBezTo>
                    <a:pt x="77756" y="57460"/>
                    <a:pt x="61176" y="68323"/>
                    <a:pt x="38020" y="68323"/>
                  </a:cubicBezTo>
                  <a:lnTo>
                    <a:pt x="19725" y="68323"/>
                  </a:lnTo>
                  <a:lnTo>
                    <a:pt x="19725" y="110631"/>
                  </a:lnTo>
                  <a:lnTo>
                    <a:pt x="0" y="110631"/>
                  </a:lnTo>
                  <a:lnTo>
                    <a:pt x="0" y="0"/>
                  </a:lnTo>
                  <a:lnTo>
                    <a:pt x="39164" y="0"/>
                  </a:lnTo>
                  <a:cubicBezTo>
                    <a:pt x="61462" y="0"/>
                    <a:pt x="77756" y="9720"/>
                    <a:pt x="77756" y="33447"/>
                  </a:cubicBezTo>
                  <a:close/>
                  <a:moveTo>
                    <a:pt x="58031" y="34304"/>
                  </a:moveTo>
                  <a:cubicBezTo>
                    <a:pt x="58031" y="22869"/>
                    <a:pt x="50884" y="17438"/>
                    <a:pt x="38306" y="17438"/>
                  </a:cubicBezTo>
                  <a:lnTo>
                    <a:pt x="19725" y="17438"/>
                  </a:lnTo>
                  <a:lnTo>
                    <a:pt x="19725" y="51170"/>
                  </a:lnTo>
                  <a:lnTo>
                    <a:pt x="37735" y="51170"/>
                  </a:lnTo>
                  <a:cubicBezTo>
                    <a:pt x="50884" y="51170"/>
                    <a:pt x="58031" y="45453"/>
                    <a:pt x="58031" y="34304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3" name="Freihandform: Form 172">
              <a:extLst>
                <a:ext uri="{FF2B5EF4-FFF2-40B4-BE49-F238E27FC236}">
                  <a16:creationId xmlns:a16="http://schemas.microsoft.com/office/drawing/2014/main" id="{47D35B9D-1EE2-47E0-8D0C-6B33FCB9C822}"/>
                </a:ext>
              </a:extLst>
            </p:cNvPr>
            <p:cNvSpPr/>
            <p:nvPr/>
          </p:nvSpPr>
          <p:spPr>
            <a:xfrm>
              <a:off x="1744678" y="29811"/>
              <a:ext cx="68608" cy="116920"/>
            </a:xfrm>
            <a:custGeom>
              <a:avLst/>
              <a:gdLst>
                <a:gd name="connsiteX0" fmla="*/ 68608 w 68608"/>
                <a:gd name="connsiteY0" fmla="*/ 116634 h 116920"/>
                <a:gd name="connsiteX1" fmla="*/ 50027 w 68608"/>
                <a:gd name="connsiteY1" fmla="*/ 116634 h 116920"/>
                <a:gd name="connsiteX2" fmla="*/ 50027 w 68608"/>
                <a:gd name="connsiteY2" fmla="*/ 70895 h 116920"/>
                <a:gd name="connsiteX3" fmla="*/ 35162 w 68608"/>
                <a:gd name="connsiteY3" fmla="*/ 51456 h 116920"/>
                <a:gd name="connsiteX4" fmla="*/ 18581 w 68608"/>
                <a:gd name="connsiteY4" fmla="*/ 70895 h 116920"/>
                <a:gd name="connsiteX5" fmla="*/ 18581 w 68608"/>
                <a:gd name="connsiteY5" fmla="*/ 116920 h 116920"/>
                <a:gd name="connsiteX6" fmla="*/ 0 w 68608"/>
                <a:gd name="connsiteY6" fmla="*/ 116920 h 116920"/>
                <a:gd name="connsiteX7" fmla="*/ 0 w 68608"/>
                <a:gd name="connsiteY7" fmla="*/ 4574 h 116920"/>
                <a:gd name="connsiteX8" fmla="*/ 18581 w 68608"/>
                <a:gd name="connsiteY8" fmla="*/ 0 h 116920"/>
                <a:gd name="connsiteX9" fmla="*/ 18581 w 68608"/>
                <a:gd name="connsiteY9" fmla="*/ 46597 h 116920"/>
                <a:gd name="connsiteX10" fmla="*/ 18867 w 68608"/>
                <a:gd name="connsiteY10" fmla="*/ 46597 h 116920"/>
                <a:gd name="connsiteX11" fmla="*/ 42308 w 68608"/>
                <a:gd name="connsiteY11" fmla="*/ 34876 h 116920"/>
                <a:gd name="connsiteX12" fmla="*/ 68608 w 68608"/>
                <a:gd name="connsiteY12" fmla="*/ 67179 h 116920"/>
                <a:gd name="connsiteX13" fmla="*/ 68608 w 68608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116920">
                  <a:moveTo>
                    <a:pt x="68608" y="116634"/>
                  </a:moveTo>
                  <a:lnTo>
                    <a:pt x="50027" y="116634"/>
                  </a:lnTo>
                  <a:lnTo>
                    <a:pt x="50027" y="70895"/>
                  </a:lnTo>
                  <a:cubicBezTo>
                    <a:pt x="50027" y="59175"/>
                    <a:pt x="46311" y="51456"/>
                    <a:pt x="35162" y="51456"/>
                  </a:cubicBezTo>
                  <a:cubicBezTo>
                    <a:pt x="22298" y="51456"/>
                    <a:pt x="18581" y="61748"/>
                    <a:pt x="18581" y="70895"/>
                  </a:cubicBezTo>
                  <a:lnTo>
                    <a:pt x="18581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7"/>
                  </a:lnTo>
                  <a:lnTo>
                    <a:pt x="18867" y="46597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4" name="Freihandform: Form 173">
              <a:extLst>
                <a:ext uri="{FF2B5EF4-FFF2-40B4-BE49-F238E27FC236}">
                  <a16:creationId xmlns:a16="http://schemas.microsoft.com/office/drawing/2014/main" id="{73DFF885-8B16-4D11-994D-EFE7E661D63E}"/>
                </a:ext>
              </a:extLst>
            </p:cNvPr>
            <p:cNvSpPr/>
            <p:nvPr/>
          </p:nvSpPr>
          <p:spPr>
            <a:xfrm>
              <a:off x="1834440" y="30955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010"/>
                    <a:pt x="0" y="11435"/>
                  </a:cubicBezTo>
                  <a:cubicBezTo>
                    <a:pt x="0" y="4860"/>
                    <a:pt x="5431" y="0"/>
                    <a:pt x="11721" y="0"/>
                  </a:cubicBezTo>
                  <a:cubicBezTo>
                    <a:pt x="18296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5" name="Freihandform: Form 174">
              <a:extLst>
                <a:ext uri="{FF2B5EF4-FFF2-40B4-BE49-F238E27FC236}">
                  <a16:creationId xmlns:a16="http://schemas.microsoft.com/office/drawing/2014/main" id="{6CA0BD27-0877-48A9-9A32-3B8E26397C50}"/>
                </a:ext>
              </a:extLst>
            </p:cNvPr>
            <p:cNvSpPr/>
            <p:nvPr/>
          </p:nvSpPr>
          <p:spPr>
            <a:xfrm>
              <a:off x="1880465" y="29525"/>
              <a:ext cx="18581" cy="116920"/>
            </a:xfrm>
            <a:custGeom>
              <a:avLst/>
              <a:gdLst>
                <a:gd name="connsiteX0" fmla="*/ 18581 w 18581"/>
                <a:gd name="connsiteY0" fmla="*/ 116920 h 116920"/>
                <a:gd name="connsiteX1" fmla="*/ 0 w 18581"/>
                <a:gd name="connsiteY1" fmla="*/ 116920 h 116920"/>
                <a:gd name="connsiteX2" fmla="*/ 0 w 18581"/>
                <a:gd name="connsiteY2" fmla="*/ 4288 h 116920"/>
                <a:gd name="connsiteX3" fmla="*/ 18581 w 18581"/>
                <a:gd name="connsiteY3" fmla="*/ 0 h 116920"/>
                <a:gd name="connsiteX4" fmla="*/ 18581 w 18581"/>
                <a:gd name="connsiteY4" fmla="*/ 116920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81" h="116920">
                  <a:moveTo>
                    <a:pt x="18581" y="116920"/>
                  </a:moveTo>
                  <a:lnTo>
                    <a:pt x="0" y="116920"/>
                  </a:lnTo>
                  <a:lnTo>
                    <a:pt x="0" y="4288"/>
                  </a:lnTo>
                  <a:lnTo>
                    <a:pt x="18581" y="0"/>
                  </a:lnTo>
                  <a:lnTo>
                    <a:pt x="18581" y="116920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6" name="Freihandform: Form 175">
              <a:extLst>
                <a:ext uri="{FF2B5EF4-FFF2-40B4-BE49-F238E27FC236}">
                  <a16:creationId xmlns:a16="http://schemas.microsoft.com/office/drawing/2014/main" id="{FF707C74-32A0-425B-972F-31E8D762A89D}"/>
                </a:ext>
              </a:extLst>
            </p:cNvPr>
            <p:cNvSpPr/>
            <p:nvPr/>
          </p:nvSpPr>
          <p:spPr>
            <a:xfrm>
              <a:off x="1919343" y="64401"/>
              <a:ext cx="77184" cy="84045"/>
            </a:xfrm>
            <a:custGeom>
              <a:avLst/>
              <a:gdLst>
                <a:gd name="connsiteX0" fmla="*/ 0 w 77184"/>
                <a:gd name="connsiteY0" fmla="*/ 42023 h 84045"/>
                <a:gd name="connsiteX1" fmla="*/ 38878 w 77184"/>
                <a:gd name="connsiteY1" fmla="*/ 0 h 84045"/>
                <a:gd name="connsiteX2" fmla="*/ 77184 w 77184"/>
                <a:gd name="connsiteY2" fmla="*/ 42023 h 84045"/>
                <a:gd name="connsiteX3" fmla="*/ 38878 w 77184"/>
                <a:gd name="connsiteY3" fmla="*/ 84045 h 84045"/>
                <a:gd name="connsiteX4" fmla="*/ 0 w 77184"/>
                <a:gd name="connsiteY4" fmla="*/ 42023 h 84045"/>
                <a:gd name="connsiteX5" fmla="*/ 58317 w 77184"/>
                <a:gd name="connsiteY5" fmla="*/ 42309 h 84045"/>
                <a:gd name="connsiteX6" fmla="*/ 38306 w 77184"/>
                <a:gd name="connsiteY6" fmla="*/ 17152 h 84045"/>
                <a:gd name="connsiteX7" fmla="*/ 18296 w 77184"/>
                <a:gd name="connsiteY7" fmla="*/ 42023 h 84045"/>
                <a:gd name="connsiteX8" fmla="*/ 38306 w 77184"/>
                <a:gd name="connsiteY8" fmla="*/ 67465 h 84045"/>
                <a:gd name="connsiteX9" fmla="*/ 58317 w 77184"/>
                <a:gd name="connsiteY9" fmla="*/ 42309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7184" h="84045">
                  <a:moveTo>
                    <a:pt x="0" y="42023"/>
                  </a:moveTo>
                  <a:cubicBezTo>
                    <a:pt x="0" y="16866"/>
                    <a:pt x="15437" y="0"/>
                    <a:pt x="38878" y="0"/>
                  </a:cubicBezTo>
                  <a:cubicBezTo>
                    <a:pt x="62033" y="0"/>
                    <a:pt x="77184" y="16580"/>
                    <a:pt x="77184" y="42023"/>
                  </a:cubicBezTo>
                  <a:cubicBezTo>
                    <a:pt x="77184" y="67179"/>
                    <a:pt x="62319" y="84045"/>
                    <a:pt x="38878" y="84045"/>
                  </a:cubicBezTo>
                  <a:cubicBezTo>
                    <a:pt x="15723" y="84045"/>
                    <a:pt x="0" y="67465"/>
                    <a:pt x="0" y="42023"/>
                  </a:cubicBezTo>
                  <a:close/>
                  <a:moveTo>
                    <a:pt x="58317" y="42309"/>
                  </a:moveTo>
                  <a:cubicBezTo>
                    <a:pt x="58317" y="26872"/>
                    <a:pt x="50599" y="17152"/>
                    <a:pt x="38306" y="17152"/>
                  </a:cubicBezTo>
                  <a:cubicBezTo>
                    <a:pt x="26014" y="17152"/>
                    <a:pt x="18296" y="26872"/>
                    <a:pt x="18296" y="42023"/>
                  </a:cubicBezTo>
                  <a:cubicBezTo>
                    <a:pt x="18296" y="57460"/>
                    <a:pt x="26014" y="67465"/>
                    <a:pt x="38306" y="67465"/>
                  </a:cubicBezTo>
                  <a:cubicBezTo>
                    <a:pt x="50885" y="67179"/>
                    <a:pt x="58317" y="57745"/>
                    <a:pt x="58317" y="4230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7" name="Freihandform: Form 176">
              <a:extLst>
                <a:ext uri="{FF2B5EF4-FFF2-40B4-BE49-F238E27FC236}">
                  <a16:creationId xmlns:a16="http://schemas.microsoft.com/office/drawing/2014/main" id="{0CAA95E8-1F27-4E6A-A72A-5D659080D482}"/>
                </a:ext>
              </a:extLst>
            </p:cNvPr>
            <p:cNvSpPr/>
            <p:nvPr/>
          </p:nvSpPr>
          <p:spPr>
            <a:xfrm>
              <a:off x="2008534" y="64401"/>
              <a:ext cx="61747" cy="84045"/>
            </a:xfrm>
            <a:custGeom>
              <a:avLst/>
              <a:gdLst>
                <a:gd name="connsiteX0" fmla="*/ 8862 w 61747"/>
                <a:gd name="connsiteY0" fmla="*/ 59461 h 84045"/>
                <a:gd name="connsiteX1" fmla="*/ 31445 w 61747"/>
                <a:gd name="connsiteY1" fmla="*/ 68323 h 84045"/>
                <a:gd name="connsiteX2" fmla="*/ 43166 w 61747"/>
                <a:gd name="connsiteY2" fmla="*/ 60318 h 84045"/>
                <a:gd name="connsiteX3" fmla="*/ 3145 w 61747"/>
                <a:gd name="connsiteY3" fmla="*/ 24871 h 84045"/>
                <a:gd name="connsiteX4" fmla="*/ 33447 w 61747"/>
                <a:gd name="connsiteY4" fmla="*/ 0 h 84045"/>
                <a:gd name="connsiteX5" fmla="*/ 61176 w 61747"/>
                <a:gd name="connsiteY5" fmla="*/ 8290 h 84045"/>
                <a:gd name="connsiteX6" fmla="*/ 52314 w 61747"/>
                <a:gd name="connsiteY6" fmla="*/ 22869 h 84045"/>
                <a:gd name="connsiteX7" fmla="*/ 33161 w 61747"/>
                <a:gd name="connsiteY7" fmla="*/ 15723 h 84045"/>
                <a:gd name="connsiteX8" fmla="*/ 21726 w 61747"/>
                <a:gd name="connsiteY8" fmla="*/ 23155 h 84045"/>
                <a:gd name="connsiteX9" fmla="*/ 61747 w 61747"/>
                <a:gd name="connsiteY9" fmla="*/ 58603 h 84045"/>
                <a:gd name="connsiteX10" fmla="*/ 30874 w 61747"/>
                <a:gd name="connsiteY10" fmla="*/ 84045 h 84045"/>
                <a:gd name="connsiteX11" fmla="*/ 0 w 61747"/>
                <a:gd name="connsiteY11" fmla="*/ 74326 h 84045"/>
                <a:gd name="connsiteX12" fmla="*/ 8862 w 61747"/>
                <a:gd name="connsiteY12" fmla="*/ 5946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747" h="84045">
                  <a:moveTo>
                    <a:pt x="8862" y="59461"/>
                  </a:moveTo>
                  <a:cubicBezTo>
                    <a:pt x="16580" y="65464"/>
                    <a:pt x="24299" y="68323"/>
                    <a:pt x="31445" y="68323"/>
                  </a:cubicBezTo>
                  <a:cubicBezTo>
                    <a:pt x="38306" y="68323"/>
                    <a:pt x="43166" y="65178"/>
                    <a:pt x="43166" y="60318"/>
                  </a:cubicBezTo>
                  <a:cubicBezTo>
                    <a:pt x="43166" y="46597"/>
                    <a:pt x="3145" y="51456"/>
                    <a:pt x="3145" y="24871"/>
                  </a:cubicBezTo>
                  <a:cubicBezTo>
                    <a:pt x="3145" y="10005"/>
                    <a:pt x="15437" y="0"/>
                    <a:pt x="33447" y="0"/>
                  </a:cubicBezTo>
                  <a:cubicBezTo>
                    <a:pt x="43166" y="0"/>
                    <a:pt x="52600" y="2859"/>
                    <a:pt x="61176" y="8290"/>
                  </a:cubicBezTo>
                  <a:lnTo>
                    <a:pt x="52314" y="22869"/>
                  </a:lnTo>
                  <a:cubicBezTo>
                    <a:pt x="45453" y="18296"/>
                    <a:pt x="39164" y="15723"/>
                    <a:pt x="33161" y="15723"/>
                  </a:cubicBezTo>
                  <a:cubicBezTo>
                    <a:pt x="26300" y="15723"/>
                    <a:pt x="21726" y="18581"/>
                    <a:pt x="21726" y="23155"/>
                  </a:cubicBezTo>
                  <a:cubicBezTo>
                    <a:pt x="21726" y="36305"/>
                    <a:pt x="61747" y="31731"/>
                    <a:pt x="61747" y="58603"/>
                  </a:cubicBezTo>
                  <a:cubicBezTo>
                    <a:pt x="61747" y="73754"/>
                    <a:pt x="49455" y="84045"/>
                    <a:pt x="30874" y="84045"/>
                  </a:cubicBezTo>
                  <a:cubicBezTo>
                    <a:pt x="20297" y="84045"/>
                    <a:pt x="9434" y="80615"/>
                    <a:pt x="0" y="74326"/>
                  </a:cubicBezTo>
                  <a:lnTo>
                    <a:pt x="8862" y="5946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8" name="Freihandform: Form 177">
              <a:extLst>
                <a:ext uri="{FF2B5EF4-FFF2-40B4-BE49-F238E27FC236}">
                  <a16:creationId xmlns:a16="http://schemas.microsoft.com/office/drawing/2014/main" id="{ECD4BF4A-3567-4DD0-BD4C-56FC4EFFF3D9}"/>
                </a:ext>
              </a:extLst>
            </p:cNvPr>
            <p:cNvSpPr/>
            <p:nvPr/>
          </p:nvSpPr>
          <p:spPr>
            <a:xfrm>
              <a:off x="2085433" y="64401"/>
              <a:ext cx="77184" cy="84045"/>
            </a:xfrm>
            <a:custGeom>
              <a:avLst/>
              <a:gdLst>
                <a:gd name="connsiteX0" fmla="*/ 0 w 77184"/>
                <a:gd name="connsiteY0" fmla="*/ 42023 h 84045"/>
                <a:gd name="connsiteX1" fmla="*/ 38878 w 77184"/>
                <a:gd name="connsiteY1" fmla="*/ 0 h 84045"/>
                <a:gd name="connsiteX2" fmla="*/ 77184 w 77184"/>
                <a:gd name="connsiteY2" fmla="*/ 42023 h 84045"/>
                <a:gd name="connsiteX3" fmla="*/ 38878 w 77184"/>
                <a:gd name="connsiteY3" fmla="*/ 84045 h 84045"/>
                <a:gd name="connsiteX4" fmla="*/ 0 w 77184"/>
                <a:gd name="connsiteY4" fmla="*/ 42023 h 84045"/>
                <a:gd name="connsiteX5" fmla="*/ 58317 w 77184"/>
                <a:gd name="connsiteY5" fmla="*/ 42309 h 84045"/>
                <a:gd name="connsiteX6" fmla="*/ 38306 w 77184"/>
                <a:gd name="connsiteY6" fmla="*/ 17152 h 84045"/>
                <a:gd name="connsiteX7" fmla="*/ 18296 w 77184"/>
                <a:gd name="connsiteY7" fmla="*/ 42023 h 84045"/>
                <a:gd name="connsiteX8" fmla="*/ 38306 w 77184"/>
                <a:gd name="connsiteY8" fmla="*/ 67465 h 84045"/>
                <a:gd name="connsiteX9" fmla="*/ 58317 w 77184"/>
                <a:gd name="connsiteY9" fmla="*/ 42309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7184" h="84045">
                  <a:moveTo>
                    <a:pt x="0" y="42023"/>
                  </a:moveTo>
                  <a:cubicBezTo>
                    <a:pt x="0" y="16866"/>
                    <a:pt x="15437" y="0"/>
                    <a:pt x="38878" y="0"/>
                  </a:cubicBezTo>
                  <a:cubicBezTo>
                    <a:pt x="62033" y="0"/>
                    <a:pt x="77184" y="16580"/>
                    <a:pt x="77184" y="42023"/>
                  </a:cubicBezTo>
                  <a:cubicBezTo>
                    <a:pt x="77184" y="67179"/>
                    <a:pt x="62319" y="84045"/>
                    <a:pt x="38878" y="84045"/>
                  </a:cubicBezTo>
                  <a:cubicBezTo>
                    <a:pt x="15723" y="84045"/>
                    <a:pt x="0" y="67465"/>
                    <a:pt x="0" y="42023"/>
                  </a:cubicBezTo>
                  <a:close/>
                  <a:moveTo>
                    <a:pt x="58317" y="42309"/>
                  </a:moveTo>
                  <a:cubicBezTo>
                    <a:pt x="58317" y="26872"/>
                    <a:pt x="50599" y="17152"/>
                    <a:pt x="38306" y="17152"/>
                  </a:cubicBezTo>
                  <a:cubicBezTo>
                    <a:pt x="26014" y="17152"/>
                    <a:pt x="18296" y="26872"/>
                    <a:pt x="18296" y="42023"/>
                  </a:cubicBezTo>
                  <a:cubicBezTo>
                    <a:pt x="18296" y="57460"/>
                    <a:pt x="26014" y="67465"/>
                    <a:pt x="38306" y="67465"/>
                  </a:cubicBezTo>
                  <a:cubicBezTo>
                    <a:pt x="50885" y="67179"/>
                    <a:pt x="58317" y="57745"/>
                    <a:pt x="58317" y="4230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9" name="Freihandform: Form 178">
              <a:extLst>
                <a:ext uri="{FF2B5EF4-FFF2-40B4-BE49-F238E27FC236}">
                  <a16:creationId xmlns:a16="http://schemas.microsoft.com/office/drawing/2014/main" id="{470B0303-9530-4B43-9D60-0EF90F6D1383}"/>
                </a:ext>
              </a:extLst>
            </p:cNvPr>
            <p:cNvSpPr/>
            <p:nvPr/>
          </p:nvSpPr>
          <p:spPr>
            <a:xfrm>
              <a:off x="2182914" y="64683"/>
              <a:ext cx="74611" cy="114065"/>
            </a:xfrm>
            <a:custGeom>
              <a:avLst/>
              <a:gdLst>
                <a:gd name="connsiteX0" fmla="*/ 74612 w 74611"/>
                <a:gd name="connsiteY0" fmla="*/ 41455 h 114065"/>
                <a:gd name="connsiteX1" fmla="*/ 42023 w 74611"/>
                <a:gd name="connsiteY1" fmla="*/ 83763 h 114065"/>
                <a:gd name="connsiteX2" fmla="*/ 18867 w 74611"/>
                <a:gd name="connsiteY2" fmla="*/ 73186 h 114065"/>
                <a:gd name="connsiteX3" fmla="*/ 18581 w 74611"/>
                <a:gd name="connsiteY3" fmla="*/ 73186 h 114065"/>
                <a:gd name="connsiteX4" fmla="*/ 18581 w 74611"/>
                <a:gd name="connsiteY4" fmla="*/ 109491 h 114065"/>
                <a:gd name="connsiteX5" fmla="*/ 0 w 74611"/>
                <a:gd name="connsiteY5" fmla="*/ 114065 h 114065"/>
                <a:gd name="connsiteX6" fmla="*/ 0 w 74611"/>
                <a:gd name="connsiteY6" fmla="*/ 2005 h 114065"/>
                <a:gd name="connsiteX7" fmla="*/ 18296 w 74611"/>
                <a:gd name="connsiteY7" fmla="*/ 2005 h 114065"/>
                <a:gd name="connsiteX8" fmla="*/ 18296 w 74611"/>
                <a:gd name="connsiteY8" fmla="*/ 11724 h 114065"/>
                <a:gd name="connsiteX9" fmla="*/ 18581 w 74611"/>
                <a:gd name="connsiteY9" fmla="*/ 11724 h 114065"/>
                <a:gd name="connsiteX10" fmla="*/ 42880 w 74611"/>
                <a:gd name="connsiteY10" fmla="*/ 4 h 114065"/>
                <a:gd name="connsiteX11" fmla="*/ 74612 w 74611"/>
                <a:gd name="connsiteY11" fmla="*/ 41455 h 114065"/>
                <a:gd name="connsiteX12" fmla="*/ 56030 w 74611"/>
                <a:gd name="connsiteY12" fmla="*/ 42026 h 114065"/>
                <a:gd name="connsiteX13" fmla="*/ 37449 w 74611"/>
                <a:gd name="connsiteY13" fmla="*/ 16584 h 114065"/>
                <a:gd name="connsiteX14" fmla="*/ 18581 w 74611"/>
                <a:gd name="connsiteY14" fmla="*/ 26875 h 114065"/>
                <a:gd name="connsiteX15" fmla="*/ 18581 w 74611"/>
                <a:gd name="connsiteY15" fmla="*/ 56320 h 114065"/>
                <a:gd name="connsiteX16" fmla="*/ 37735 w 74611"/>
                <a:gd name="connsiteY16" fmla="*/ 67183 h 114065"/>
                <a:gd name="connsiteX17" fmla="*/ 56030 w 74611"/>
                <a:gd name="connsiteY17" fmla="*/ 42026 h 114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611" h="114065">
                  <a:moveTo>
                    <a:pt x="74612" y="41455"/>
                  </a:moveTo>
                  <a:cubicBezTo>
                    <a:pt x="74612" y="67469"/>
                    <a:pt x="61462" y="83763"/>
                    <a:pt x="42023" y="83763"/>
                  </a:cubicBezTo>
                  <a:cubicBezTo>
                    <a:pt x="32303" y="83763"/>
                    <a:pt x="24013" y="79475"/>
                    <a:pt x="18867" y="73186"/>
                  </a:cubicBezTo>
                  <a:lnTo>
                    <a:pt x="18581" y="73186"/>
                  </a:lnTo>
                  <a:lnTo>
                    <a:pt x="18581" y="109491"/>
                  </a:lnTo>
                  <a:lnTo>
                    <a:pt x="0" y="114065"/>
                  </a:lnTo>
                  <a:lnTo>
                    <a:pt x="0" y="2005"/>
                  </a:lnTo>
                  <a:lnTo>
                    <a:pt x="18296" y="2005"/>
                  </a:lnTo>
                  <a:lnTo>
                    <a:pt x="18296" y="11724"/>
                  </a:lnTo>
                  <a:lnTo>
                    <a:pt x="18581" y="11724"/>
                  </a:lnTo>
                  <a:cubicBezTo>
                    <a:pt x="24299" y="4578"/>
                    <a:pt x="32875" y="4"/>
                    <a:pt x="42880" y="4"/>
                  </a:cubicBezTo>
                  <a:cubicBezTo>
                    <a:pt x="61462" y="-282"/>
                    <a:pt x="74612" y="15441"/>
                    <a:pt x="74612" y="41455"/>
                  </a:cubicBezTo>
                  <a:close/>
                  <a:moveTo>
                    <a:pt x="56030" y="42026"/>
                  </a:moveTo>
                  <a:cubicBezTo>
                    <a:pt x="56030" y="25446"/>
                    <a:pt x="49455" y="16584"/>
                    <a:pt x="37449" y="16584"/>
                  </a:cubicBezTo>
                  <a:cubicBezTo>
                    <a:pt x="30302" y="16584"/>
                    <a:pt x="24585" y="19729"/>
                    <a:pt x="18581" y="26875"/>
                  </a:cubicBezTo>
                  <a:lnTo>
                    <a:pt x="18581" y="56320"/>
                  </a:lnTo>
                  <a:cubicBezTo>
                    <a:pt x="24013" y="63467"/>
                    <a:pt x="30016" y="67183"/>
                    <a:pt x="37735" y="67183"/>
                  </a:cubicBezTo>
                  <a:cubicBezTo>
                    <a:pt x="49741" y="67183"/>
                    <a:pt x="56030" y="57749"/>
                    <a:pt x="56030" y="42026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0" name="Freihandform: Form 179">
              <a:extLst>
                <a:ext uri="{FF2B5EF4-FFF2-40B4-BE49-F238E27FC236}">
                  <a16:creationId xmlns:a16="http://schemas.microsoft.com/office/drawing/2014/main" id="{CD12F459-0E98-45F5-A42F-897D8B222960}"/>
                </a:ext>
              </a:extLst>
            </p:cNvPr>
            <p:cNvSpPr/>
            <p:nvPr/>
          </p:nvSpPr>
          <p:spPr>
            <a:xfrm>
              <a:off x="2278394" y="29811"/>
              <a:ext cx="68608" cy="116920"/>
            </a:xfrm>
            <a:custGeom>
              <a:avLst/>
              <a:gdLst>
                <a:gd name="connsiteX0" fmla="*/ 68608 w 68608"/>
                <a:gd name="connsiteY0" fmla="*/ 116634 h 116920"/>
                <a:gd name="connsiteX1" fmla="*/ 50027 w 68608"/>
                <a:gd name="connsiteY1" fmla="*/ 116634 h 116920"/>
                <a:gd name="connsiteX2" fmla="*/ 50027 w 68608"/>
                <a:gd name="connsiteY2" fmla="*/ 70895 h 116920"/>
                <a:gd name="connsiteX3" fmla="*/ 35162 w 68608"/>
                <a:gd name="connsiteY3" fmla="*/ 51456 h 116920"/>
                <a:gd name="connsiteX4" fmla="*/ 18581 w 68608"/>
                <a:gd name="connsiteY4" fmla="*/ 70895 h 116920"/>
                <a:gd name="connsiteX5" fmla="*/ 18581 w 68608"/>
                <a:gd name="connsiteY5" fmla="*/ 116920 h 116920"/>
                <a:gd name="connsiteX6" fmla="*/ 0 w 68608"/>
                <a:gd name="connsiteY6" fmla="*/ 116920 h 116920"/>
                <a:gd name="connsiteX7" fmla="*/ 0 w 68608"/>
                <a:gd name="connsiteY7" fmla="*/ 4574 h 116920"/>
                <a:gd name="connsiteX8" fmla="*/ 18581 w 68608"/>
                <a:gd name="connsiteY8" fmla="*/ 0 h 116920"/>
                <a:gd name="connsiteX9" fmla="*/ 18581 w 68608"/>
                <a:gd name="connsiteY9" fmla="*/ 46597 h 116920"/>
                <a:gd name="connsiteX10" fmla="*/ 18867 w 68608"/>
                <a:gd name="connsiteY10" fmla="*/ 46597 h 116920"/>
                <a:gd name="connsiteX11" fmla="*/ 42308 w 68608"/>
                <a:gd name="connsiteY11" fmla="*/ 34876 h 116920"/>
                <a:gd name="connsiteX12" fmla="*/ 68608 w 68608"/>
                <a:gd name="connsiteY12" fmla="*/ 67179 h 116920"/>
                <a:gd name="connsiteX13" fmla="*/ 68608 w 68608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116920">
                  <a:moveTo>
                    <a:pt x="68608" y="116634"/>
                  </a:moveTo>
                  <a:lnTo>
                    <a:pt x="50027" y="116634"/>
                  </a:lnTo>
                  <a:lnTo>
                    <a:pt x="50027" y="70895"/>
                  </a:lnTo>
                  <a:cubicBezTo>
                    <a:pt x="50027" y="59175"/>
                    <a:pt x="46311" y="51456"/>
                    <a:pt x="35162" y="51456"/>
                  </a:cubicBezTo>
                  <a:cubicBezTo>
                    <a:pt x="22298" y="51456"/>
                    <a:pt x="18581" y="61748"/>
                    <a:pt x="18581" y="70895"/>
                  </a:cubicBezTo>
                  <a:lnTo>
                    <a:pt x="18581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7"/>
                  </a:lnTo>
                  <a:lnTo>
                    <a:pt x="18867" y="46597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1" name="Freihandform: Form 180">
              <a:extLst>
                <a:ext uri="{FF2B5EF4-FFF2-40B4-BE49-F238E27FC236}">
                  <a16:creationId xmlns:a16="http://schemas.microsoft.com/office/drawing/2014/main" id="{742BE939-E3FE-4550-B97E-4391BA90C491}"/>
                </a:ext>
              </a:extLst>
            </p:cNvPr>
            <p:cNvSpPr/>
            <p:nvPr/>
          </p:nvSpPr>
          <p:spPr>
            <a:xfrm>
              <a:off x="2368156" y="30955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010"/>
                    <a:pt x="0" y="11435"/>
                  </a:cubicBezTo>
                  <a:cubicBezTo>
                    <a:pt x="0" y="4860"/>
                    <a:pt x="5431" y="0"/>
                    <a:pt x="11721" y="0"/>
                  </a:cubicBezTo>
                  <a:cubicBezTo>
                    <a:pt x="18296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2" name="Freihandform: Form 181">
              <a:extLst>
                <a:ext uri="{FF2B5EF4-FFF2-40B4-BE49-F238E27FC236}">
                  <a16:creationId xmlns:a16="http://schemas.microsoft.com/office/drawing/2014/main" id="{EAE39D06-E89C-4DDF-BAAC-FCAA79E85C80}"/>
                </a:ext>
              </a:extLst>
            </p:cNvPr>
            <p:cNvSpPr/>
            <p:nvPr/>
          </p:nvSpPr>
          <p:spPr>
            <a:xfrm>
              <a:off x="2406748" y="64401"/>
              <a:ext cx="61747" cy="84045"/>
            </a:xfrm>
            <a:custGeom>
              <a:avLst/>
              <a:gdLst>
                <a:gd name="connsiteX0" fmla="*/ 8862 w 61747"/>
                <a:gd name="connsiteY0" fmla="*/ 59461 h 84045"/>
                <a:gd name="connsiteX1" fmla="*/ 31445 w 61747"/>
                <a:gd name="connsiteY1" fmla="*/ 68323 h 84045"/>
                <a:gd name="connsiteX2" fmla="*/ 43166 w 61747"/>
                <a:gd name="connsiteY2" fmla="*/ 60318 h 84045"/>
                <a:gd name="connsiteX3" fmla="*/ 3145 w 61747"/>
                <a:gd name="connsiteY3" fmla="*/ 24871 h 84045"/>
                <a:gd name="connsiteX4" fmla="*/ 33447 w 61747"/>
                <a:gd name="connsiteY4" fmla="*/ 0 h 84045"/>
                <a:gd name="connsiteX5" fmla="*/ 61176 w 61747"/>
                <a:gd name="connsiteY5" fmla="*/ 8290 h 84045"/>
                <a:gd name="connsiteX6" fmla="*/ 52314 w 61747"/>
                <a:gd name="connsiteY6" fmla="*/ 22869 h 84045"/>
                <a:gd name="connsiteX7" fmla="*/ 33161 w 61747"/>
                <a:gd name="connsiteY7" fmla="*/ 15723 h 84045"/>
                <a:gd name="connsiteX8" fmla="*/ 21726 w 61747"/>
                <a:gd name="connsiteY8" fmla="*/ 23155 h 84045"/>
                <a:gd name="connsiteX9" fmla="*/ 61748 w 61747"/>
                <a:gd name="connsiteY9" fmla="*/ 58603 h 84045"/>
                <a:gd name="connsiteX10" fmla="*/ 30874 w 61747"/>
                <a:gd name="connsiteY10" fmla="*/ 84045 h 84045"/>
                <a:gd name="connsiteX11" fmla="*/ 0 w 61747"/>
                <a:gd name="connsiteY11" fmla="*/ 74326 h 84045"/>
                <a:gd name="connsiteX12" fmla="*/ 8862 w 61747"/>
                <a:gd name="connsiteY12" fmla="*/ 5946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747" h="84045">
                  <a:moveTo>
                    <a:pt x="8862" y="59461"/>
                  </a:moveTo>
                  <a:cubicBezTo>
                    <a:pt x="16866" y="65464"/>
                    <a:pt x="24299" y="68323"/>
                    <a:pt x="31445" y="68323"/>
                  </a:cubicBezTo>
                  <a:cubicBezTo>
                    <a:pt x="38306" y="68323"/>
                    <a:pt x="43166" y="65178"/>
                    <a:pt x="43166" y="60318"/>
                  </a:cubicBezTo>
                  <a:cubicBezTo>
                    <a:pt x="43166" y="46597"/>
                    <a:pt x="3145" y="51456"/>
                    <a:pt x="3145" y="24871"/>
                  </a:cubicBezTo>
                  <a:cubicBezTo>
                    <a:pt x="3145" y="10005"/>
                    <a:pt x="15437" y="0"/>
                    <a:pt x="33447" y="0"/>
                  </a:cubicBezTo>
                  <a:cubicBezTo>
                    <a:pt x="43166" y="0"/>
                    <a:pt x="52600" y="2859"/>
                    <a:pt x="61176" y="8290"/>
                  </a:cubicBezTo>
                  <a:lnTo>
                    <a:pt x="52314" y="22869"/>
                  </a:lnTo>
                  <a:cubicBezTo>
                    <a:pt x="45453" y="18296"/>
                    <a:pt x="39164" y="15723"/>
                    <a:pt x="33161" y="15723"/>
                  </a:cubicBezTo>
                  <a:cubicBezTo>
                    <a:pt x="26300" y="15723"/>
                    <a:pt x="21726" y="18581"/>
                    <a:pt x="21726" y="23155"/>
                  </a:cubicBezTo>
                  <a:cubicBezTo>
                    <a:pt x="21726" y="36305"/>
                    <a:pt x="61748" y="31731"/>
                    <a:pt x="61748" y="58603"/>
                  </a:cubicBezTo>
                  <a:cubicBezTo>
                    <a:pt x="61748" y="73754"/>
                    <a:pt x="49455" y="84045"/>
                    <a:pt x="30874" y="84045"/>
                  </a:cubicBezTo>
                  <a:cubicBezTo>
                    <a:pt x="20297" y="84045"/>
                    <a:pt x="9434" y="80615"/>
                    <a:pt x="0" y="74326"/>
                  </a:cubicBezTo>
                  <a:lnTo>
                    <a:pt x="8862" y="5946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3" name="Freihandform: Form 182">
              <a:extLst>
                <a:ext uri="{FF2B5EF4-FFF2-40B4-BE49-F238E27FC236}">
                  <a16:creationId xmlns:a16="http://schemas.microsoft.com/office/drawing/2014/main" id="{2AB8E3EA-2F9D-4D73-A643-5B2B5754ACA1}"/>
                </a:ext>
              </a:extLst>
            </p:cNvPr>
            <p:cNvSpPr/>
            <p:nvPr/>
          </p:nvSpPr>
          <p:spPr>
            <a:xfrm>
              <a:off x="2483647" y="64401"/>
              <a:ext cx="67464" cy="84045"/>
            </a:xfrm>
            <a:custGeom>
              <a:avLst/>
              <a:gdLst>
                <a:gd name="connsiteX0" fmla="*/ 66893 w 67464"/>
                <a:gd name="connsiteY0" fmla="*/ 71181 h 84045"/>
                <a:gd name="connsiteX1" fmla="*/ 38306 w 67464"/>
                <a:gd name="connsiteY1" fmla="*/ 84045 h 84045"/>
                <a:gd name="connsiteX2" fmla="*/ 0 w 67464"/>
                <a:gd name="connsiteY2" fmla="*/ 42309 h 84045"/>
                <a:gd name="connsiteX3" fmla="*/ 38592 w 67464"/>
                <a:gd name="connsiteY3" fmla="*/ 0 h 84045"/>
                <a:gd name="connsiteX4" fmla="*/ 67465 w 67464"/>
                <a:gd name="connsiteY4" fmla="*/ 13722 h 84045"/>
                <a:gd name="connsiteX5" fmla="*/ 54601 w 67464"/>
                <a:gd name="connsiteY5" fmla="*/ 26014 h 84045"/>
                <a:gd name="connsiteX6" fmla="*/ 38592 w 67464"/>
                <a:gd name="connsiteY6" fmla="*/ 17152 h 84045"/>
                <a:gd name="connsiteX7" fmla="*/ 18867 w 67464"/>
                <a:gd name="connsiteY7" fmla="*/ 42023 h 84045"/>
                <a:gd name="connsiteX8" fmla="*/ 38592 w 67464"/>
                <a:gd name="connsiteY8" fmla="*/ 66893 h 84045"/>
                <a:gd name="connsiteX9" fmla="*/ 55173 w 67464"/>
                <a:gd name="connsiteY9" fmla="*/ 58031 h 84045"/>
                <a:gd name="connsiteX10" fmla="*/ 66893 w 67464"/>
                <a:gd name="connsiteY10" fmla="*/ 7118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7464" h="84045">
                  <a:moveTo>
                    <a:pt x="66893" y="71181"/>
                  </a:moveTo>
                  <a:cubicBezTo>
                    <a:pt x="58889" y="80043"/>
                    <a:pt x="49741" y="84045"/>
                    <a:pt x="38306" y="84045"/>
                  </a:cubicBezTo>
                  <a:cubicBezTo>
                    <a:pt x="15437" y="84045"/>
                    <a:pt x="0" y="67465"/>
                    <a:pt x="0" y="42309"/>
                  </a:cubicBezTo>
                  <a:cubicBezTo>
                    <a:pt x="0" y="17152"/>
                    <a:pt x="15437" y="0"/>
                    <a:pt x="38592" y="0"/>
                  </a:cubicBezTo>
                  <a:cubicBezTo>
                    <a:pt x="50599" y="0"/>
                    <a:pt x="60318" y="4574"/>
                    <a:pt x="67465" y="13722"/>
                  </a:cubicBezTo>
                  <a:lnTo>
                    <a:pt x="54601" y="26014"/>
                  </a:lnTo>
                  <a:cubicBezTo>
                    <a:pt x="50027" y="20011"/>
                    <a:pt x="44881" y="17152"/>
                    <a:pt x="38592" y="17152"/>
                  </a:cubicBezTo>
                  <a:cubicBezTo>
                    <a:pt x="26872" y="17152"/>
                    <a:pt x="18867" y="26872"/>
                    <a:pt x="18867" y="42023"/>
                  </a:cubicBezTo>
                  <a:cubicBezTo>
                    <a:pt x="18867" y="56888"/>
                    <a:pt x="26872" y="66893"/>
                    <a:pt x="38592" y="66893"/>
                  </a:cubicBezTo>
                  <a:cubicBezTo>
                    <a:pt x="44881" y="66893"/>
                    <a:pt x="50027" y="64035"/>
                    <a:pt x="55173" y="58031"/>
                  </a:cubicBezTo>
                  <a:lnTo>
                    <a:pt x="66893" y="7118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4" name="Freihandform: Form 183">
              <a:extLst>
                <a:ext uri="{FF2B5EF4-FFF2-40B4-BE49-F238E27FC236}">
                  <a16:creationId xmlns:a16="http://schemas.microsoft.com/office/drawing/2014/main" id="{C9A4592F-1C49-4F5E-9BE5-E4E48029AC30}"/>
                </a:ext>
              </a:extLst>
            </p:cNvPr>
            <p:cNvSpPr/>
            <p:nvPr/>
          </p:nvSpPr>
          <p:spPr>
            <a:xfrm>
              <a:off x="2567120" y="29811"/>
              <a:ext cx="68608" cy="116920"/>
            </a:xfrm>
            <a:custGeom>
              <a:avLst/>
              <a:gdLst>
                <a:gd name="connsiteX0" fmla="*/ 68608 w 68608"/>
                <a:gd name="connsiteY0" fmla="*/ 116634 h 116920"/>
                <a:gd name="connsiteX1" fmla="*/ 50027 w 68608"/>
                <a:gd name="connsiteY1" fmla="*/ 116634 h 116920"/>
                <a:gd name="connsiteX2" fmla="*/ 50027 w 68608"/>
                <a:gd name="connsiteY2" fmla="*/ 70895 h 116920"/>
                <a:gd name="connsiteX3" fmla="*/ 35162 w 68608"/>
                <a:gd name="connsiteY3" fmla="*/ 51456 h 116920"/>
                <a:gd name="connsiteX4" fmla="*/ 18581 w 68608"/>
                <a:gd name="connsiteY4" fmla="*/ 70895 h 116920"/>
                <a:gd name="connsiteX5" fmla="*/ 18581 w 68608"/>
                <a:gd name="connsiteY5" fmla="*/ 116920 h 116920"/>
                <a:gd name="connsiteX6" fmla="*/ 0 w 68608"/>
                <a:gd name="connsiteY6" fmla="*/ 116920 h 116920"/>
                <a:gd name="connsiteX7" fmla="*/ 0 w 68608"/>
                <a:gd name="connsiteY7" fmla="*/ 4574 h 116920"/>
                <a:gd name="connsiteX8" fmla="*/ 18581 w 68608"/>
                <a:gd name="connsiteY8" fmla="*/ 0 h 116920"/>
                <a:gd name="connsiteX9" fmla="*/ 18581 w 68608"/>
                <a:gd name="connsiteY9" fmla="*/ 46597 h 116920"/>
                <a:gd name="connsiteX10" fmla="*/ 18867 w 68608"/>
                <a:gd name="connsiteY10" fmla="*/ 46597 h 116920"/>
                <a:gd name="connsiteX11" fmla="*/ 42308 w 68608"/>
                <a:gd name="connsiteY11" fmla="*/ 34876 h 116920"/>
                <a:gd name="connsiteX12" fmla="*/ 68608 w 68608"/>
                <a:gd name="connsiteY12" fmla="*/ 67179 h 116920"/>
                <a:gd name="connsiteX13" fmla="*/ 68608 w 68608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116920">
                  <a:moveTo>
                    <a:pt x="68608" y="116634"/>
                  </a:moveTo>
                  <a:lnTo>
                    <a:pt x="50027" y="116634"/>
                  </a:lnTo>
                  <a:lnTo>
                    <a:pt x="50027" y="70895"/>
                  </a:lnTo>
                  <a:cubicBezTo>
                    <a:pt x="50027" y="59175"/>
                    <a:pt x="46311" y="51456"/>
                    <a:pt x="35162" y="51456"/>
                  </a:cubicBezTo>
                  <a:cubicBezTo>
                    <a:pt x="22298" y="51456"/>
                    <a:pt x="18581" y="61748"/>
                    <a:pt x="18581" y="70895"/>
                  </a:cubicBezTo>
                  <a:lnTo>
                    <a:pt x="18581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7"/>
                  </a:lnTo>
                  <a:lnTo>
                    <a:pt x="18867" y="46597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5" name="Freihandform: Form 184">
              <a:extLst>
                <a:ext uri="{FF2B5EF4-FFF2-40B4-BE49-F238E27FC236}">
                  <a16:creationId xmlns:a16="http://schemas.microsoft.com/office/drawing/2014/main" id="{4D40DDBB-9A0A-4705-BF97-2DF2D76488D6}"/>
                </a:ext>
              </a:extLst>
            </p:cNvPr>
            <p:cNvSpPr/>
            <p:nvPr/>
          </p:nvSpPr>
          <p:spPr>
            <a:xfrm>
              <a:off x="2655168" y="64687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1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3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1" y="46025"/>
                    <a:pt x="72611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2028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3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7157" y="15151"/>
                    <a:pt x="20583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6" name="Freihandform: Form 185">
              <a:extLst>
                <a:ext uri="{FF2B5EF4-FFF2-40B4-BE49-F238E27FC236}">
                  <a16:creationId xmlns:a16="http://schemas.microsoft.com/office/drawing/2014/main" id="{046803DD-55F3-4F83-BB7E-A27B2972BE41}"/>
                </a:ext>
              </a:extLst>
            </p:cNvPr>
            <p:cNvSpPr/>
            <p:nvPr/>
          </p:nvSpPr>
          <p:spPr>
            <a:xfrm>
              <a:off x="2796386" y="36100"/>
              <a:ext cx="69465" cy="110630"/>
            </a:xfrm>
            <a:custGeom>
              <a:avLst/>
              <a:gdLst>
                <a:gd name="connsiteX0" fmla="*/ 69466 w 69465"/>
                <a:gd name="connsiteY0" fmla="*/ 18010 h 110630"/>
                <a:gd name="connsiteX1" fmla="*/ 19725 w 69465"/>
                <a:gd name="connsiteY1" fmla="*/ 18010 h 110630"/>
                <a:gd name="connsiteX2" fmla="*/ 19725 w 69465"/>
                <a:gd name="connsiteY2" fmla="*/ 45453 h 110630"/>
                <a:gd name="connsiteX3" fmla="*/ 56888 w 69465"/>
                <a:gd name="connsiteY3" fmla="*/ 45453 h 110630"/>
                <a:gd name="connsiteX4" fmla="*/ 56888 w 69465"/>
                <a:gd name="connsiteY4" fmla="*/ 63463 h 110630"/>
                <a:gd name="connsiteX5" fmla="*/ 19725 w 69465"/>
                <a:gd name="connsiteY5" fmla="*/ 63463 h 110630"/>
                <a:gd name="connsiteX6" fmla="*/ 19725 w 69465"/>
                <a:gd name="connsiteY6" fmla="*/ 110631 h 110630"/>
                <a:gd name="connsiteX7" fmla="*/ 0 w 69465"/>
                <a:gd name="connsiteY7" fmla="*/ 110631 h 110630"/>
                <a:gd name="connsiteX8" fmla="*/ 0 w 69465"/>
                <a:gd name="connsiteY8" fmla="*/ 0 h 110630"/>
                <a:gd name="connsiteX9" fmla="*/ 69466 w 69465"/>
                <a:gd name="connsiteY9" fmla="*/ 0 h 110630"/>
                <a:gd name="connsiteX10" fmla="*/ 69466 w 69465"/>
                <a:gd name="connsiteY10" fmla="*/ 18010 h 110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465" h="110630">
                  <a:moveTo>
                    <a:pt x="69466" y="18010"/>
                  </a:moveTo>
                  <a:lnTo>
                    <a:pt x="19725" y="18010"/>
                  </a:lnTo>
                  <a:lnTo>
                    <a:pt x="19725" y="45453"/>
                  </a:lnTo>
                  <a:lnTo>
                    <a:pt x="56888" y="45453"/>
                  </a:lnTo>
                  <a:lnTo>
                    <a:pt x="56888" y="63463"/>
                  </a:lnTo>
                  <a:lnTo>
                    <a:pt x="19725" y="63463"/>
                  </a:lnTo>
                  <a:lnTo>
                    <a:pt x="19725" y="110631"/>
                  </a:lnTo>
                  <a:lnTo>
                    <a:pt x="0" y="110631"/>
                  </a:lnTo>
                  <a:lnTo>
                    <a:pt x="0" y="0"/>
                  </a:lnTo>
                  <a:lnTo>
                    <a:pt x="69466" y="0"/>
                  </a:lnTo>
                  <a:lnTo>
                    <a:pt x="69466" y="18010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7" name="Freihandform: Form 186">
              <a:extLst>
                <a:ext uri="{FF2B5EF4-FFF2-40B4-BE49-F238E27FC236}">
                  <a16:creationId xmlns:a16="http://schemas.microsoft.com/office/drawing/2014/main" id="{AC0AA9F0-7CDF-4903-936C-F843B3754074}"/>
                </a:ext>
              </a:extLst>
            </p:cNvPr>
            <p:cNvSpPr/>
            <p:nvPr/>
          </p:nvSpPr>
          <p:spPr>
            <a:xfrm>
              <a:off x="2869569" y="64687"/>
              <a:ext cx="67750" cy="83759"/>
            </a:xfrm>
            <a:custGeom>
              <a:avLst/>
              <a:gdLst>
                <a:gd name="connsiteX0" fmla="*/ 34304 w 67750"/>
                <a:gd name="connsiteY0" fmla="*/ 32303 h 83759"/>
                <a:gd name="connsiteX1" fmla="*/ 49455 w 67750"/>
                <a:gd name="connsiteY1" fmla="*/ 34018 h 83759"/>
                <a:gd name="connsiteX2" fmla="*/ 49455 w 67750"/>
                <a:gd name="connsiteY2" fmla="*/ 31160 h 83759"/>
                <a:gd name="connsiteX3" fmla="*/ 31731 w 67750"/>
                <a:gd name="connsiteY3" fmla="*/ 15723 h 83759"/>
                <a:gd name="connsiteX4" fmla="*/ 11435 w 67750"/>
                <a:gd name="connsiteY4" fmla="*/ 20297 h 83759"/>
                <a:gd name="connsiteX5" fmla="*/ 7433 w 67750"/>
                <a:gd name="connsiteY5" fmla="*/ 4574 h 83759"/>
                <a:gd name="connsiteX6" fmla="*/ 33732 w 67750"/>
                <a:gd name="connsiteY6" fmla="*/ 0 h 83759"/>
                <a:gd name="connsiteX7" fmla="*/ 67751 w 67750"/>
                <a:gd name="connsiteY7" fmla="*/ 30874 h 83759"/>
                <a:gd name="connsiteX8" fmla="*/ 67751 w 67750"/>
                <a:gd name="connsiteY8" fmla="*/ 82044 h 83759"/>
                <a:gd name="connsiteX9" fmla="*/ 50027 w 67750"/>
                <a:gd name="connsiteY9" fmla="*/ 82044 h 83759"/>
                <a:gd name="connsiteX10" fmla="*/ 50027 w 67750"/>
                <a:gd name="connsiteY10" fmla="*/ 73468 h 83759"/>
                <a:gd name="connsiteX11" fmla="*/ 49741 w 67750"/>
                <a:gd name="connsiteY11" fmla="*/ 73468 h 83759"/>
                <a:gd name="connsiteX12" fmla="*/ 26300 w 67750"/>
                <a:gd name="connsiteY12" fmla="*/ 83759 h 83759"/>
                <a:gd name="connsiteX13" fmla="*/ 0 w 67750"/>
                <a:gd name="connsiteY13" fmla="*/ 58317 h 83759"/>
                <a:gd name="connsiteX14" fmla="*/ 34304 w 67750"/>
                <a:gd name="connsiteY14" fmla="*/ 32303 h 83759"/>
                <a:gd name="connsiteX15" fmla="*/ 31160 w 67750"/>
                <a:gd name="connsiteY15" fmla="*/ 69752 h 83759"/>
                <a:gd name="connsiteX16" fmla="*/ 49455 w 67750"/>
                <a:gd name="connsiteY16" fmla="*/ 60032 h 83759"/>
                <a:gd name="connsiteX17" fmla="*/ 49455 w 67750"/>
                <a:gd name="connsiteY17" fmla="*/ 46025 h 83759"/>
                <a:gd name="connsiteX18" fmla="*/ 36305 w 67750"/>
                <a:gd name="connsiteY18" fmla="*/ 44595 h 83759"/>
                <a:gd name="connsiteX19" fmla="*/ 17724 w 67750"/>
                <a:gd name="connsiteY19" fmla="*/ 57745 h 83759"/>
                <a:gd name="connsiteX20" fmla="*/ 31160 w 67750"/>
                <a:gd name="connsiteY20" fmla="*/ 69752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7750" h="83759">
                  <a:moveTo>
                    <a:pt x="34304" y="32303"/>
                  </a:moveTo>
                  <a:cubicBezTo>
                    <a:pt x="39450" y="32303"/>
                    <a:pt x="44310" y="32589"/>
                    <a:pt x="49455" y="34018"/>
                  </a:cubicBezTo>
                  <a:lnTo>
                    <a:pt x="49455" y="31160"/>
                  </a:lnTo>
                  <a:cubicBezTo>
                    <a:pt x="49455" y="20868"/>
                    <a:pt x="43452" y="15723"/>
                    <a:pt x="31731" y="15723"/>
                  </a:cubicBezTo>
                  <a:cubicBezTo>
                    <a:pt x="25156" y="15723"/>
                    <a:pt x="18010" y="17152"/>
                    <a:pt x="11435" y="20297"/>
                  </a:cubicBezTo>
                  <a:lnTo>
                    <a:pt x="7433" y="4574"/>
                  </a:lnTo>
                  <a:cubicBezTo>
                    <a:pt x="14865" y="1715"/>
                    <a:pt x="24585" y="0"/>
                    <a:pt x="33732" y="0"/>
                  </a:cubicBezTo>
                  <a:cubicBezTo>
                    <a:pt x="56316" y="0"/>
                    <a:pt x="67751" y="10577"/>
                    <a:pt x="67751" y="30874"/>
                  </a:cubicBezTo>
                  <a:lnTo>
                    <a:pt x="67751" y="82044"/>
                  </a:lnTo>
                  <a:lnTo>
                    <a:pt x="50027" y="82044"/>
                  </a:lnTo>
                  <a:lnTo>
                    <a:pt x="50027" y="73468"/>
                  </a:lnTo>
                  <a:lnTo>
                    <a:pt x="49741" y="73468"/>
                  </a:lnTo>
                  <a:cubicBezTo>
                    <a:pt x="42880" y="80615"/>
                    <a:pt x="35734" y="83759"/>
                    <a:pt x="26300" y="83759"/>
                  </a:cubicBezTo>
                  <a:cubicBezTo>
                    <a:pt x="10291" y="83759"/>
                    <a:pt x="0" y="73754"/>
                    <a:pt x="0" y="58317"/>
                  </a:cubicBezTo>
                  <a:cubicBezTo>
                    <a:pt x="0" y="41451"/>
                    <a:pt x="12006" y="32303"/>
                    <a:pt x="34304" y="32303"/>
                  </a:cubicBezTo>
                  <a:close/>
                  <a:moveTo>
                    <a:pt x="31160" y="69752"/>
                  </a:moveTo>
                  <a:cubicBezTo>
                    <a:pt x="38021" y="69752"/>
                    <a:pt x="44310" y="66321"/>
                    <a:pt x="49455" y="60032"/>
                  </a:cubicBezTo>
                  <a:lnTo>
                    <a:pt x="49455" y="46025"/>
                  </a:lnTo>
                  <a:cubicBezTo>
                    <a:pt x="45167" y="44881"/>
                    <a:pt x="40593" y="44595"/>
                    <a:pt x="36305" y="44595"/>
                  </a:cubicBezTo>
                  <a:cubicBezTo>
                    <a:pt x="24585" y="44595"/>
                    <a:pt x="17724" y="49169"/>
                    <a:pt x="17724" y="57745"/>
                  </a:cubicBezTo>
                  <a:cubicBezTo>
                    <a:pt x="17724" y="65178"/>
                    <a:pt x="22869" y="69752"/>
                    <a:pt x="31160" y="6975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8" name="Freihandform: Form 187">
              <a:extLst>
                <a:ext uri="{FF2B5EF4-FFF2-40B4-BE49-F238E27FC236}">
                  <a16:creationId xmlns:a16="http://schemas.microsoft.com/office/drawing/2014/main" id="{054B4287-F015-4E37-9C35-21E17E5EA517}"/>
                </a:ext>
              </a:extLst>
            </p:cNvPr>
            <p:cNvSpPr/>
            <p:nvPr/>
          </p:nvSpPr>
          <p:spPr>
            <a:xfrm>
              <a:off x="2961046" y="29811"/>
              <a:ext cx="70323" cy="116920"/>
            </a:xfrm>
            <a:custGeom>
              <a:avLst/>
              <a:gdLst>
                <a:gd name="connsiteX0" fmla="*/ 0 w 70323"/>
                <a:gd name="connsiteY0" fmla="*/ 4574 h 116920"/>
                <a:gd name="connsiteX1" fmla="*/ 18581 w 70323"/>
                <a:gd name="connsiteY1" fmla="*/ 0 h 116920"/>
                <a:gd name="connsiteX2" fmla="*/ 18581 w 70323"/>
                <a:gd name="connsiteY2" fmla="*/ 70324 h 116920"/>
                <a:gd name="connsiteX3" fmla="*/ 18867 w 70323"/>
                <a:gd name="connsiteY3" fmla="*/ 70324 h 116920"/>
                <a:gd name="connsiteX4" fmla="*/ 45167 w 70323"/>
                <a:gd name="connsiteY4" fmla="*/ 36877 h 116920"/>
                <a:gd name="connsiteX5" fmla="*/ 67465 w 70323"/>
                <a:gd name="connsiteY5" fmla="*/ 36877 h 116920"/>
                <a:gd name="connsiteX6" fmla="*/ 41165 w 70323"/>
                <a:gd name="connsiteY6" fmla="*/ 68323 h 116920"/>
                <a:gd name="connsiteX7" fmla="*/ 70324 w 70323"/>
                <a:gd name="connsiteY7" fmla="*/ 116920 h 116920"/>
                <a:gd name="connsiteX8" fmla="*/ 48026 w 70323"/>
                <a:gd name="connsiteY8" fmla="*/ 116920 h 116920"/>
                <a:gd name="connsiteX9" fmla="*/ 28015 w 70323"/>
                <a:gd name="connsiteY9" fmla="*/ 82330 h 116920"/>
                <a:gd name="connsiteX10" fmla="*/ 18867 w 70323"/>
                <a:gd name="connsiteY10" fmla="*/ 92621 h 116920"/>
                <a:gd name="connsiteX11" fmla="*/ 18867 w 70323"/>
                <a:gd name="connsiteY11" fmla="*/ 116920 h 116920"/>
                <a:gd name="connsiteX12" fmla="*/ 286 w 70323"/>
                <a:gd name="connsiteY12" fmla="*/ 116920 h 116920"/>
                <a:gd name="connsiteX13" fmla="*/ 286 w 70323"/>
                <a:gd name="connsiteY13" fmla="*/ 457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0323" h="116920">
                  <a:moveTo>
                    <a:pt x="0" y="4574"/>
                  </a:moveTo>
                  <a:lnTo>
                    <a:pt x="18581" y="0"/>
                  </a:lnTo>
                  <a:lnTo>
                    <a:pt x="18581" y="70324"/>
                  </a:lnTo>
                  <a:lnTo>
                    <a:pt x="18867" y="70324"/>
                  </a:lnTo>
                  <a:lnTo>
                    <a:pt x="45167" y="36877"/>
                  </a:lnTo>
                  <a:lnTo>
                    <a:pt x="67465" y="36877"/>
                  </a:lnTo>
                  <a:lnTo>
                    <a:pt x="41165" y="68323"/>
                  </a:lnTo>
                  <a:lnTo>
                    <a:pt x="70324" y="116920"/>
                  </a:lnTo>
                  <a:lnTo>
                    <a:pt x="48026" y="116920"/>
                  </a:lnTo>
                  <a:lnTo>
                    <a:pt x="28015" y="82330"/>
                  </a:lnTo>
                  <a:lnTo>
                    <a:pt x="18867" y="92621"/>
                  </a:lnTo>
                  <a:lnTo>
                    <a:pt x="18867" y="116920"/>
                  </a:lnTo>
                  <a:lnTo>
                    <a:pt x="286" y="116920"/>
                  </a:lnTo>
                  <a:lnTo>
                    <a:pt x="286" y="457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9" name="Freihandform: Form 188">
              <a:extLst>
                <a:ext uri="{FF2B5EF4-FFF2-40B4-BE49-F238E27FC236}">
                  <a16:creationId xmlns:a16="http://schemas.microsoft.com/office/drawing/2014/main" id="{C7577CF9-2429-4044-8620-CAF831058252}"/>
                </a:ext>
              </a:extLst>
            </p:cNvPr>
            <p:cNvSpPr/>
            <p:nvPr/>
          </p:nvSpPr>
          <p:spPr>
            <a:xfrm>
              <a:off x="3045092" y="66688"/>
              <a:ext cx="68894" cy="82044"/>
            </a:xfrm>
            <a:custGeom>
              <a:avLst/>
              <a:gdLst>
                <a:gd name="connsiteX0" fmla="*/ 18867 w 68894"/>
                <a:gd name="connsiteY0" fmla="*/ 48026 h 82044"/>
                <a:gd name="connsiteX1" fmla="*/ 34876 w 68894"/>
                <a:gd name="connsiteY1" fmla="*/ 64892 h 82044"/>
                <a:gd name="connsiteX2" fmla="*/ 50313 w 68894"/>
                <a:gd name="connsiteY2" fmla="*/ 48026 h 82044"/>
                <a:gd name="connsiteX3" fmla="*/ 50313 w 68894"/>
                <a:gd name="connsiteY3" fmla="*/ 0 h 82044"/>
                <a:gd name="connsiteX4" fmla="*/ 68894 w 68894"/>
                <a:gd name="connsiteY4" fmla="*/ 0 h 82044"/>
                <a:gd name="connsiteX5" fmla="*/ 68894 w 68894"/>
                <a:gd name="connsiteY5" fmla="*/ 48598 h 82044"/>
                <a:gd name="connsiteX6" fmla="*/ 35162 w 68894"/>
                <a:gd name="connsiteY6" fmla="*/ 82044 h 82044"/>
                <a:gd name="connsiteX7" fmla="*/ 0 w 68894"/>
                <a:gd name="connsiteY7" fmla="*/ 48883 h 82044"/>
                <a:gd name="connsiteX8" fmla="*/ 0 w 68894"/>
                <a:gd name="connsiteY8" fmla="*/ 286 h 82044"/>
                <a:gd name="connsiteX9" fmla="*/ 18581 w 68894"/>
                <a:gd name="connsiteY9" fmla="*/ 286 h 82044"/>
                <a:gd name="connsiteX10" fmla="*/ 18581 w 68894"/>
                <a:gd name="connsiteY10" fmla="*/ 48026 h 8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8894" h="82044">
                  <a:moveTo>
                    <a:pt x="18867" y="48026"/>
                  </a:moveTo>
                  <a:cubicBezTo>
                    <a:pt x="18867" y="58889"/>
                    <a:pt x="24299" y="64892"/>
                    <a:pt x="34876" y="64892"/>
                  </a:cubicBezTo>
                  <a:cubicBezTo>
                    <a:pt x="45167" y="64892"/>
                    <a:pt x="50313" y="59175"/>
                    <a:pt x="50313" y="48026"/>
                  </a:cubicBezTo>
                  <a:lnTo>
                    <a:pt x="50313" y="0"/>
                  </a:lnTo>
                  <a:lnTo>
                    <a:pt x="68894" y="0"/>
                  </a:lnTo>
                  <a:lnTo>
                    <a:pt x="68894" y="48598"/>
                  </a:lnTo>
                  <a:cubicBezTo>
                    <a:pt x="68894" y="69752"/>
                    <a:pt x="57174" y="82044"/>
                    <a:pt x="35162" y="82044"/>
                  </a:cubicBezTo>
                  <a:cubicBezTo>
                    <a:pt x="13436" y="82044"/>
                    <a:pt x="0" y="69752"/>
                    <a:pt x="0" y="48883"/>
                  </a:cubicBezTo>
                  <a:lnTo>
                    <a:pt x="0" y="286"/>
                  </a:lnTo>
                  <a:lnTo>
                    <a:pt x="18581" y="286"/>
                  </a:lnTo>
                  <a:lnTo>
                    <a:pt x="18581" y="48026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0" name="Freihandform: Form 189">
              <a:extLst>
                <a:ext uri="{FF2B5EF4-FFF2-40B4-BE49-F238E27FC236}">
                  <a16:creationId xmlns:a16="http://schemas.microsoft.com/office/drawing/2014/main" id="{F0039E4B-FED0-47D4-9398-C45145558C27}"/>
                </a:ext>
              </a:extLst>
            </p:cNvPr>
            <p:cNvSpPr/>
            <p:nvPr/>
          </p:nvSpPr>
          <p:spPr>
            <a:xfrm>
              <a:off x="3138285" y="29525"/>
              <a:ext cx="18581" cy="116920"/>
            </a:xfrm>
            <a:custGeom>
              <a:avLst/>
              <a:gdLst>
                <a:gd name="connsiteX0" fmla="*/ 18581 w 18581"/>
                <a:gd name="connsiteY0" fmla="*/ 116920 h 116920"/>
                <a:gd name="connsiteX1" fmla="*/ 0 w 18581"/>
                <a:gd name="connsiteY1" fmla="*/ 116920 h 116920"/>
                <a:gd name="connsiteX2" fmla="*/ 0 w 18581"/>
                <a:gd name="connsiteY2" fmla="*/ 4288 h 116920"/>
                <a:gd name="connsiteX3" fmla="*/ 18581 w 18581"/>
                <a:gd name="connsiteY3" fmla="*/ 0 h 116920"/>
                <a:gd name="connsiteX4" fmla="*/ 18581 w 18581"/>
                <a:gd name="connsiteY4" fmla="*/ 116920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81" h="116920">
                  <a:moveTo>
                    <a:pt x="18581" y="116920"/>
                  </a:moveTo>
                  <a:lnTo>
                    <a:pt x="0" y="116920"/>
                  </a:lnTo>
                  <a:lnTo>
                    <a:pt x="0" y="4288"/>
                  </a:lnTo>
                  <a:lnTo>
                    <a:pt x="18581" y="0"/>
                  </a:lnTo>
                  <a:lnTo>
                    <a:pt x="18581" y="116920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1" name="Freihandform: Form 190">
              <a:extLst>
                <a:ext uri="{FF2B5EF4-FFF2-40B4-BE49-F238E27FC236}">
                  <a16:creationId xmlns:a16="http://schemas.microsoft.com/office/drawing/2014/main" id="{6A94126F-7BE5-4CA7-B313-00A72B3D434C}"/>
                </a:ext>
              </a:extLst>
            </p:cNvPr>
            <p:cNvSpPr/>
            <p:nvPr/>
          </p:nvSpPr>
          <p:spPr>
            <a:xfrm>
              <a:off x="3173160" y="40960"/>
              <a:ext cx="49741" cy="107486"/>
            </a:xfrm>
            <a:custGeom>
              <a:avLst/>
              <a:gdLst>
                <a:gd name="connsiteX0" fmla="*/ 49741 w 49741"/>
                <a:gd name="connsiteY0" fmla="*/ 88619 h 107486"/>
                <a:gd name="connsiteX1" fmla="*/ 49741 w 49741"/>
                <a:gd name="connsiteY1" fmla="*/ 104628 h 107486"/>
                <a:gd name="connsiteX2" fmla="*/ 34018 w 49741"/>
                <a:gd name="connsiteY2" fmla="*/ 107486 h 107486"/>
                <a:gd name="connsiteX3" fmla="*/ 12292 w 49741"/>
                <a:gd name="connsiteY3" fmla="*/ 84903 h 107486"/>
                <a:gd name="connsiteX4" fmla="*/ 12292 w 49741"/>
                <a:gd name="connsiteY4" fmla="*/ 41165 h 107486"/>
                <a:gd name="connsiteX5" fmla="*/ 0 w 49741"/>
                <a:gd name="connsiteY5" fmla="*/ 41165 h 107486"/>
                <a:gd name="connsiteX6" fmla="*/ 0 w 49741"/>
                <a:gd name="connsiteY6" fmla="*/ 25728 h 107486"/>
                <a:gd name="connsiteX7" fmla="*/ 12006 w 49741"/>
                <a:gd name="connsiteY7" fmla="*/ 25728 h 107486"/>
                <a:gd name="connsiteX8" fmla="*/ 12006 w 49741"/>
                <a:gd name="connsiteY8" fmla="*/ 4002 h 107486"/>
                <a:gd name="connsiteX9" fmla="*/ 30588 w 49741"/>
                <a:gd name="connsiteY9" fmla="*/ 0 h 107486"/>
                <a:gd name="connsiteX10" fmla="*/ 30588 w 49741"/>
                <a:gd name="connsiteY10" fmla="*/ 26014 h 107486"/>
                <a:gd name="connsiteX11" fmla="*/ 49741 w 49741"/>
                <a:gd name="connsiteY11" fmla="*/ 26014 h 107486"/>
                <a:gd name="connsiteX12" fmla="*/ 49741 w 49741"/>
                <a:gd name="connsiteY12" fmla="*/ 41451 h 107486"/>
                <a:gd name="connsiteX13" fmla="*/ 30588 w 49741"/>
                <a:gd name="connsiteY13" fmla="*/ 41451 h 107486"/>
                <a:gd name="connsiteX14" fmla="*/ 30588 w 49741"/>
                <a:gd name="connsiteY14" fmla="*/ 80901 h 107486"/>
                <a:gd name="connsiteX15" fmla="*/ 39164 w 49741"/>
                <a:gd name="connsiteY15" fmla="*/ 91478 h 107486"/>
                <a:gd name="connsiteX16" fmla="*/ 49741 w 49741"/>
                <a:gd name="connsiteY16" fmla="*/ 88619 h 10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9741" h="107486">
                  <a:moveTo>
                    <a:pt x="49741" y="88619"/>
                  </a:moveTo>
                  <a:lnTo>
                    <a:pt x="49741" y="104628"/>
                  </a:lnTo>
                  <a:cubicBezTo>
                    <a:pt x="45739" y="106629"/>
                    <a:pt x="39450" y="107486"/>
                    <a:pt x="34018" y="107486"/>
                  </a:cubicBezTo>
                  <a:cubicBezTo>
                    <a:pt x="20011" y="107486"/>
                    <a:pt x="12292" y="99482"/>
                    <a:pt x="12292" y="84903"/>
                  </a:cubicBezTo>
                  <a:lnTo>
                    <a:pt x="12292" y="41165"/>
                  </a:lnTo>
                  <a:lnTo>
                    <a:pt x="0" y="41165"/>
                  </a:lnTo>
                  <a:lnTo>
                    <a:pt x="0" y="25728"/>
                  </a:lnTo>
                  <a:lnTo>
                    <a:pt x="12006" y="25728"/>
                  </a:lnTo>
                  <a:lnTo>
                    <a:pt x="12006" y="4002"/>
                  </a:lnTo>
                  <a:lnTo>
                    <a:pt x="30588" y="0"/>
                  </a:lnTo>
                  <a:lnTo>
                    <a:pt x="30588" y="26014"/>
                  </a:lnTo>
                  <a:lnTo>
                    <a:pt x="49741" y="26014"/>
                  </a:lnTo>
                  <a:lnTo>
                    <a:pt x="49741" y="41451"/>
                  </a:lnTo>
                  <a:lnTo>
                    <a:pt x="30588" y="41451"/>
                  </a:lnTo>
                  <a:lnTo>
                    <a:pt x="30588" y="80901"/>
                  </a:lnTo>
                  <a:cubicBezTo>
                    <a:pt x="30588" y="88333"/>
                    <a:pt x="33161" y="91478"/>
                    <a:pt x="39164" y="91478"/>
                  </a:cubicBezTo>
                  <a:cubicBezTo>
                    <a:pt x="42880" y="91192"/>
                    <a:pt x="46596" y="90048"/>
                    <a:pt x="49741" y="8861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2" name="Freihandform: Form 191">
              <a:extLst>
                <a:ext uri="{FF2B5EF4-FFF2-40B4-BE49-F238E27FC236}">
                  <a16:creationId xmlns:a16="http://schemas.microsoft.com/office/drawing/2014/main" id="{A53325FC-AA60-40EB-9E4D-8A985A64DD5A}"/>
                </a:ext>
              </a:extLst>
            </p:cNvPr>
            <p:cNvSpPr/>
            <p:nvPr/>
          </p:nvSpPr>
          <p:spPr>
            <a:xfrm>
              <a:off x="3237481" y="32384"/>
              <a:ext cx="67750" cy="116062"/>
            </a:xfrm>
            <a:custGeom>
              <a:avLst/>
              <a:gdLst>
                <a:gd name="connsiteX0" fmla="*/ 34304 w 67750"/>
                <a:gd name="connsiteY0" fmla="*/ 64606 h 116062"/>
                <a:gd name="connsiteX1" fmla="*/ 49455 w 67750"/>
                <a:gd name="connsiteY1" fmla="*/ 66321 h 116062"/>
                <a:gd name="connsiteX2" fmla="*/ 49455 w 67750"/>
                <a:gd name="connsiteY2" fmla="*/ 63463 h 116062"/>
                <a:gd name="connsiteX3" fmla="*/ 31731 w 67750"/>
                <a:gd name="connsiteY3" fmla="*/ 48026 h 116062"/>
                <a:gd name="connsiteX4" fmla="*/ 11435 w 67750"/>
                <a:gd name="connsiteY4" fmla="*/ 52600 h 116062"/>
                <a:gd name="connsiteX5" fmla="*/ 7432 w 67750"/>
                <a:gd name="connsiteY5" fmla="*/ 36877 h 116062"/>
                <a:gd name="connsiteX6" fmla="*/ 33732 w 67750"/>
                <a:gd name="connsiteY6" fmla="*/ 32303 h 116062"/>
                <a:gd name="connsiteX7" fmla="*/ 67751 w 67750"/>
                <a:gd name="connsiteY7" fmla="*/ 63177 h 116062"/>
                <a:gd name="connsiteX8" fmla="*/ 67751 w 67750"/>
                <a:gd name="connsiteY8" fmla="*/ 114347 h 116062"/>
                <a:gd name="connsiteX9" fmla="*/ 50027 w 67750"/>
                <a:gd name="connsiteY9" fmla="*/ 114347 h 116062"/>
                <a:gd name="connsiteX10" fmla="*/ 50027 w 67750"/>
                <a:gd name="connsiteY10" fmla="*/ 105771 h 116062"/>
                <a:gd name="connsiteX11" fmla="*/ 49741 w 67750"/>
                <a:gd name="connsiteY11" fmla="*/ 105771 h 116062"/>
                <a:gd name="connsiteX12" fmla="*/ 26300 w 67750"/>
                <a:gd name="connsiteY12" fmla="*/ 116063 h 116062"/>
                <a:gd name="connsiteX13" fmla="*/ 0 w 67750"/>
                <a:gd name="connsiteY13" fmla="*/ 90620 h 116062"/>
                <a:gd name="connsiteX14" fmla="*/ 34304 w 67750"/>
                <a:gd name="connsiteY14" fmla="*/ 64606 h 116062"/>
                <a:gd name="connsiteX15" fmla="*/ 19153 w 67750"/>
                <a:gd name="connsiteY15" fmla="*/ 21726 h 116062"/>
                <a:gd name="connsiteX16" fmla="*/ 8004 w 67750"/>
                <a:gd name="connsiteY16" fmla="*/ 10863 h 116062"/>
                <a:gd name="connsiteX17" fmla="*/ 19153 w 67750"/>
                <a:gd name="connsiteY17" fmla="*/ 0 h 116062"/>
                <a:gd name="connsiteX18" fmla="*/ 30302 w 67750"/>
                <a:gd name="connsiteY18" fmla="*/ 10863 h 116062"/>
                <a:gd name="connsiteX19" fmla="*/ 19153 w 67750"/>
                <a:gd name="connsiteY19" fmla="*/ 21726 h 116062"/>
                <a:gd name="connsiteX20" fmla="*/ 31160 w 67750"/>
                <a:gd name="connsiteY20" fmla="*/ 102055 h 116062"/>
                <a:gd name="connsiteX21" fmla="*/ 49455 w 67750"/>
                <a:gd name="connsiteY21" fmla="*/ 92335 h 116062"/>
                <a:gd name="connsiteX22" fmla="*/ 49455 w 67750"/>
                <a:gd name="connsiteY22" fmla="*/ 78328 h 116062"/>
                <a:gd name="connsiteX23" fmla="*/ 36305 w 67750"/>
                <a:gd name="connsiteY23" fmla="*/ 76899 h 116062"/>
                <a:gd name="connsiteX24" fmla="*/ 17724 w 67750"/>
                <a:gd name="connsiteY24" fmla="*/ 90048 h 116062"/>
                <a:gd name="connsiteX25" fmla="*/ 31160 w 67750"/>
                <a:gd name="connsiteY25" fmla="*/ 102055 h 116062"/>
                <a:gd name="connsiteX26" fmla="*/ 52028 w 67750"/>
                <a:gd name="connsiteY26" fmla="*/ 21726 h 116062"/>
                <a:gd name="connsiteX27" fmla="*/ 40879 w 67750"/>
                <a:gd name="connsiteY27" fmla="*/ 10863 h 116062"/>
                <a:gd name="connsiteX28" fmla="*/ 52028 w 67750"/>
                <a:gd name="connsiteY28" fmla="*/ 0 h 116062"/>
                <a:gd name="connsiteX29" fmla="*/ 63177 w 67750"/>
                <a:gd name="connsiteY29" fmla="*/ 10863 h 116062"/>
                <a:gd name="connsiteX30" fmla="*/ 52028 w 67750"/>
                <a:gd name="connsiteY30" fmla="*/ 21726 h 116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7750" h="116062">
                  <a:moveTo>
                    <a:pt x="34304" y="64606"/>
                  </a:moveTo>
                  <a:cubicBezTo>
                    <a:pt x="39450" y="64606"/>
                    <a:pt x="44310" y="64892"/>
                    <a:pt x="49455" y="66321"/>
                  </a:cubicBezTo>
                  <a:lnTo>
                    <a:pt x="49455" y="63463"/>
                  </a:lnTo>
                  <a:cubicBezTo>
                    <a:pt x="49455" y="53171"/>
                    <a:pt x="43452" y="48026"/>
                    <a:pt x="31731" y="48026"/>
                  </a:cubicBezTo>
                  <a:cubicBezTo>
                    <a:pt x="25156" y="48026"/>
                    <a:pt x="18010" y="49455"/>
                    <a:pt x="11435" y="52600"/>
                  </a:cubicBezTo>
                  <a:lnTo>
                    <a:pt x="7432" y="36877"/>
                  </a:lnTo>
                  <a:cubicBezTo>
                    <a:pt x="14865" y="34018"/>
                    <a:pt x="24585" y="32303"/>
                    <a:pt x="33732" y="32303"/>
                  </a:cubicBezTo>
                  <a:cubicBezTo>
                    <a:pt x="56316" y="32303"/>
                    <a:pt x="67751" y="42880"/>
                    <a:pt x="67751" y="63177"/>
                  </a:cubicBezTo>
                  <a:lnTo>
                    <a:pt x="67751" y="114347"/>
                  </a:lnTo>
                  <a:lnTo>
                    <a:pt x="50027" y="114347"/>
                  </a:lnTo>
                  <a:lnTo>
                    <a:pt x="50027" y="105771"/>
                  </a:lnTo>
                  <a:lnTo>
                    <a:pt x="49741" y="105771"/>
                  </a:lnTo>
                  <a:cubicBezTo>
                    <a:pt x="42880" y="112918"/>
                    <a:pt x="35734" y="116063"/>
                    <a:pt x="26300" y="116063"/>
                  </a:cubicBezTo>
                  <a:cubicBezTo>
                    <a:pt x="10291" y="116063"/>
                    <a:pt x="0" y="106057"/>
                    <a:pt x="0" y="90620"/>
                  </a:cubicBezTo>
                  <a:cubicBezTo>
                    <a:pt x="0" y="73754"/>
                    <a:pt x="12006" y="64606"/>
                    <a:pt x="34304" y="64606"/>
                  </a:cubicBezTo>
                  <a:close/>
                  <a:moveTo>
                    <a:pt x="19153" y="21726"/>
                  </a:moveTo>
                  <a:cubicBezTo>
                    <a:pt x="13150" y="21726"/>
                    <a:pt x="8004" y="16580"/>
                    <a:pt x="8004" y="10863"/>
                  </a:cubicBezTo>
                  <a:cubicBezTo>
                    <a:pt x="8004" y="5146"/>
                    <a:pt x="13150" y="0"/>
                    <a:pt x="19153" y="0"/>
                  </a:cubicBezTo>
                  <a:cubicBezTo>
                    <a:pt x="25156" y="0"/>
                    <a:pt x="30302" y="5146"/>
                    <a:pt x="30302" y="10863"/>
                  </a:cubicBezTo>
                  <a:cubicBezTo>
                    <a:pt x="30302" y="16866"/>
                    <a:pt x="25156" y="21726"/>
                    <a:pt x="19153" y="21726"/>
                  </a:cubicBezTo>
                  <a:close/>
                  <a:moveTo>
                    <a:pt x="31160" y="102055"/>
                  </a:moveTo>
                  <a:cubicBezTo>
                    <a:pt x="38020" y="102055"/>
                    <a:pt x="44310" y="98625"/>
                    <a:pt x="49455" y="92335"/>
                  </a:cubicBezTo>
                  <a:lnTo>
                    <a:pt x="49455" y="78328"/>
                  </a:lnTo>
                  <a:cubicBezTo>
                    <a:pt x="45167" y="77184"/>
                    <a:pt x="40593" y="76899"/>
                    <a:pt x="36305" y="76899"/>
                  </a:cubicBezTo>
                  <a:cubicBezTo>
                    <a:pt x="24585" y="76899"/>
                    <a:pt x="17724" y="81472"/>
                    <a:pt x="17724" y="90048"/>
                  </a:cubicBezTo>
                  <a:cubicBezTo>
                    <a:pt x="18010" y="97481"/>
                    <a:pt x="23155" y="102055"/>
                    <a:pt x="31160" y="102055"/>
                  </a:cubicBezTo>
                  <a:close/>
                  <a:moveTo>
                    <a:pt x="52028" y="21726"/>
                  </a:moveTo>
                  <a:cubicBezTo>
                    <a:pt x="46025" y="21726"/>
                    <a:pt x="40879" y="16580"/>
                    <a:pt x="40879" y="10863"/>
                  </a:cubicBezTo>
                  <a:cubicBezTo>
                    <a:pt x="40879" y="5146"/>
                    <a:pt x="46025" y="0"/>
                    <a:pt x="52028" y="0"/>
                  </a:cubicBezTo>
                  <a:cubicBezTo>
                    <a:pt x="58031" y="0"/>
                    <a:pt x="63177" y="5146"/>
                    <a:pt x="63177" y="10863"/>
                  </a:cubicBezTo>
                  <a:cubicBezTo>
                    <a:pt x="63177" y="16866"/>
                    <a:pt x="57745" y="21726"/>
                    <a:pt x="52028" y="21726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3" name="Freihandform: Form 192">
              <a:extLst>
                <a:ext uri="{FF2B5EF4-FFF2-40B4-BE49-F238E27FC236}">
                  <a16:creationId xmlns:a16="http://schemas.microsoft.com/office/drawing/2014/main" id="{06C39AEC-1240-4A5D-8FC5-377F1EDA35C8}"/>
                </a:ext>
              </a:extLst>
            </p:cNvPr>
            <p:cNvSpPr/>
            <p:nvPr/>
          </p:nvSpPr>
          <p:spPr>
            <a:xfrm>
              <a:off x="3320097" y="40960"/>
              <a:ext cx="49740" cy="107486"/>
            </a:xfrm>
            <a:custGeom>
              <a:avLst/>
              <a:gdLst>
                <a:gd name="connsiteX0" fmla="*/ 49741 w 49740"/>
                <a:gd name="connsiteY0" fmla="*/ 88619 h 107486"/>
                <a:gd name="connsiteX1" fmla="*/ 49741 w 49740"/>
                <a:gd name="connsiteY1" fmla="*/ 104628 h 107486"/>
                <a:gd name="connsiteX2" fmla="*/ 34018 w 49740"/>
                <a:gd name="connsiteY2" fmla="*/ 107486 h 107486"/>
                <a:gd name="connsiteX3" fmla="*/ 12292 w 49740"/>
                <a:gd name="connsiteY3" fmla="*/ 84903 h 107486"/>
                <a:gd name="connsiteX4" fmla="*/ 12292 w 49740"/>
                <a:gd name="connsiteY4" fmla="*/ 41165 h 107486"/>
                <a:gd name="connsiteX5" fmla="*/ 0 w 49740"/>
                <a:gd name="connsiteY5" fmla="*/ 41165 h 107486"/>
                <a:gd name="connsiteX6" fmla="*/ 0 w 49740"/>
                <a:gd name="connsiteY6" fmla="*/ 25728 h 107486"/>
                <a:gd name="connsiteX7" fmla="*/ 12006 w 49740"/>
                <a:gd name="connsiteY7" fmla="*/ 25728 h 107486"/>
                <a:gd name="connsiteX8" fmla="*/ 12006 w 49740"/>
                <a:gd name="connsiteY8" fmla="*/ 4002 h 107486"/>
                <a:gd name="connsiteX9" fmla="*/ 30588 w 49740"/>
                <a:gd name="connsiteY9" fmla="*/ 0 h 107486"/>
                <a:gd name="connsiteX10" fmla="*/ 30588 w 49740"/>
                <a:gd name="connsiteY10" fmla="*/ 26014 h 107486"/>
                <a:gd name="connsiteX11" fmla="*/ 49741 w 49740"/>
                <a:gd name="connsiteY11" fmla="*/ 26014 h 107486"/>
                <a:gd name="connsiteX12" fmla="*/ 49741 w 49740"/>
                <a:gd name="connsiteY12" fmla="*/ 41451 h 107486"/>
                <a:gd name="connsiteX13" fmla="*/ 30588 w 49740"/>
                <a:gd name="connsiteY13" fmla="*/ 41451 h 107486"/>
                <a:gd name="connsiteX14" fmla="*/ 30588 w 49740"/>
                <a:gd name="connsiteY14" fmla="*/ 80901 h 107486"/>
                <a:gd name="connsiteX15" fmla="*/ 39164 w 49740"/>
                <a:gd name="connsiteY15" fmla="*/ 91478 h 107486"/>
                <a:gd name="connsiteX16" fmla="*/ 49741 w 49740"/>
                <a:gd name="connsiteY16" fmla="*/ 88619 h 10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9740" h="107486">
                  <a:moveTo>
                    <a:pt x="49741" y="88619"/>
                  </a:moveTo>
                  <a:lnTo>
                    <a:pt x="49741" y="104628"/>
                  </a:lnTo>
                  <a:cubicBezTo>
                    <a:pt x="45739" y="106629"/>
                    <a:pt x="39450" y="107486"/>
                    <a:pt x="34018" y="107486"/>
                  </a:cubicBezTo>
                  <a:cubicBezTo>
                    <a:pt x="20011" y="107486"/>
                    <a:pt x="12292" y="99482"/>
                    <a:pt x="12292" y="84903"/>
                  </a:cubicBezTo>
                  <a:lnTo>
                    <a:pt x="12292" y="41165"/>
                  </a:lnTo>
                  <a:lnTo>
                    <a:pt x="0" y="41165"/>
                  </a:lnTo>
                  <a:lnTo>
                    <a:pt x="0" y="25728"/>
                  </a:lnTo>
                  <a:lnTo>
                    <a:pt x="12006" y="25728"/>
                  </a:lnTo>
                  <a:lnTo>
                    <a:pt x="12006" y="4002"/>
                  </a:lnTo>
                  <a:lnTo>
                    <a:pt x="30588" y="0"/>
                  </a:lnTo>
                  <a:lnTo>
                    <a:pt x="30588" y="26014"/>
                  </a:lnTo>
                  <a:lnTo>
                    <a:pt x="49741" y="26014"/>
                  </a:lnTo>
                  <a:lnTo>
                    <a:pt x="49741" y="41451"/>
                  </a:lnTo>
                  <a:lnTo>
                    <a:pt x="30588" y="41451"/>
                  </a:lnTo>
                  <a:lnTo>
                    <a:pt x="30588" y="80901"/>
                  </a:lnTo>
                  <a:cubicBezTo>
                    <a:pt x="30588" y="88333"/>
                    <a:pt x="33161" y="91478"/>
                    <a:pt x="39164" y="91478"/>
                  </a:cubicBezTo>
                  <a:cubicBezTo>
                    <a:pt x="42880" y="91192"/>
                    <a:pt x="46596" y="90048"/>
                    <a:pt x="49741" y="8861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4" name="Freihandform: Form 193">
              <a:extLst>
                <a:ext uri="{FF2B5EF4-FFF2-40B4-BE49-F238E27FC236}">
                  <a16:creationId xmlns:a16="http://schemas.microsoft.com/office/drawing/2014/main" id="{CBF3490B-3419-4249-8C80-D238BE44A872}"/>
                </a:ext>
              </a:extLst>
            </p:cNvPr>
            <p:cNvSpPr/>
            <p:nvPr/>
          </p:nvSpPr>
          <p:spPr>
            <a:xfrm>
              <a:off x="3433872" y="66688"/>
              <a:ext cx="68894" cy="82044"/>
            </a:xfrm>
            <a:custGeom>
              <a:avLst/>
              <a:gdLst>
                <a:gd name="connsiteX0" fmla="*/ 18867 w 68894"/>
                <a:gd name="connsiteY0" fmla="*/ 48026 h 82044"/>
                <a:gd name="connsiteX1" fmla="*/ 34876 w 68894"/>
                <a:gd name="connsiteY1" fmla="*/ 64892 h 82044"/>
                <a:gd name="connsiteX2" fmla="*/ 50313 w 68894"/>
                <a:gd name="connsiteY2" fmla="*/ 48026 h 82044"/>
                <a:gd name="connsiteX3" fmla="*/ 50313 w 68894"/>
                <a:gd name="connsiteY3" fmla="*/ 0 h 82044"/>
                <a:gd name="connsiteX4" fmla="*/ 68894 w 68894"/>
                <a:gd name="connsiteY4" fmla="*/ 0 h 82044"/>
                <a:gd name="connsiteX5" fmla="*/ 68894 w 68894"/>
                <a:gd name="connsiteY5" fmla="*/ 48598 h 82044"/>
                <a:gd name="connsiteX6" fmla="*/ 35162 w 68894"/>
                <a:gd name="connsiteY6" fmla="*/ 82044 h 82044"/>
                <a:gd name="connsiteX7" fmla="*/ 0 w 68894"/>
                <a:gd name="connsiteY7" fmla="*/ 48883 h 82044"/>
                <a:gd name="connsiteX8" fmla="*/ 0 w 68894"/>
                <a:gd name="connsiteY8" fmla="*/ 286 h 82044"/>
                <a:gd name="connsiteX9" fmla="*/ 18581 w 68894"/>
                <a:gd name="connsiteY9" fmla="*/ 286 h 82044"/>
                <a:gd name="connsiteX10" fmla="*/ 18581 w 68894"/>
                <a:gd name="connsiteY10" fmla="*/ 48026 h 8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8894" h="82044">
                  <a:moveTo>
                    <a:pt x="18867" y="48026"/>
                  </a:moveTo>
                  <a:cubicBezTo>
                    <a:pt x="18867" y="58889"/>
                    <a:pt x="24299" y="64892"/>
                    <a:pt x="34876" y="64892"/>
                  </a:cubicBezTo>
                  <a:cubicBezTo>
                    <a:pt x="45167" y="64892"/>
                    <a:pt x="50313" y="59175"/>
                    <a:pt x="50313" y="48026"/>
                  </a:cubicBezTo>
                  <a:lnTo>
                    <a:pt x="50313" y="0"/>
                  </a:lnTo>
                  <a:lnTo>
                    <a:pt x="68894" y="0"/>
                  </a:lnTo>
                  <a:lnTo>
                    <a:pt x="68894" y="48598"/>
                  </a:lnTo>
                  <a:cubicBezTo>
                    <a:pt x="68894" y="69752"/>
                    <a:pt x="57174" y="82044"/>
                    <a:pt x="35162" y="82044"/>
                  </a:cubicBezTo>
                  <a:cubicBezTo>
                    <a:pt x="13436" y="82044"/>
                    <a:pt x="0" y="69752"/>
                    <a:pt x="0" y="48883"/>
                  </a:cubicBezTo>
                  <a:lnTo>
                    <a:pt x="0" y="286"/>
                  </a:lnTo>
                  <a:lnTo>
                    <a:pt x="18581" y="286"/>
                  </a:lnTo>
                  <a:lnTo>
                    <a:pt x="18581" y="48026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5" name="Freihandform: Form 194">
              <a:extLst>
                <a:ext uri="{FF2B5EF4-FFF2-40B4-BE49-F238E27FC236}">
                  <a16:creationId xmlns:a16="http://schemas.microsoft.com/office/drawing/2014/main" id="{BA54C1D5-DCF8-4E29-9FF5-5F0F9153EF41}"/>
                </a:ext>
              </a:extLst>
            </p:cNvPr>
            <p:cNvSpPr/>
            <p:nvPr/>
          </p:nvSpPr>
          <p:spPr>
            <a:xfrm>
              <a:off x="3526779" y="64687"/>
              <a:ext cx="68608" cy="82044"/>
            </a:xfrm>
            <a:custGeom>
              <a:avLst/>
              <a:gdLst>
                <a:gd name="connsiteX0" fmla="*/ 68608 w 68608"/>
                <a:gd name="connsiteY0" fmla="*/ 81758 h 82044"/>
                <a:gd name="connsiteX1" fmla="*/ 50027 w 68608"/>
                <a:gd name="connsiteY1" fmla="*/ 81758 h 82044"/>
                <a:gd name="connsiteX2" fmla="*/ 50027 w 68608"/>
                <a:gd name="connsiteY2" fmla="*/ 36019 h 82044"/>
                <a:gd name="connsiteX3" fmla="*/ 35162 w 68608"/>
                <a:gd name="connsiteY3" fmla="*/ 16580 h 82044"/>
                <a:gd name="connsiteX4" fmla="*/ 18581 w 68608"/>
                <a:gd name="connsiteY4" fmla="*/ 36019 h 82044"/>
                <a:gd name="connsiteX5" fmla="*/ 18581 w 68608"/>
                <a:gd name="connsiteY5" fmla="*/ 82044 h 82044"/>
                <a:gd name="connsiteX6" fmla="*/ 0 w 68608"/>
                <a:gd name="connsiteY6" fmla="*/ 82044 h 82044"/>
                <a:gd name="connsiteX7" fmla="*/ 0 w 68608"/>
                <a:gd name="connsiteY7" fmla="*/ 2001 h 82044"/>
                <a:gd name="connsiteX8" fmla="*/ 18581 w 68608"/>
                <a:gd name="connsiteY8" fmla="*/ 2001 h 82044"/>
                <a:gd name="connsiteX9" fmla="*/ 18581 w 68608"/>
                <a:gd name="connsiteY9" fmla="*/ 11721 h 82044"/>
                <a:gd name="connsiteX10" fmla="*/ 18867 w 68608"/>
                <a:gd name="connsiteY10" fmla="*/ 11721 h 82044"/>
                <a:gd name="connsiteX11" fmla="*/ 42308 w 68608"/>
                <a:gd name="connsiteY11" fmla="*/ 0 h 82044"/>
                <a:gd name="connsiteX12" fmla="*/ 68608 w 68608"/>
                <a:gd name="connsiteY12" fmla="*/ 32303 h 82044"/>
                <a:gd name="connsiteX13" fmla="*/ 68608 w 68608"/>
                <a:gd name="connsiteY13" fmla="*/ 81758 h 8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82044">
                  <a:moveTo>
                    <a:pt x="68608" y="81758"/>
                  </a:moveTo>
                  <a:lnTo>
                    <a:pt x="50027" y="81758"/>
                  </a:lnTo>
                  <a:lnTo>
                    <a:pt x="50027" y="36019"/>
                  </a:lnTo>
                  <a:cubicBezTo>
                    <a:pt x="50027" y="24299"/>
                    <a:pt x="46596" y="16580"/>
                    <a:pt x="35162" y="16580"/>
                  </a:cubicBezTo>
                  <a:cubicBezTo>
                    <a:pt x="22012" y="16580"/>
                    <a:pt x="18581" y="27157"/>
                    <a:pt x="18581" y="36019"/>
                  </a:cubicBezTo>
                  <a:lnTo>
                    <a:pt x="18581" y="82044"/>
                  </a:lnTo>
                  <a:lnTo>
                    <a:pt x="0" y="82044"/>
                  </a:lnTo>
                  <a:lnTo>
                    <a:pt x="0" y="2001"/>
                  </a:lnTo>
                  <a:lnTo>
                    <a:pt x="18581" y="2001"/>
                  </a:lnTo>
                  <a:lnTo>
                    <a:pt x="18581" y="11721"/>
                  </a:lnTo>
                  <a:lnTo>
                    <a:pt x="18867" y="11721"/>
                  </a:lnTo>
                  <a:cubicBezTo>
                    <a:pt x="23727" y="4574"/>
                    <a:pt x="32017" y="0"/>
                    <a:pt x="42308" y="0"/>
                  </a:cubicBezTo>
                  <a:cubicBezTo>
                    <a:pt x="60604" y="0"/>
                    <a:pt x="68608" y="13436"/>
                    <a:pt x="68608" y="32303"/>
                  </a:cubicBezTo>
                  <a:lnTo>
                    <a:pt x="68608" y="81758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6" name="Freihandform: Form 195">
              <a:extLst>
                <a:ext uri="{FF2B5EF4-FFF2-40B4-BE49-F238E27FC236}">
                  <a16:creationId xmlns:a16="http://schemas.microsoft.com/office/drawing/2014/main" id="{C2A47EC5-7C10-461C-B589-1856F68503CE}"/>
                </a:ext>
              </a:extLst>
            </p:cNvPr>
            <p:cNvSpPr/>
            <p:nvPr/>
          </p:nvSpPr>
          <p:spPr>
            <a:xfrm>
              <a:off x="3615112" y="29811"/>
              <a:ext cx="74611" cy="118921"/>
            </a:xfrm>
            <a:custGeom>
              <a:avLst/>
              <a:gdLst>
                <a:gd name="connsiteX0" fmla="*/ 0 w 74611"/>
                <a:gd name="connsiteY0" fmla="*/ 76613 h 118921"/>
                <a:gd name="connsiteX1" fmla="*/ 32589 w 74611"/>
                <a:gd name="connsiteY1" fmla="*/ 34876 h 118921"/>
                <a:gd name="connsiteX2" fmla="*/ 55744 w 74611"/>
                <a:gd name="connsiteY2" fmla="*/ 45739 h 118921"/>
                <a:gd name="connsiteX3" fmla="*/ 56030 w 74611"/>
                <a:gd name="connsiteY3" fmla="*/ 45739 h 118921"/>
                <a:gd name="connsiteX4" fmla="*/ 56030 w 74611"/>
                <a:gd name="connsiteY4" fmla="*/ 4574 h 118921"/>
                <a:gd name="connsiteX5" fmla="*/ 74612 w 74611"/>
                <a:gd name="connsiteY5" fmla="*/ 0 h 118921"/>
                <a:gd name="connsiteX6" fmla="*/ 74612 w 74611"/>
                <a:gd name="connsiteY6" fmla="*/ 116920 h 118921"/>
                <a:gd name="connsiteX7" fmla="*/ 56316 w 74611"/>
                <a:gd name="connsiteY7" fmla="*/ 116920 h 118921"/>
                <a:gd name="connsiteX8" fmla="*/ 56316 w 74611"/>
                <a:gd name="connsiteY8" fmla="*/ 107486 h 118921"/>
                <a:gd name="connsiteX9" fmla="*/ 56030 w 74611"/>
                <a:gd name="connsiteY9" fmla="*/ 107486 h 118921"/>
                <a:gd name="connsiteX10" fmla="*/ 32017 w 74611"/>
                <a:gd name="connsiteY10" fmla="*/ 118921 h 118921"/>
                <a:gd name="connsiteX11" fmla="*/ 0 w 74611"/>
                <a:gd name="connsiteY11" fmla="*/ 76613 h 118921"/>
                <a:gd name="connsiteX12" fmla="*/ 18581 w 74611"/>
                <a:gd name="connsiteY12" fmla="*/ 76613 h 118921"/>
                <a:gd name="connsiteX13" fmla="*/ 37163 w 74611"/>
                <a:gd name="connsiteY13" fmla="*/ 102341 h 118921"/>
                <a:gd name="connsiteX14" fmla="*/ 56316 w 74611"/>
                <a:gd name="connsiteY14" fmla="*/ 91764 h 118921"/>
                <a:gd name="connsiteX15" fmla="*/ 56316 w 74611"/>
                <a:gd name="connsiteY15" fmla="*/ 62605 h 118921"/>
                <a:gd name="connsiteX16" fmla="*/ 37163 w 74611"/>
                <a:gd name="connsiteY16" fmla="*/ 52028 h 118921"/>
                <a:gd name="connsiteX17" fmla="*/ 18581 w 74611"/>
                <a:gd name="connsiteY17" fmla="*/ 76613 h 118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611" h="118921">
                  <a:moveTo>
                    <a:pt x="0" y="76613"/>
                  </a:moveTo>
                  <a:cubicBezTo>
                    <a:pt x="0" y="50885"/>
                    <a:pt x="13150" y="34876"/>
                    <a:pt x="32589" y="34876"/>
                  </a:cubicBezTo>
                  <a:cubicBezTo>
                    <a:pt x="42594" y="34876"/>
                    <a:pt x="50599" y="39164"/>
                    <a:pt x="55744" y="45739"/>
                  </a:cubicBezTo>
                  <a:lnTo>
                    <a:pt x="56030" y="45739"/>
                  </a:lnTo>
                  <a:lnTo>
                    <a:pt x="56030" y="4574"/>
                  </a:lnTo>
                  <a:lnTo>
                    <a:pt x="74612" y="0"/>
                  </a:lnTo>
                  <a:lnTo>
                    <a:pt x="74612" y="116920"/>
                  </a:lnTo>
                  <a:lnTo>
                    <a:pt x="56316" y="116920"/>
                  </a:lnTo>
                  <a:lnTo>
                    <a:pt x="56316" y="107486"/>
                  </a:lnTo>
                  <a:lnTo>
                    <a:pt x="56030" y="107486"/>
                  </a:lnTo>
                  <a:cubicBezTo>
                    <a:pt x="50313" y="114633"/>
                    <a:pt x="42023" y="118921"/>
                    <a:pt x="32017" y="118921"/>
                  </a:cubicBezTo>
                  <a:cubicBezTo>
                    <a:pt x="13150" y="118635"/>
                    <a:pt x="0" y="102341"/>
                    <a:pt x="0" y="76613"/>
                  </a:cubicBezTo>
                  <a:close/>
                  <a:moveTo>
                    <a:pt x="18581" y="76613"/>
                  </a:moveTo>
                  <a:cubicBezTo>
                    <a:pt x="18581" y="92907"/>
                    <a:pt x="25442" y="102341"/>
                    <a:pt x="37163" y="102341"/>
                  </a:cubicBezTo>
                  <a:cubicBezTo>
                    <a:pt x="44310" y="102341"/>
                    <a:pt x="50313" y="98910"/>
                    <a:pt x="56316" y="91764"/>
                  </a:cubicBezTo>
                  <a:lnTo>
                    <a:pt x="56316" y="62605"/>
                  </a:lnTo>
                  <a:cubicBezTo>
                    <a:pt x="50885" y="55458"/>
                    <a:pt x="44881" y="52028"/>
                    <a:pt x="37163" y="52028"/>
                  </a:cubicBezTo>
                  <a:cubicBezTo>
                    <a:pt x="25157" y="51742"/>
                    <a:pt x="18581" y="60604"/>
                    <a:pt x="18581" y="76613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7" name="Freihandform: Form 196">
              <a:extLst>
                <a:ext uri="{FF2B5EF4-FFF2-40B4-BE49-F238E27FC236}">
                  <a16:creationId xmlns:a16="http://schemas.microsoft.com/office/drawing/2014/main" id="{5092D137-F396-46E0-B98A-74930DF55C69}"/>
                </a:ext>
              </a:extLst>
            </p:cNvPr>
            <p:cNvSpPr/>
            <p:nvPr/>
          </p:nvSpPr>
          <p:spPr>
            <a:xfrm>
              <a:off x="1648912" y="209051"/>
              <a:ext cx="69751" cy="110630"/>
            </a:xfrm>
            <a:custGeom>
              <a:avLst/>
              <a:gdLst>
                <a:gd name="connsiteX0" fmla="*/ 69752 w 69751"/>
                <a:gd name="connsiteY0" fmla="*/ 18010 h 110630"/>
                <a:gd name="connsiteX1" fmla="*/ 19725 w 69751"/>
                <a:gd name="connsiteY1" fmla="*/ 18010 h 110630"/>
                <a:gd name="connsiteX2" fmla="*/ 19725 w 69751"/>
                <a:gd name="connsiteY2" fmla="*/ 45453 h 110630"/>
                <a:gd name="connsiteX3" fmla="*/ 56888 w 69751"/>
                <a:gd name="connsiteY3" fmla="*/ 45453 h 110630"/>
                <a:gd name="connsiteX4" fmla="*/ 56888 w 69751"/>
                <a:gd name="connsiteY4" fmla="*/ 63463 h 110630"/>
                <a:gd name="connsiteX5" fmla="*/ 19725 w 69751"/>
                <a:gd name="connsiteY5" fmla="*/ 63463 h 110630"/>
                <a:gd name="connsiteX6" fmla="*/ 19725 w 69751"/>
                <a:gd name="connsiteY6" fmla="*/ 110631 h 110630"/>
                <a:gd name="connsiteX7" fmla="*/ 0 w 69751"/>
                <a:gd name="connsiteY7" fmla="*/ 110631 h 110630"/>
                <a:gd name="connsiteX8" fmla="*/ 0 w 69751"/>
                <a:gd name="connsiteY8" fmla="*/ 0 h 110630"/>
                <a:gd name="connsiteX9" fmla="*/ 69466 w 69751"/>
                <a:gd name="connsiteY9" fmla="*/ 0 h 110630"/>
                <a:gd name="connsiteX10" fmla="*/ 69466 w 69751"/>
                <a:gd name="connsiteY10" fmla="*/ 18010 h 110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751" h="110630">
                  <a:moveTo>
                    <a:pt x="69752" y="18010"/>
                  </a:moveTo>
                  <a:lnTo>
                    <a:pt x="19725" y="18010"/>
                  </a:lnTo>
                  <a:lnTo>
                    <a:pt x="19725" y="45453"/>
                  </a:lnTo>
                  <a:lnTo>
                    <a:pt x="56888" y="45453"/>
                  </a:lnTo>
                  <a:lnTo>
                    <a:pt x="56888" y="63463"/>
                  </a:lnTo>
                  <a:lnTo>
                    <a:pt x="19725" y="63463"/>
                  </a:lnTo>
                  <a:lnTo>
                    <a:pt x="19725" y="110631"/>
                  </a:lnTo>
                  <a:lnTo>
                    <a:pt x="0" y="110631"/>
                  </a:lnTo>
                  <a:lnTo>
                    <a:pt x="0" y="0"/>
                  </a:lnTo>
                  <a:lnTo>
                    <a:pt x="69466" y="0"/>
                  </a:lnTo>
                  <a:lnTo>
                    <a:pt x="69466" y="18010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8" name="Freihandform: Form 197">
              <a:extLst>
                <a:ext uri="{FF2B5EF4-FFF2-40B4-BE49-F238E27FC236}">
                  <a16:creationId xmlns:a16="http://schemas.microsoft.com/office/drawing/2014/main" id="{98939C7C-34FE-4634-BDE5-099BBD8DF521}"/>
                </a:ext>
              </a:extLst>
            </p:cNvPr>
            <p:cNvSpPr/>
            <p:nvPr/>
          </p:nvSpPr>
          <p:spPr>
            <a:xfrm>
              <a:off x="1722094" y="237638"/>
              <a:ext cx="67750" cy="83759"/>
            </a:xfrm>
            <a:custGeom>
              <a:avLst/>
              <a:gdLst>
                <a:gd name="connsiteX0" fmla="*/ 34304 w 67750"/>
                <a:gd name="connsiteY0" fmla="*/ 32303 h 83759"/>
                <a:gd name="connsiteX1" fmla="*/ 49455 w 67750"/>
                <a:gd name="connsiteY1" fmla="*/ 34018 h 83759"/>
                <a:gd name="connsiteX2" fmla="*/ 49455 w 67750"/>
                <a:gd name="connsiteY2" fmla="*/ 31160 h 83759"/>
                <a:gd name="connsiteX3" fmla="*/ 31731 w 67750"/>
                <a:gd name="connsiteY3" fmla="*/ 15723 h 83759"/>
                <a:gd name="connsiteX4" fmla="*/ 11435 w 67750"/>
                <a:gd name="connsiteY4" fmla="*/ 20297 h 83759"/>
                <a:gd name="connsiteX5" fmla="*/ 7433 w 67750"/>
                <a:gd name="connsiteY5" fmla="*/ 4574 h 83759"/>
                <a:gd name="connsiteX6" fmla="*/ 33732 w 67750"/>
                <a:gd name="connsiteY6" fmla="*/ 0 h 83759"/>
                <a:gd name="connsiteX7" fmla="*/ 67751 w 67750"/>
                <a:gd name="connsiteY7" fmla="*/ 30874 h 83759"/>
                <a:gd name="connsiteX8" fmla="*/ 67751 w 67750"/>
                <a:gd name="connsiteY8" fmla="*/ 82044 h 83759"/>
                <a:gd name="connsiteX9" fmla="*/ 50027 w 67750"/>
                <a:gd name="connsiteY9" fmla="*/ 82044 h 83759"/>
                <a:gd name="connsiteX10" fmla="*/ 50027 w 67750"/>
                <a:gd name="connsiteY10" fmla="*/ 73468 h 83759"/>
                <a:gd name="connsiteX11" fmla="*/ 49741 w 67750"/>
                <a:gd name="connsiteY11" fmla="*/ 73468 h 83759"/>
                <a:gd name="connsiteX12" fmla="*/ 26300 w 67750"/>
                <a:gd name="connsiteY12" fmla="*/ 83759 h 83759"/>
                <a:gd name="connsiteX13" fmla="*/ 0 w 67750"/>
                <a:gd name="connsiteY13" fmla="*/ 58317 h 83759"/>
                <a:gd name="connsiteX14" fmla="*/ 34304 w 67750"/>
                <a:gd name="connsiteY14" fmla="*/ 32303 h 83759"/>
                <a:gd name="connsiteX15" fmla="*/ 31160 w 67750"/>
                <a:gd name="connsiteY15" fmla="*/ 69752 h 83759"/>
                <a:gd name="connsiteX16" fmla="*/ 49455 w 67750"/>
                <a:gd name="connsiteY16" fmla="*/ 60032 h 83759"/>
                <a:gd name="connsiteX17" fmla="*/ 49455 w 67750"/>
                <a:gd name="connsiteY17" fmla="*/ 46311 h 83759"/>
                <a:gd name="connsiteX18" fmla="*/ 36305 w 67750"/>
                <a:gd name="connsiteY18" fmla="*/ 44881 h 83759"/>
                <a:gd name="connsiteX19" fmla="*/ 17724 w 67750"/>
                <a:gd name="connsiteY19" fmla="*/ 58031 h 83759"/>
                <a:gd name="connsiteX20" fmla="*/ 31160 w 67750"/>
                <a:gd name="connsiteY20" fmla="*/ 69752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7750" h="83759">
                  <a:moveTo>
                    <a:pt x="34304" y="32303"/>
                  </a:moveTo>
                  <a:cubicBezTo>
                    <a:pt x="39450" y="32303"/>
                    <a:pt x="44310" y="32589"/>
                    <a:pt x="49455" y="34018"/>
                  </a:cubicBezTo>
                  <a:lnTo>
                    <a:pt x="49455" y="31160"/>
                  </a:lnTo>
                  <a:cubicBezTo>
                    <a:pt x="49455" y="20868"/>
                    <a:pt x="43452" y="15723"/>
                    <a:pt x="31731" y="15723"/>
                  </a:cubicBezTo>
                  <a:cubicBezTo>
                    <a:pt x="25156" y="15723"/>
                    <a:pt x="18010" y="17152"/>
                    <a:pt x="11435" y="20297"/>
                  </a:cubicBezTo>
                  <a:lnTo>
                    <a:pt x="7433" y="4574"/>
                  </a:lnTo>
                  <a:cubicBezTo>
                    <a:pt x="14865" y="1715"/>
                    <a:pt x="24585" y="0"/>
                    <a:pt x="33732" y="0"/>
                  </a:cubicBezTo>
                  <a:cubicBezTo>
                    <a:pt x="56316" y="0"/>
                    <a:pt x="67751" y="10577"/>
                    <a:pt x="67751" y="30874"/>
                  </a:cubicBezTo>
                  <a:lnTo>
                    <a:pt x="67751" y="82044"/>
                  </a:lnTo>
                  <a:lnTo>
                    <a:pt x="50027" y="82044"/>
                  </a:lnTo>
                  <a:lnTo>
                    <a:pt x="50027" y="73468"/>
                  </a:lnTo>
                  <a:lnTo>
                    <a:pt x="49741" y="73468"/>
                  </a:lnTo>
                  <a:cubicBezTo>
                    <a:pt x="42880" y="80615"/>
                    <a:pt x="35734" y="83759"/>
                    <a:pt x="26300" y="83759"/>
                  </a:cubicBezTo>
                  <a:cubicBezTo>
                    <a:pt x="10291" y="83759"/>
                    <a:pt x="0" y="73754"/>
                    <a:pt x="0" y="58317"/>
                  </a:cubicBezTo>
                  <a:cubicBezTo>
                    <a:pt x="0" y="41451"/>
                    <a:pt x="12006" y="32303"/>
                    <a:pt x="34304" y="32303"/>
                  </a:cubicBezTo>
                  <a:close/>
                  <a:moveTo>
                    <a:pt x="31160" y="69752"/>
                  </a:moveTo>
                  <a:cubicBezTo>
                    <a:pt x="38020" y="69752"/>
                    <a:pt x="44310" y="66321"/>
                    <a:pt x="49455" y="60032"/>
                  </a:cubicBezTo>
                  <a:lnTo>
                    <a:pt x="49455" y="46311"/>
                  </a:lnTo>
                  <a:cubicBezTo>
                    <a:pt x="45167" y="45167"/>
                    <a:pt x="40593" y="44881"/>
                    <a:pt x="36305" y="44881"/>
                  </a:cubicBezTo>
                  <a:cubicBezTo>
                    <a:pt x="24585" y="44881"/>
                    <a:pt x="17724" y="49455"/>
                    <a:pt x="17724" y="58031"/>
                  </a:cubicBezTo>
                  <a:cubicBezTo>
                    <a:pt x="18010" y="65178"/>
                    <a:pt x="23155" y="69752"/>
                    <a:pt x="31160" y="6975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9" name="Freihandform: Form 198">
              <a:extLst>
                <a:ext uri="{FF2B5EF4-FFF2-40B4-BE49-F238E27FC236}">
                  <a16:creationId xmlns:a16="http://schemas.microsoft.com/office/drawing/2014/main" id="{4BD1DC82-0D9F-40BC-80A2-BD8196D3B1E1}"/>
                </a:ext>
              </a:extLst>
            </p:cNvPr>
            <p:cNvSpPr/>
            <p:nvPr/>
          </p:nvSpPr>
          <p:spPr>
            <a:xfrm>
              <a:off x="1809570" y="237352"/>
              <a:ext cx="67464" cy="84045"/>
            </a:xfrm>
            <a:custGeom>
              <a:avLst/>
              <a:gdLst>
                <a:gd name="connsiteX0" fmla="*/ 66893 w 67464"/>
                <a:gd name="connsiteY0" fmla="*/ 71181 h 84045"/>
                <a:gd name="connsiteX1" fmla="*/ 38306 w 67464"/>
                <a:gd name="connsiteY1" fmla="*/ 84045 h 84045"/>
                <a:gd name="connsiteX2" fmla="*/ 0 w 67464"/>
                <a:gd name="connsiteY2" fmla="*/ 42309 h 84045"/>
                <a:gd name="connsiteX3" fmla="*/ 38592 w 67464"/>
                <a:gd name="connsiteY3" fmla="*/ 0 h 84045"/>
                <a:gd name="connsiteX4" fmla="*/ 67465 w 67464"/>
                <a:gd name="connsiteY4" fmla="*/ 13722 h 84045"/>
                <a:gd name="connsiteX5" fmla="*/ 54601 w 67464"/>
                <a:gd name="connsiteY5" fmla="*/ 26014 h 84045"/>
                <a:gd name="connsiteX6" fmla="*/ 38592 w 67464"/>
                <a:gd name="connsiteY6" fmla="*/ 17152 h 84045"/>
                <a:gd name="connsiteX7" fmla="*/ 18867 w 67464"/>
                <a:gd name="connsiteY7" fmla="*/ 42023 h 84045"/>
                <a:gd name="connsiteX8" fmla="*/ 38592 w 67464"/>
                <a:gd name="connsiteY8" fmla="*/ 66893 h 84045"/>
                <a:gd name="connsiteX9" fmla="*/ 55173 w 67464"/>
                <a:gd name="connsiteY9" fmla="*/ 58031 h 84045"/>
                <a:gd name="connsiteX10" fmla="*/ 66893 w 67464"/>
                <a:gd name="connsiteY10" fmla="*/ 7118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7464" h="84045">
                  <a:moveTo>
                    <a:pt x="66893" y="71181"/>
                  </a:moveTo>
                  <a:cubicBezTo>
                    <a:pt x="58889" y="80043"/>
                    <a:pt x="49741" y="84045"/>
                    <a:pt x="38306" y="84045"/>
                  </a:cubicBezTo>
                  <a:cubicBezTo>
                    <a:pt x="15437" y="84045"/>
                    <a:pt x="0" y="67465"/>
                    <a:pt x="0" y="42309"/>
                  </a:cubicBezTo>
                  <a:cubicBezTo>
                    <a:pt x="0" y="17152"/>
                    <a:pt x="15437" y="0"/>
                    <a:pt x="38592" y="0"/>
                  </a:cubicBezTo>
                  <a:cubicBezTo>
                    <a:pt x="50599" y="0"/>
                    <a:pt x="60318" y="4574"/>
                    <a:pt x="67465" y="13722"/>
                  </a:cubicBezTo>
                  <a:lnTo>
                    <a:pt x="54601" y="26014"/>
                  </a:lnTo>
                  <a:cubicBezTo>
                    <a:pt x="50027" y="20011"/>
                    <a:pt x="44881" y="17152"/>
                    <a:pt x="38592" y="17152"/>
                  </a:cubicBezTo>
                  <a:cubicBezTo>
                    <a:pt x="26872" y="17152"/>
                    <a:pt x="18867" y="26872"/>
                    <a:pt x="18867" y="42023"/>
                  </a:cubicBezTo>
                  <a:cubicBezTo>
                    <a:pt x="18867" y="56888"/>
                    <a:pt x="26872" y="66893"/>
                    <a:pt x="38592" y="66893"/>
                  </a:cubicBezTo>
                  <a:cubicBezTo>
                    <a:pt x="44881" y="66893"/>
                    <a:pt x="50027" y="64035"/>
                    <a:pt x="55173" y="58031"/>
                  </a:cubicBezTo>
                  <a:lnTo>
                    <a:pt x="66893" y="7118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0" name="Freihandform: Form 199">
              <a:extLst>
                <a:ext uri="{FF2B5EF4-FFF2-40B4-BE49-F238E27FC236}">
                  <a16:creationId xmlns:a16="http://schemas.microsoft.com/office/drawing/2014/main" id="{CA64A677-C930-4874-BF48-CA832CE306EF}"/>
                </a:ext>
              </a:extLst>
            </p:cNvPr>
            <p:cNvSpPr/>
            <p:nvPr/>
          </p:nvSpPr>
          <p:spPr>
            <a:xfrm>
              <a:off x="1893329" y="202762"/>
              <a:ext cx="68608" cy="116920"/>
            </a:xfrm>
            <a:custGeom>
              <a:avLst/>
              <a:gdLst>
                <a:gd name="connsiteX0" fmla="*/ 68608 w 68608"/>
                <a:gd name="connsiteY0" fmla="*/ 116634 h 116920"/>
                <a:gd name="connsiteX1" fmla="*/ 50027 w 68608"/>
                <a:gd name="connsiteY1" fmla="*/ 116634 h 116920"/>
                <a:gd name="connsiteX2" fmla="*/ 50027 w 68608"/>
                <a:gd name="connsiteY2" fmla="*/ 70895 h 116920"/>
                <a:gd name="connsiteX3" fmla="*/ 35162 w 68608"/>
                <a:gd name="connsiteY3" fmla="*/ 51456 h 116920"/>
                <a:gd name="connsiteX4" fmla="*/ 18581 w 68608"/>
                <a:gd name="connsiteY4" fmla="*/ 70895 h 116920"/>
                <a:gd name="connsiteX5" fmla="*/ 18581 w 68608"/>
                <a:gd name="connsiteY5" fmla="*/ 116920 h 116920"/>
                <a:gd name="connsiteX6" fmla="*/ 0 w 68608"/>
                <a:gd name="connsiteY6" fmla="*/ 116920 h 116920"/>
                <a:gd name="connsiteX7" fmla="*/ 0 w 68608"/>
                <a:gd name="connsiteY7" fmla="*/ 4574 h 116920"/>
                <a:gd name="connsiteX8" fmla="*/ 18581 w 68608"/>
                <a:gd name="connsiteY8" fmla="*/ 0 h 116920"/>
                <a:gd name="connsiteX9" fmla="*/ 18581 w 68608"/>
                <a:gd name="connsiteY9" fmla="*/ 46596 h 116920"/>
                <a:gd name="connsiteX10" fmla="*/ 18867 w 68608"/>
                <a:gd name="connsiteY10" fmla="*/ 46596 h 116920"/>
                <a:gd name="connsiteX11" fmla="*/ 42308 w 68608"/>
                <a:gd name="connsiteY11" fmla="*/ 34876 h 116920"/>
                <a:gd name="connsiteX12" fmla="*/ 68608 w 68608"/>
                <a:gd name="connsiteY12" fmla="*/ 67179 h 116920"/>
                <a:gd name="connsiteX13" fmla="*/ 68608 w 68608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116920">
                  <a:moveTo>
                    <a:pt x="68608" y="116634"/>
                  </a:moveTo>
                  <a:lnTo>
                    <a:pt x="50027" y="116634"/>
                  </a:lnTo>
                  <a:lnTo>
                    <a:pt x="50027" y="70895"/>
                  </a:lnTo>
                  <a:cubicBezTo>
                    <a:pt x="50027" y="59175"/>
                    <a:pt x="46311" y="51456"/>
                    <a:pt x="35162" y="51456"/>
                  </a:cubicBezTo>
                  <a:cubicBezTo>
                    <a:pt x="22298" y="51456"/>
                    <a:pt x="18581" y="61748"/>
                    <a:pt x="18581" y="70895"/>
                  </a:cubicBezTo>
                  <a:lnTo>
                    <a:pt x="18581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6"/>
                  </a:lnTo>
                  <a:lnTo>
                    <a:pt x="18867" y="46596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1" name="Freihandform: Form 200">
              <a:extLst>
                <a:ext uri="{FF2B5EF4-FFF2-40B4-BE49-F238E27FC236}">
                  <a16:creationId xmlns:a16="http://schemas.microsoft.com/office/drawing/2014/main" id="{8D1E66C4-75AC-4F53-A427-7415CFA3FDA8}"/>
                </a:ext>
              </a:extLst>
            </p:cNvPr>
            <p:cNvSpPr/>
            <p:nvPr/>
          </p:nvSpPr>
          <p:spPr>
            <a:xfrm>
              <a:off x="1985665" y="202476"/>
              <a:ext cx="74611" cy="118921"/>
            </a:xfrm>
            <a:custGeom>
              <a:avLst/>
              <a:gdLst>
                <a:gd name="connsiteX0" fmla="*/ 74612 w 74611"/>
                <a:gd name="connsiteY0" fmla="*/ 76613 h 118921"/>
                <a:gd name="connsiteX1" fmla="*/ 42023 w 74611"/>
                <a:gd name="connsiteY1" fmla="*/ 118921 h 118921"/>
                <a:gd name="connsiteX2" fmla="*/ 18296 w 74611"/>
                <a:gd name="connsiteY2" fmla="*/ 107772 h 118921"/>
                <a:gd name="connsiteX3" fmla="*/ 18010 w 74611"/>
                <a:gd name="connsiteY3" fmla="*/ 107772 h 118921"/>
                <a:gd name="connsiteX4" fmla="*/ 18010 w 74611"/>
                <a:gd name="connsiteY4" fmla="*/ 116920 h 118921"/>
                <a:gd name="connsiteX5" fmla="*/ 0 w 74611"/>
                <a:gd name="connsiteY5" fmla="*/ 116920 h 118921"/>
                <a:gd name="connsiteX6" fmla="*/ 0 w 74611"/>
                <a:gd name="connsiteY6" fmla="*/ 4574 h 118921"/>
                <a:gd name="connsiteX7" fmla="*/ 18581 w 74611"/>
                <a:gd name="connsiteY7" fmla="*/ 0 h 118921"/>
                <a:gd name="connsiteX8" fmla="*/ 18581 w 74611"/>
                <a:gd name="connsiteY8" fmla="*/ 46311 h 118921"/>
                <a:gd name="connsiteX9" fmla="*/ 18867 w 74611"/>
                <a:gd name="connsiteY9" fmla="*/ 46311 h 118921"/>
                <a:gd name="connsiteX10" fmla="*/ 42308 w 74611"/>
                <a:gd name="connsiteY10" fmla="*/ 34876 h 118921"/>
                <a:gd name="connsiteX11" fmla="*/ 74612 w 74611"/>
                <a:gd name="connsiteY11" fmla="*/ 76613 h 118921"/>
                <a:gd name="connsiteX12" fmla="*/ 56316 w 74611"/>
                <a:gd name="connsiteY12" fmla="*/ 76899 h 118921"/>
                <a:gd name="connsiteX13" fmla="*/ 37735 w 74611"/>
                <a:gd name="connsiteY13" fmla="*/ 51742 h 118921"/>
                <a:gd name="connsiteX14" fmla="*/ 18867 w 74611"/>
                <a:gd name="connsiteY14" fmla="*/ 62033 h 118921"/>
                <a:gd name="connsiteX15" fmla="*/ 18867 w 74611"/>
                <a:gd name="connsiteY15" fmla="*/ 91192 h 118921"/>
                <a:gd name="connsiteX16" fmla="*/ 38020 w 74611"/>
                <a:gd name="connsiteY16" fmla="*/ 102055 h 118921"/>
                <a:gd name="connsiteX17" fmla="*/ 56316 w 74611"/>
                <a:gd name="connsiteY17" fmla="*/ 76899 h 118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611" h="118921">
                  <a:moveTo>
                    <a:pt x="74612" y="76613"/>
                  </a:moveTo>
                  <a:cubicBezTo>
                    <a:pt x="74612" y="102341"/>
                    <a:pt x="61462" y="118921"/>
                    <a:pt x="42023" y="118921"/>
                  </a:cubicBezTo>
                  <a:cubicBezTo>
                    <a:pt x="32017" y="118921"/>
                    <a:pt x="23727" y="114633"/>
                    <a:pt x="18296" y="107772"/>
                  </a:cubicBezTo>
                  <a:lnTo>
                    <a:pt x="18010" y="107772"/>
                  </a:lnTo>
                  <a:lnTo>
                    <a:pt x="18010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311"/>
                  </a:lnTo>
                  <a:lnTo>
                    <a:pt x="18867" y="46311"/>
                  </a:lnTo>
                  <a:cubicBezTo>
                    <a:pt x="24299" y="39164"/>
                    <a:pt x="32303" y="34876"/>
                    <a:pt x="42308" y="34876"/>
                  </a:cubicBezTo>
                  <a:cubicBezTo>
                    <a:pt x="61747" y="34876"/>
                    <a:pt x="74612" y="50599"/>
                    <a:pt x="74612" y="76613"/>
                  </a:cubicBezTo>
                  <a:close/>
                  <a:moveTo>
                    <a:pt x="56316" y="76899"/>
                  </a:moveTo>
                  <a:cubicBezTo>
                    <a:pt x="56316" y="60318"/>
                    <a:pt x="49455" y="51742"/>
                    <a:pt x="37735" y="51742"/>
                  </a:cubicBezTo>
                  <a:cubicBezTo>
                    <a:pt x="30588" y="51742"/>
                    <a:pt x="24585" y="54887"/>
                    <a:pt x="18867" y="62033"/>
                  </a:cubicBezTo>
                  <a:lnTo>
                    <a:pt x="18867" y="91192"/>
                  </a:lnTo>
                  <a:cubicBezTo>
                    <a:pt x="24299" y="98339"/>
                    <a:pt x="30302" y="102055"/>
                    <a:pt x="38020" y="102055"/>
                  </a:cubicBezTo>
                  <a:cubicBezTo>
                    <a:pt x="49741" y="102341"/>
                    <a:pt x="56316" y="92907"/>
                    <a:pt x="56316" y="7689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2" name="Freihandform: Form 201">
              <a:extLst>
                <a:ext uri="{FF2B5EF4-FFF2-40B4-BE49-F238E27FC236}">
                  <a16:creationId xmlns:a16="http://schemas.microsoft.com/office/drawing/2014/main" id="{76323735-A19E-4130-A43B-9182218AFAD9}"/>
                </a:ext>
              </a:extLst>
            </p:cNvPr>
            <p:cNvSpPr/>
            <p:nvPr/>
          </p:nvSpPr>
          <p:spPr>
            <a:xfrm>
              <a:off x="2076571" y="237638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1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3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1" y="46025"/>
                    <a:pt x="72611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2028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3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7157" y="15151"/>
                    <a:pt x="20583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3" name="Freihandform: Form 202">
              <a:extLst>
                <a:ext uri="{FF2B5EF4-FFF2-40B4-BE49-F238E27FC236}">
                  <a16:creationId xmlns:a16="http://schemas.microsoft.com/office/drawing/2014/main" id="{61A54191-9FE7-4E1E-A013-D1830EFB040E}"/>
                </a:ext>
              </a:extLst>
            </p:cNvPr>
            <p:cNvSpPr/>
            <p:nvPr/>
          </p:nvSpPr>
          <p:spPr>
            <a:xfrm>
              <a:off x="2170621" y="237352"/>
              <a:ext cx="48025" cy="82044"/>
            </a:xfrm>
            <a:custGeom>
              <a:avLst/>
              <a:gdLst>
                <a:gd name="connsiteX0" fmla="*/ 48026 w 48025"/>
                <a:gd name="connsiteY0" fmla="*/ 1715 h 82044"/>
                <a:gd name="connsiteX1" fmla="*/ 45167 w 48025"/>
                <a:gd name="connsiteY1" fmla="*/ 20868 h 82044"/>
                <a:gd name="connsiteX2" fmla="*/ 34876 w 48025"/>
                <a:gd name="connsiteY2" fmla="*/ 18296 h 82044"/>
                <a:gd name="connsiteX3" fmla="*/ 18581 w 48025"/>
                <a:gd name="connsiteY3" fmla="*/ 40879 h 82044"/>
                <a:gd name="connsiteX4" fmla="*/ 18581 w 48025"/>
                <a:gd name="connsiteY4" fmla="*/ 82044 h 82044"/>
                <a:gd name="connsiteX5" fmla="*/ 0 w 48025"/>
                <a:gd name="connsiteY5" fmla="*/ 82044 h 82044"/>
                <a:gd name="connsiteX6" fmla="*/ 0 w 48025"/>
                <a:gd name="connsiteY6" fmla="*/ 2001 h 82044"/>
                <a:gd name="connsiteX7" fmla="*/ 18296 w 48025"/>
                <a:gd name="connsiteY7" fmla="*/ 2001 h 82044"/>
                <a:gd name="connsiteX8" fmla="*/ 18296 w 48025"/>
                <a:gd name="connsiteY8" fmla="*/ 12006 h 82044"/>
                <a:gd name="connsiteX9" fmla="*/ 18581 w 48025"/>
                <a:gd name="connsiteY9" fmla="*/ 12006 h 82044"/>
                <a:gd name="connsiteX10" fmla="*/ 39450 w 48025"/>
                <a:gd name="connsiteY10" fmla="*/ 0 h 82044"/>
                <a:gd name="connsiteX11" fmla="*/ 48026 w 48025"/>
                <a:gd name="connsiteY11" fmla="*/ 1715 h 8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025" h="82044">
                  <a:moveTo>
                    <a:pt x="48026" y="1715"/>
                  </a:moveTo>
                  <a:lnTo>
                    <a:pt x="45167" y="20868"/>
                  </a:lnTo>
                  <a:cubicBezTo>
                    <a:pt x="42308" y="19439"/>
                    <a:pt x="38878" y="18296"/>
                    <a:pt x="34876" y="18296"/>
                  </a:cubicBezTo>
                  <a:cubicBezTo>
                    <a:pt x="22012" y="18296"/>
                    <a:pt x="18581" y="28587"/>
                    <a:pt x="18581" y="40879"/>
                  </a:cubicBezTo>
                  <a:lnTo>
                    <a:pt x="18581" y="82044"/>
                  </a:lnTo>
                  <a:lnTo>
                    <a:pt x="0" y="82044"/>
                  </a:lnTo>
                  <a:lnTo>
                    <a:pt x="0" y="2001"/>
                  </a:lnTo>
                  <a:lnTo>
                    <a:pt x="18296" y="2001"/>
                  </a:lnTo>
                  <a:lnTo>
                    <a:pt x="18296" y="12006"/>
                  </a:lnTo>
                  <a:lnTo>
                    <a:pt x="18581" y="12006"/>
                  </a:lnTo>
                  <a:cubicBezTo>
                    <a:pt x="22869" y="4574"/>
                    <a:pt x="30302" y="0"/>
                    <a:pt x="39450" y="0"/>
                  </a:cubicBezTo>
                  <a:cubicBezTo>
                    <a:pt x="42023" y="0"/>
                    <a:pt x="45167" y="572"/>
                    <a:pt x="48026" y="1715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4" name="Freihandform: Form 203">
              <a:extLst>
                <a:ext uri="{FF2B5EF4-FFF2-40B4-BE49-F238E27FC236}">
                  <a16:creationId xmlns:a16="http://schemas.microsoft.com/office/drawing/2014/main" id="{D2C968BA-238F-4DB8-8B76-C4B6289C932B}"/>
                </a:ext>
              </a:extLst>
            </p:cNvPr>
            <p:cNvSpPr/>
            <p:nvPr/>
          </p:nvSpPr>
          <p:spPr>
            <a:xfrm>
              <a:off x="2228938" y="237638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1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3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1" y="46025"/>
                    <a:pt x="72611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1742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3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7158" y="15151"/>
                    <a:pt x="20297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5" name="Freihandform: Form 204">
              <a:extLst>
                <a:ext uri="{FF2B5EF4-FFF2-40B4-BE49-F238E27FC236}">
                  <a16:creationId xmlns:a16="http://schemas.microsoft.com/office/drawing/2014/main" id="{3121E138-1FDF-4147-B757-233FA9BD5699}"/>
                </a:ext>
              </a:extLst>
            </p:cNvPr>
            <p:cNvSpPr/>
            <p:nvPr/>
          </p:nvSpPr>
          <p:spPr>
            <a:xfrm>
              <a:off x="2319844" y="203905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010"/>
                    <a:pt x="0" y="11435"/>
                  </a:cubicBezTo>
                  <a:cubicBezTo>
                    <a:pt x="0" y="4860"/>
                    <a:pt x="5431" y="0"/>
                    <a:pt x="11721" y="0"/>
                  </a:cubicBezTo>
                  <a:cubicBezTo>
                    <a:pt x="18296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6" name="Freihandform: Form 205">
              <a:extLst>
                <a:ext uri="{FF2B5EF4-FFF2-40B4-BE49-F238E27FC236}">
                  <a16:creationId xmlns:a16="http://schemas.microsoft.com/office/drawing/2014/main" id="{531863FD-2855-47A9-9854-D37A4517EC92}"/>
                </a:ext>
              </a:extLst>
            </p:cNvPr>
            <p:cNvSpPr/>
            <p:nvPr/>
          </p:nvSpPr>
          <p:spPr>
            <a:xfrm>
              <a:off x="2361295" y="237352"/>
              <a:ext cx="67464" cy="84045"/>
            </a:xfrm>
            <a:custGeom>
              <a:avLst/>
              <a:gdLst>
                <a:gd name="connsiteX0" fmla="*/ 66893 w 67464"/>
                <a:gd name="connsiteY0" fmla="*/ 71181 h 84045"/>
                <a:gd name="connsiteX1" fmla="*/ 38306 w 67464"/>
                <a:gd name="connsiteY1" fmla="*/ 84045 h 84045"/>
                <a:gd name="connsiteX2" fmla="*/ 0 w 67464"/>
                <a:gd name="connsiteY2" fmla="*/ 42309 h 84045"/>
                <a:gd name="connsiteX3" fmla="*/ 38592 w 67464"/>
                <a:gd name="connsiteY3" fmla="*/ 0 h 84045"/>
                <a:gd name="connsiteX4" fmla="*/ 67465 w 67464"/>
                <a:gd name="connsiteY4" fmla="*/ 13722 h 84045"/>
                <a:gd name="connsiteX5" fmla="*/ 54601 w 67464"/>
                <a:gd name="connsiteY5" fmla="*/ 26014 h 84045"/>
                <a:gd name="connsiteX6" fmla="*/ 38592 w 67464"/>
                <a:gd name="connsiteY6" fmla="*/ 17152 h 84045"/>
                <a:gd name="connsiteX7" fmla="*/ 18867 w 67464"/>
                <a:gd name="connsiteY7" fmla="*/ 42023 h 84045"/>
                <a:gd name="connsiteX8" fmla="*/ 38592 w 67464"/>
                <a:gd name="connsiteY8" fmla="*/ 66893 h 84045"/>
                <a:gd name="connsiteX9" fmla="*/ 55172 w 67464"/>
                <a:gd name="connsiteY9" fmla="*/ 58031 h 84045"/>
                <a:gd name="connsiteX10" fmla="*/ 66893 w 67464"/>
                <a:gd name="connsiteY10" fmla="*/ 7118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7464" h="84045">
                  <a:moveTo>
                    <a:pt x="66893" y="71181"/>
                  </a:moveTo>
                  <a:cubicBezTo>
                    <a:pt x="58889" y="80043"/>
                    <a:pt x="49741" y="84045"/>
                    <a:pt x="38306" y="84045"/>
                  </a:cubicBezTo>
                  <a:cubicBezTo>
                    <a:pt x="15437" y="84045"/>
                    <a:pt x="0" y="67465"/>
                    <a:pt x="0" y="42309"/>
                  </a:cubicBezTo>
                  <a:cubicBezTo>
                    <a:pt x="0" y="17152"/>
                    <a:pt x="15437" y="0"/>
                    <a:pt x="38592" y="0"/>
                  </a:cubicBezTo>
                  <a:cubicBezTo>
                    <a:pt x="50599" y="0"/>
                    <a:pt x="60318" y="4574"/>
                    <a:pt x="67465" y="13722"/>
                  </a:cubicBezTo>
                  <a:lnTo>
                    <a:pt x="54601" y="26014"/>
                  </a:lnTo>
                  <a:cubicBezTo>
                    <a:pt x="50027" y="20011"/>
                    <a:pt x="44881" y="17152"/>
                    <a:pt x="38592" y="17152"/>
                  </a:cubicBezTo>
                  <a:cubicBezTo>
                    <a:pt x="26872" y="17152"/>
                    <a:pt x="18867" y="26872"/>
                    <a:pt x="18867" y="42023"/>
                  </a:cubicBezTo>
                  <a:cubicBezTo>
                    <a:pt x="18867" y="56888"/>
                    <a:pt x="26872" y="66893"/>
                    <a:pt x="38592" y="66893"/>
                  </a:cubicBezTo>
                  <a:cubicBezTo>
                    <a:pt x="44881" y="66893"/>
                    <a:pt x="50027" y="64035"/>
                    <a:pt x="55172" y="58031"/>
                  </a:cubicBezTo>
                  <a:lnTo>
                    <a:pt x="66893" y="7118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7" name="Freihandform: Form 206">
              <a:extLst>
                <a:ext uri="{FF2B5EF4-FFF2-40B4-BE49-F238E27FC236}">
                  <a16:creationId xmlns:a16="http://schemas.microsoft.com/office/drawing/2014/main" id="{085ED5C0-779B-4E63-AE72-A89A39FDFFB2}"/>
                </a:ext>
              </a:extLst>
            </p:cNvPr>
            <p:cNvSpPr/>
            <p:nvPr/>
          </p:nvSpPr>
          <p:spPr>
            <a:xfrm>
              <a:off x="2444769" y="202762"/>
              <a:ext cx="68608" cy="116920"/>
            </a:xfrm>
            <a:custGeom>
              <a:avLst/>
              <a:gdLst>
                <a:gd name="connsiteX0" fmla="*/ 68608 w 68608"/>
                <a:gd name="connsiteY0" fmla="*/ 116634 h 116920"/>
                <a:gd name="connsiteX1" fmla="*/ 50027 w 68608"/>
                <a:gd name="connsiteY1" fmla="*/ 116634 h 116920"/>
                <a:gd name="connsiteX2" fmla="*/ 50027 w 68608"/>
                <a:gd name="connsiteY2" fmla="*/ 70895 h 116920"/>
                <a:gd name="connsiteX3" fmla="*/ 35162 w 68608"/>
                <a:gd name="connsiteY3" fmla="*/ 51456 h 116920"/>
                <a:gd name="connsiteX4" fmla="*/ 18581 w 68608"/>
                <a:gd name="connsiteY4" fmla="*/ 70895 h 116920"/>
                <a:gd name="connsiteX5" fmla="*/ 18581 w 68608"/>
                <a:gd name="connsiteY5" fmla="*/ 116920 h 116920"/>
                <a:gd name="connsiteX6" fmla="*/ 0 w 68608"/>
                <a:gd name="connsiteY6" fmla="*/ 116920 h 116920"/>
                <a:gd name="connsiteX7" fmla="*/ 0 w 68608"/>
                <a:gd name="connsiteY7" fmla="*/ 4574 h 116920"/>
                <a:gd name="connsiteX8" fmla="*/ 18581 w 68608"/>
                <a:gd name="connsiteY8" fmla="*/ 0 h 116920"/>
                <a:gd name="connsiteX9" fmla="*/ 18581 w 68608"/>
                <a:gd name="connsiteY9" fmla="*/ 46596 h 116920"/>
                <a:gd name="connsiteX10" fmla="*/ 18867 w 68608"/>
                <a:gd name="connsiteY10" fmla="*/ 46596 h 116920"/>
                <a:gd name="connsiteX11" fmla="*/ 42308 w 68608"/>
                <a:gd name="connsiteY11" fmla="*/ 34876 h 116920"/>
                <a:gd name="connsiteX12" fmla="*/ 68608 w 68608"/>
                <a:gd name="connsiteY12" fmla="*/ 67179 h 116920"/>
                <a:gd name="connsiteX13" fmla="*/ 68608 w 68608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116920">
                  <a:moveTo>
                    <a:pt x="68608" y="116634"/>
                  </a:moveTo>
                  <a:lnTo>
                    <a:pt x="50027" y="116634"/>
                  </a:lnTo>
                  <a:lnTo>
                    <a:pt x="50027" y="70895"/>
                  </a:lnTo>
                  <a:cubicBezTo>
                    <a:pt x="50027" y="59175"/>
                    <a:pt x="46311" y="51456"/>
                    <a:pt x="35162" y="51456"/>
                  </a:cubicBezTo>
                  <a:cubicBezTo>
                    <a:pt x="22298" y="51456"/>
                    <a:pt x="18581" y="61748"/>
                    <a:pt x="18581" y="70895"/>
                  </a:cubicBezTo>
                  <a:lnTo>
                    <a:pt x="18581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6"/>
                  </a:lnTo>
                  <a:lnTo>
                    <a:pt x="18867" y="46596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8" name="Freihandform: Form 207">
              <a:extLst>
                <a:ext uri="{FF2B5EF4-FFF2-40B4-BE49-F238E27FC236}">
                  <a16:creationId xmlns:a16="http://schemas.microsoft.com/office/drawing/2014/main" id="{916A1A36-E87D-44A2-A5CD-4A33747E2E24}"/>
                </a:ext>
              </a:extLst>
            </p:cNvPr>
            <p:cNvSpPr/>
            <p:nvPr/>
          </p:nvSpPr>
          <p:spPr>
            <a:xfrm>
              <a:off x="2576268" y="209051"/>
              <a:ext cx="82901" cy="110630"/>
            </a:xfrm>
            <a:custGeom>
              <a:avLst/>
              <a:gdLst>
                <a:gd name="connsiteX0" fmla="*/ 82902 w 82901"/>
                <a:gd name="connsiteY0" fmla="*/ 18296 h 110630"/>
                <a:gd name="connsiteX1" fmla="*/ 51456 w 82901"/>
                <a:gd name="connsiteY1" fmla="*/ 18296 h 110630"/>
                <a:gd name="connsiteX2" fmla="*/ 51456 w 82901"/>
                <a:gd name="connsiteY2" fmla="*/ 110631 h 110630"/>
                <a:gd name="connsiteX3" fmla="*/ 31731 w 82901"/>
                <a:gd name="connsiteY3" fmla="*/ 110631 h 110630"/>
                <a:gd name="connsiteX4" fmla="*/ 31731 w 82901"/>
                <a:gd name="connsiteY4" fmla="*/ 18296 h 110630"/>
                <a:gd name="connsiteX5" fmla="*/ 0 w 82901"/>
                <a:gd name="connsiteY5" fmla="*/ 18296 h 110630"/>
                <a:gd name="connsiteX6" fmla="*/ 0 w 82901"/>
                <a:gd name="connsiteY6" fmla="*/ 0 h 110630"/>
                <a:gd name="connsiteX7" fmla="*/ 82616 w 82901"/>
                <a:gd name="connsiteY7" fmla="*/ 0 h 110630"/>
                <a:gd name="connsiteX8" fmla="*/ 82616 w 82901"/>
                <a:gd name="connsiteY8" fmla="*/ 18296 h 110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2901" h="110630">
                  <a:moveTo>
                    <a:pt x="82902" y="18296"/>
                  </a:moveTo>
                  <a:lnTo>
                    <a:pt x="51456" y="18296"/>
                  </a:lnTo>
                  <a:lnTo>
                    <a:pt x="51456" y="110631"/>
                  </a:lnTo>
                  <a:lnTo>
                    <a:pt x="31731" y="110631"/>
                  </a:lnTo>
                  <a:lnTo>
                    <a:pt x="31731" y="18296"/>
                  </a:lnTo>
                  <a:lnTo>
                    <a:pt x="0" y="18296"/>
                  </a:lnTo>
                  <a:lnTo>
                    <a:pt x="0" y="0"/>
                  </a:lnTo>
                  <a:lnTo>
                    <a:pt x="82616" y="0"/>
                  </a:lnTo>
                  <a:lnTo>
                    <a:pt x="82616" y="18296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9" name="Freihandform: Form 208">
              <a:extLst>
                <a:ext uri="{FF2B5EF4-FFF2-40B4-BE49-F238E27FC236}">
                  <a16:creationId xmlns:a16="http://schemas.microsoft.com/office/drawing/2014/main" id="{80E03ED7-DC2A-4555-BEB9-7CF8005506B3}"/>
                </a:ext>
              </a:extLst>
            </p:cNvPr>
            <p:cNvSpPr/>
            <p:nvPr/>
          </p:nvSpPr>
          <p:spPr>
            <a:xfrm>
              <a:off x="2675750" y="202762"/>
              <a:ext cx="68894" cy="116920"/>
            </a:xfrm>
            <a:custGeom>
              <a:avLst/>
              <a:gdLst>
                <a:gd name="connsiteX0" fmla="*/ 68894 w 68894"/>
                <a:gd name="connsiteY0" fmla="*/ 116634 h 116920"/>
                <a:gd name="connsiteX1" fmla="*/ 50313 w 68894"/>
                <a:gd name="connsiteY1" fmla="*/ 116634 h 116920"/>
                <a:gd name="connsiteX2" fmla="*/ 50313 w 68894"/>
                <a:gd name="connsiteY2" fmla="*/ 70895 h 116920"/>
                <a:gd name="connsiteX3" fmla="*/ 35448 w 68894"/>
                <a:gd name="connsiteY3" fmla="*/ 51456 h 116920"/>
                <a:gd name="connsiteX4" fmla="*/ 18867 w 68894"/>
                <a:gd name="connsiteY4" fmla="*/ 70895 h 116920"/>
                <a:gd name="connsiteX5" fmla="*/ 18867 w 68894"/>
                <a:gd name="connsiteY5" fmla="*/ 116920 h 116920"/>
                <a:gd name="connsiteX6" fmla="*/ 0 w 68894"/>
                <a:gd name="connsiteY6" fmla="*/ 116920 h 116920"/>
                <a:gd name="connsiteX7" fmla="*/ 0 w 68894"/>
                <a:gd name="connsiteY7" fmla="*/ 4574 h 116920"/>
                <a:gd name="connsiteX8" fmla="*/ 18581 w 68894"/>
                <a:gd name="connsiteY8" fmla="*/ 0 h 116920"/>
                <a:gd name="connsiteX9" fmla="*/ 18581 w 68894"/>
                <a:gd name="connsiteY9" fmla="*/ 46596 h 116920"/>
                <a:gd name="connsiteX10" fmla="*/ 18867 w 68894"/>
                <a:gd name="connsiteY10" fmla="*/ 46596 h 116920"/>
                <a:gd name="connsiteX11" fmla="*/ 42308 w 68894"/>
                <a:gd name="connsiteY11" fmla="*/ 34876 h 116920"/>
                <a:gd name="connsiteX12" fmla="*/ 68608 w 68894"/>
                <a:gd name="connsiteY12" fmla="*/ 67179 h 116920"/>
                <a:gd name="connsiteX13" fmla="*/ 68608 w 68894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894" h="116920">
                  <a:moveTo>
                    <a:pt x="68894" y="116634"/>
                  </a:moveTo>
                  <a:lnTo>
                    <a:pt x="50313" y="116634"/>
                  </a:lnTo>
                  <a:lnTo>
                    <a:pt x="50313" y="70895"/>
                  </a:lnTo>
                  <a:cubicBezTo>
                    <a:pt x="50313" y="59175"/>
                    <a:pt x="46596" y="51456"/>
                    <a:pt x="35448" y="51456"/>
                  </a:cubicBezTo>
                  <a:cubicBezTo>
                    <a:pt x="22584" y="51456"/>
                    <a:pt x="18867" y="61748"/>
                    <a:pt x="18867" y="70895"/>
                  </a:cubicBezTo>
                  <a:lnTo>
                    <a:pt x="18867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6"/>
                  </a:lnTo>
                  <a:lnTo>
                    <a:pt x="18867" y="46596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0" name="Freihandform: Form 209">
              <a:extLst>
                <a:ext uri="{FF2B5EF4-FFF2-40B4-BE49-F238E27FC236}">
                  <a16:creationId xmlns:a16="http://schemas.microsoft.com/office/drawing/2014/main" id="{63170764-934B-416D-B1CA-25406C862DD1}"/>
                </a:ext>
              </a:extLst>
            </p:cNvPr>
            <p:cNvSpPr/>
            <p:nvPr/>
          </p:nvSpPr>
          <p:spPr>
            <a:xfrm>
              <a:off x="2764083" y="237638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0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3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0" y="46025"/>
                    <a:pt x="72610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1742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3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6872" y="15151"/>
                    <a:pt x="20297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1" name="Freihandform: Form 210">
              <a:extLst>
                <a:ext uri="{FF2B5EF4-FFF2-40B4-BE49-F238E27FC236}">
                  <a16:creationId xmlns:a16="http://schemas.microsoft.com/office/drawing/2014/main" id="{D3B62540-1579-45C1-B051-365C90BEF8DD}"/>
                </a:ext>
              </a:extLst>
            </p:cNvPr>
            <p:cNvSpPr/>
            <p:nvPr/>
          </p:nvSpPr>
          <p:spPr>
            <a:xfrm>
              <a:off x="2853274" y="237352"/>
              <a:ext cx="77184" cy="84045"/>
            </a:xfrm>
            <a:custGeom>
              <a:avLst/>
              <a:gdLst>
                <a:gd name="connsiteX0" fmla="*/ 0 w 77184"/>
                <a:gd name="connsiteY0" fmla="*/ 42023 h 84045"/>
                <a:gd name="connsiteX1" fmla="*/ 38878 w 77184"/>
                <a:gd name="connsiteY1" fmla="*/ 0 h 84045"/>
                <a:gd name="connsiteX2" fmla="*/ 77184 w 77184"/>
                <a:gd name="connsiteY2" fmla="*/ 42023 h 84045"/>
                <a:gd name="connsiteX3" fmla="*/ 38878 w 77184"/>
                <a:gd name="connsiteY3" fmla="*/ 84045 h 84045"/>
                <a:gd name="connsiteX4" fmla="*/ 0 w 77184"/>
                <a:gd name="connsiteY4" fmla="*/ 42023 h 84045"/>
                <a:gd name="connsiteX5" fmla="*/ 58603 w 77184"/>
                <a:gd name="connsiteY5" fmla="*/ 42309 h 84045"/>
                <a:gd name="connsiteX6" fmla="*/ 38592 w 77184"/>
                <a:gd name="connsiteY6" fmla="*/ 17152 h 84045"/>
                <a:gd name="connsiteX7" fmla="*/ 18581 w 77184"/>
                <a:gd name="connsiteY7" fmla="*/ 42023 h 84045"/>
                <a:gd name="connsiteX8" fmla="*/ 38592 w 77184"/>
                <a:gd name="connsiteY8" fmla="*/ 67465 h 84045"/>
                <a:gd name="connsiteX9" fmla="*/ 58603 w 77184"/>
                <a:gd name="connsiteY9" fmla="*/ 42309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7184" h="84045">
                  <a:moveTo>
                    <a:pt x="0" y="42023"/>
                  </a:moveTo>
                  <a:cubicBezTo>
                    <a:pt x="0" y="16866"/>
                    <a:pt x="15437" y="0"/>
                    <a:pt x="38878" y="0"/>
                  </a:cubicBezTo>
                  <a:cubicBezTo>
                    <a:pt x="62033" y="0"/>
                    <a:pt x="77184" y="16580"/>
                    <a:pt x="77184" y="42023"/>
                  </a:cubicBezTo>
                  <a:cubicBezTo>
                    <a:pt x="77184" y="67179"/>
                    <a:pt x="62319" y="84045"/>
                    <a:pt x="38878" y="84045"/>
                  </a:cubicBezTo>
                  <a:cubicBezTo>
                    <a:pt x="15723" y="84045"/>
                    <a:pt x="0" y="67465"/>
                    <a:pt x="0" y="42023"/>
                  </a:cubicBezTo>
                  <a:close/>
                  <a:moveTo>
                    <a:pt x="58603" y="42309"/>
                  </a:moveTo>
                  <a:cubicBezTo>
                    <a:pt x="58603" y="26872"/>
                    <a:pt x="50884" y="17152"/>
                    <a:pt x="38592" y="17152"/>
                  </a:cubicBezTo>
                  <a:cubicBezTo>
                    <a:pt x="26300" y="17152"/>
                    <a:pt x="18581" y="26872"/>
                    <a:pt x="18581" y="42023"/>
                  </a:cubicBezTo>
                  <a:cubicBezTo>
                    <a:pt x="18581" y="57460"/>
                    <a:pt x="26300" y="67465"/>
                    <a:pt x="38592" y="67465"/>
                  </a:cubicBezTo>
                  <a:cubicBezTo>
                    <a:pt x="50884" y="67179"/>
                    <a:pt x="58603" y="57745"/>
                    <a:pt x="58603" y="4230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2" name="Freihandform: Form 211">
              <a:extLst>
                <a:ext uri="{FF2B5EF4-FFF2-40B4-BE49-F238E27FC236}">
                  <a16:creationId xmlns:a16="http://schemas.microsoft.com/office/drawing/2014/main" id="{50F532CF-5209-47B6-9476-F6C1639CC2EA}"/>
                </a:ext>
              </a:extLst>
            </p:cNvPr>
            <p:cNvSpPr/>
            <p:nvPr/>
          </p:nvSpPr>
          <p:spPr>
            <a:xfrm>
              <a:off x="2950755" y="202476"/>
              <a:ext cx="18581" cy="116920"/>
            </a:xfrm>
            <a:custGeom>
              <a:avLst/>
              <a:gdLst>
                <a:gd name="connsiteX0" fmla="*/ 18581 w 18581"/>
                <a:gd name="connsiteY0" fmla="*/ 116920 h 116920"/>
                <a:gd name="connsiteX1" fmla="*/ 0 w 18581"/>
                <a:gd name="connsiteY1" fmla="*/ 116920 h 116920"/>
                <a:gd name="connsiteX2" fmla="*/ 0 w 18581"/>
                <a:gd name="connsiteY2" fmla="*/ 4288 h 116920"/>
                <a:gd name="connsiteX3" fmla="*/ 18581 w 18581"/>
                <a:gd name="connsiteY3" fmla="*/ 0 h 116920"/>
                <a:gd name="connsiteX4" fmla="*/ 18581 w 18581"/>
                <a:gd name="connsiteY4" fmla="*/ 116920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81" h="116920">
                  <a:moveTo>
                    <a:pt x="18581" y="116920"/>
                  </a:moveTo>
                  <a:lnTo>
                    <a:pt x="0" y="116920"/>
                  </a:lnTo>
                  <a:lnTo>
                    <a:pt x="0" y="4288"/>
                  </a:lnTo>
                  <a:lnTo>
                    <a:pt x="18581" y="0"/>
                  </a:lnTo>
                  <a:lnTo>
                    <a:pt x="18581" y="116920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3" name="Freihandform: Form 212">
              <a:extLst>
                <a:ext uri="{FF2B5EF4-FFF2-40B4-BE49-F238E27FC236}">
                  <a16:creationId xmlns:a16="http://schemas.microsoft.com/office/drawing/2014/main" id="{A86BBC8C-B975-4C3A-A6C3-939E38040DAD}"/>
                </a:ext>
              </a:extLst>
            </p:cNvPr>
            <p:cNvSpPr/>
            <p:nvPr/>
          </p:nvSpPr>
          <p:spPr>
            <a:xfrm>
              <a:off x="2989633" y="237352"/>
              <a:ext cx="77184" cy="84045"/>
            </a:xfrm>
            <a:custGeom>
              <a:avLst/>
              <a:gdLst>
                <a:gd name="connsiteX0" fmla="*/ 0 w 77184"/>
                <a:gd name="connsiteY0" fmla="*/ 42023 h 84045"/>
                <a:gd name="connsiteX1" fmla="*/ 38878 w 77184"/>
                <a:gd name="connsiteY1" fmla="*/ 0 h 84045"/>
                <a:gd name="connsiteX2" fmla="*/ 77184 w 77184"/>
                <a:gd name="connsiteY2" fmla="*/ 42023 h 84045"/>
                <a:gd name="connsiteX3" fmla="*/ 38878 w 77184"/>
                <a:gd name="connsiteY3" fmla="*/ 84045 h 84045"/>
                <a:gd name="connsiteX4" fmla="*/ 0 w 77184"/>
                <a:gd name="connsiteY4" fmla="*/ 42023 h 84045"/>
                <a:gd name="connsiteX5" fmla="*/ 58603 w 77184"/>
                <a:gd name="connsiteY5" fmla="*/ 42309 h 84045"/>
                <a:gd name="connsiteX6" fmla="*/ 38592 w 77184"/>
                <a:gd name="connsiteY6" fmla="*/ 17152 h 84045"/>
                <a:gd name="connsiteX7" fmla="*/ 18581 w 77184"/>
                <a:gd name="connsiteY7" fmla="*/ 42023 h 84045"/>
                <a:gd name="connsiteX8" fmla="*/ 38592 w 77184"/>
                <a:gd name="connsiteY8" fmla="*/ 67465 h 84045"/>
                <a:gd name="connsiteX9" fmla="*/ 58603 w 77184"/>
                <a:gd name="connsiteY9" fmla="*/ 42309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7184" h="84045">
                  <a:moveTo>
                    <a:pt x="0" y="42023"/>
                  </a:moveTo>
                  <a:cubicBezTo>
                    <a:pt x="0" y="16866"/>
                    <a:pt x="15437" y="0"/>
                    <a:pt x="38878" y="0"/>
                  </a:cubicBezTo>
                  <a:cubicBezTo>
                    <a:pt x="62033" y="0"/>
                    <a:pt x="77184" y="16580"/>
                    <a:pt x="77184" y="42023"/>
                  </a:cubicBezTo>
                  <a:cubicBezTo>
                    <a:pt x="77184" y="67179"/>
                    <a:pt x="62319" y="84045"/>
                    <a:pt x="38878" y="84045"/>
                  </a:cubicBezTo>
                  <a:cubicBezTo>
                    <a:pt x="15723" y="84045"/>
                    <a:pt x="0" y="67465"/>
                    <a:pt x="0" y="42023"/>
                  </a:cubicBezTo>
                  <a:close/>
                  <a:moveTo>
                    <a:pt x="58603" y="42309"/>
                  </a:moveTo>
                  <a:cubicBezTo>
                    <a:pt x="58603" y="26872"/>
                    <a:pt x="50884" y="17152"/>
                    <a:pt x="38592" y="17152"/>
                  </a:cubicBezTo>
                  <a:cubicBezTo>
                    <a:pt x="26300" y="17152"/>
                    <a:pt x="18581" y="26872"/>
                    <a:pt x="18581" y="42023"/>
                  </a:cubicBezTo>
                  <a:cubicBezTo>
                    <a:pt x="18581" y="57460"/>
                    <a:pt x="26300" y="67465"/>
                    <a:pt x="38592" y="67465"/>
                  </a:cubicBezTo>
                  <a:cubicBezTo>
                    <a:pt x="51170" y="67179"/>
                    <a:pt x="58603" y="57745"/>
                    <a:pt x="58603" y="4230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4" name="Freihandform: Form 213">
              <a:extLst>
                <a:ext uri="{FF2B5EF4-FFF2-40B4-BE49-F238E27FC236}">
                  <a16:creationId xmlns:a16="http://schemas.microsoft.com/office/drawing/2014/main" id="{23784A70-4AB8-4801-9088-0E386F52911E}"/>
                </a:ext>
              </a:extLst>
            </p:cNvPr>
            <p:cNvSpPr/>
            <p:nvPr/>
          </p:nvSpPr>
          <p:spPr>
            <a:xfrm>
              <a:off x="3082826" y="237352"/>
              <a:ext cx="74611" cy="114347"/>
            </a:xfrm>
            <a:custGeom>
              <a:avLst/>
              <a:gdLst>
                <a:gd name="connsiteX0" fmla="*/ 21440 w 74611"/>
                <a:gd name="connsiteY0" fmla="*/ 99768 h 114347"/>
                <a:gd name="connsiteX1" fmla="*/ 25442 w 74611"/>
                <a:gd name="connsiteY1" fmla="*/ 99482 h 114347"/>
                <a:gd name="connsiteX2" fmla="*/ 56316 w 74611"/>
                <a:gd name="connsiteY2" fmla="*/ 76613 h 114347"/>
                <a:gd name="connsiteX3" fmla="*/ 56316 w 74611"/>
                <a:gd name="connsiteY3" fmla="*/ 71467 h 114347"/>
                <a:gd name="connsiteX4" fmla="*/ 56030 w 74611"/>
                <a:gd name="connsiteY4" fmla="*/ 71467 h 114347"/>
                <a:gd name="connsiteX5" fmla="*/ 31731 w 74611"/>
                <a:gd name="connsiteY5" fmla="*/ 82616 h 114347"/>
                <a:gd name="connsiteX6" fmla="*/ 0 w 74611"/>
                <a:gd name="connsiteY6" fmla="*/ 42023 h 114347"/>
                <a:gd name="connsiteX7" fmla="*/ 32589 w 74611"/>
                <a:gd name="connsiteY7" fmla="*/ 0 h 114347"/>
                <a:gd name="connsiteX8" fmla="*/ 56030 w 74611"/>
                <a:gd name="connsiteY8" fmla="*/ 11149 h 114347"/>
                <a:gd name="connsiteX9" fmla="*/ 56316 w 74611"/>
                <a:gd name="connsiteY9" fmla="*/ 11149 h 114347"/>
                <a:gd name="connsiteX10" fmla="*/ 56316 w 74611"/>
                <a:gd name="connsiteY10" fmla="*/ 2001 h 114347"/>
                <a:gd name="connsiteX11" fmla="*/ 74611 w 74611"/>
                <a:gd name="connsiteY11" fmla="*/ 2001 h 114347"/>
                <a:gd name="connsiteX12" fmla="*/ 74611 w 74611"/>
                <a:gd name="connsiteY12" fmla="*/ 73754 h 114347"/>
                <a:gd name="connsiteX13" fmla="*/ 26586 w 74611"/>
                <a:gd name="connsiteY13" fmla="*/ 114061 h 114347"/>
                <a:gd name="connsiteX14" fmla="*/ 22583 w 74611"/>
                <a:gd name="connsiteY14" fmla="*/ 114347 h 114347"/>
                <a:gd name="connsiteX15" fmla="*/ 21440 w 74611"/>
                <a:gd name="connsiteY15" fmla="*/ 99768 h 114347"/>
                <a:gd name="connsiteX16" fmla="*/ 18867 w 74611"/>
                <a:gd name="connsiteY16" fmla="*/ 41737 h 114347"/>
                <a:gd name="connsiteX17" fmla="*/ 37449 w 74611"/>
                <a:gd name="connsiteY17" fmla="*/ 66607 h 114347"/>
                <a:gd name="connsiteX18" fmla="*/ 56316 w 74611"/>
                <a:gd name="connsiteY18" fmla="*/ 56030 h 114347"/>
                <a:gd name="connsiteX19" fmla="*/ 56316 w 74611"/>
                <a:gd name="connsiteY19" fmla="*/ 27443 h 114347"/>
                <a:gd name="connsiteX20" fmla="*/ 37163 w 74611"/>
                <a:gd name="connsiteY20" fmla="*/ 16866 h 114347"/>
                <a:gd name="connsiteX21" fmla="*/ 18867 w 74611"/>
                <a:gd name="connsiteY21" fmla="*/ 41737 h 114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74611" h="114347">
                  <a:moveTo>
                    <a:pt x="21440" y="99768"/>
                  </a:moveTo>
                  <a:lnTo>
                    <a:pt x="25442" y="99482"/>
                  </a:lnTo>
                  <a:cubicBezTo>
                    <a:pt x="49455" y="98625"/>
                    <a:pt x="56316" y="91764"/>
                    <a:pt x="56316" y="76613"/>
                  </a:cubicBezTo>
                  <a:lnTo>
                    <a:pt x="56316" y="71467"/>
                  </a:lnTo>
                  <a:lnTo>
                    <a:pt x="56030" y="71467"/>
                  </a:lnTo>
                  <a:cubicBezTo>
                    <a:pt x="50313" y="78614"/>
                    <a:pt x="41451" y="82616"/>
                    <a:pt x="31731" y="82616"/>
                  </a:cubicBezTo>
                  <a:cubicBezTo>
                    <a:pt x="12292" y="82616"/>
                    <a:pt x="0" y="66607"/>
                    <a:pt x="0" y="42023"/>
                  </a:cubicBezTo>
                  <a:cubicBezTo>
                    <a:pt x="0" y="16580"/>
                    <a:pt x="13150" y="0"/>
                    <a:pt x="32589" y="0"/>
                  </a:cubicBezTo>
                  <a:cubicBezTo>
                    <a:pt x="42308" y="0"/>
                    <a:pt x="50884" y="4002"/>
                    <a:pt x="56030" y="11149"/>
                  </a:cubicBezTo>
                  <a:lnTo>
                    <a:pt x="56316" y="11149"/>
                  </a:lnTo>
                  <a:lnTo>
                    <a:pt x="56316" y="2001"/>
                  </a:lnTo>
                  <a:lnTo>
                    <a:pt x="74611" y="2001"/>
                  </a:lnTo>
                  <a:lnTo>
                    <a:pt x="74611" y="73754"/>
                  </a:lnTo>
                  <a:cubicBezTo>
                    <a:pt x="74611" y="99768"/>
                    <a:pt x="61462" y="112632"/>
                    <a:pt x="26586" y="114061"/>
                  </a:cubicBezTo>
                  <a:lnTo>
                    <a:pt x="22583" y="114347"/>
                  </a:lnTo>
                  <a:lnTo>
                    <a:pt x="21440" y="99768"/>
                  </a:lnTo>
                  <a:close/>
                  <a:moveTo>
                    <a:pt x="18867" y="41737"/>
                  </a:moveTo>
                  <a:cubicBezTo>
                    <a:pt x="18867" y="57460"/>
                    <a:pt x="25728" y="66607"/>
                    <a:pt x="37449" y="66607"/>
                  </a:cubicBezTo>
                  <a:cubicBezTo>
                    <a:pt x="44595" y="66607"/>
                    <a:pt x="50599" y="63177"/>
                    <a:pt x="56316" y="56030"/>
                  </a:cubicBezTo>
                  <a:lnTo>
                    <a:pt x="56316" y="27443"/>
                  </a:lnTo>
                  <a:cubicBezTo>
                    <a:pt x="50884" y="20583"/>
                    <a:pt x="44595" y="16866"/>
                    <a:pt x="37163" y="16866"/>
                  </a:cubicBezTo>
                  <a:cubicBezTo>
                    <a:pt x="25728" y="16866"/>
                    <a:pt x="18867" y="26014"/>
                    <a:pt x="18867" y="41737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5" name="Freihandform: Form 214">
              <a:extLst>
                <a:ext uri="{FF2B5EF4-FFF2-40B4-BE49-F238E27FC236}">
                  <a16:creationId xmlns:a16="http://schemas.microsoft.com/office/drawing/2014/main" id="{044FDE6E-6E3F-492C-B773-6783BA96880D}"/>
                </a:ext>
              </a:extLst>
            </p:cNvPr>
            <p:cNvSpPr/>
            <p:nvPr/>
          </p:nvSpPr>
          <p:spPr>
            <a:xfrm>
              <a:off x="3180021" y="203905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5" y="22869"/>
                    <a:pt x="11721" y="22869"/>
                  </a:cubicBezTo>
                  <a:cubicBezTo>
                    <a:pt x="5146" y="22869"/>
                    <a:pt x="0" y="18010"/>
                    <a:pt x="0" y="11435"/>
                  </a:cubicBezTo>
                  <a:cubicBezTo>
                    <a:pt x="0" y="4860"/>
                    <a:pt x="5431" y="0"/>
                    <a:pt x="11721" y="0"/>
                  </a:cubicBezTo>
                  <a:cubicBezTo>
                    <a:pt x="18295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6" name="Freihandform: Form 215">
              <a:extLst>
                <a:ext uri="{FF2B5EF4-FFF2-40B4-BE49-F238E27FC236}">
                  <a16:creationId xmlns:a16="http://schemas.microsoft.com/office/drawing/2014/main" id="{0B728CC6-C9F6-45BF-BD25-24F47F2EEDA6}"/>
                </a:ext>
              </a:extLst>
            </p:cNvPr>
            <p:cNvSpPr/>
            <p:nvPr/>
          </p:nvSpPr>
          <p:spPr>
            <a:xfrm>
              <a:off x="3220900" y="237638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0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2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0" y="46025"/>
                    <a:pt x="72610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1742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2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6871" y="15151"/>
                    <a:pt x="20297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0155482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B5FE-3D26-4358-90F6-7AB9A5E1C9C0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7" y="1631156"/>
            <a:ext cx="11157745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A8EC489F-F71C-4659-9116-2F6E62F5F9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8318" y="687598"/>
            <a:ext cx="6844386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F5C59997-58CB-4A34-A7D6-744D4117F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9" name="Bildplatzhalter 6">
            <a:extLst>
              <a:ext uri="{FF2B5EF4-FFF2-40B4-BE49-F238E27FC236}">
                <a16:creationId xmlns:a16="http://schemas.microsoft.com/office/drawing/2014/main" id="{25613776-0F22-42BA-AE5A-1B73727AAD1E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</p:spTree>
    <p:extLst>
      <p:ext uri="{BB962C8B-B14F-4D97-AF65-F5344CB8AC3E}">
        <p14:creationId xmlns:p14="http://schemas.microsoft.com/office/powerpoint/2010/main" val="9966592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72E87-E328-4AA7-9FBB-819618CB5E19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8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024A1079-17C2-45DE-A16B-14C152A08F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06329" y="1631156"/>
            <a:ext cx="5469732" cy="456961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9" name="Textplatzhalter 9">
            <a:extLst>
              <a:ext uri="{FF2B5EF4-FFF2-40B4-BE49-F238E27FC236}">
                <a16:creationId xmlns:a16="http://schemas.microsoft.com/office/drawing/2014/main" id="{59628F4C-9498-4F7E-80AA-A9A50B3818E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8318" y="687598"/>
            <a:ext cx="6844386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6791738E-1095-45F8-98E2-D057FFD19CAA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</p:spTree>
    <p:extLst>
      <p:ext uri="{BB962C8B-B14F-4D97-AF65-F5344CB8AC3E}">
        <p14:creationId xmlns:p14="http://schemas.microsoft.com/office/powerpoint/2010/main" val="29526026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| dr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9290F-0861-4753-B56F-9A581B242AC7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36A777D-D5C6-4E84-A9C9-D0F4836A4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304591F-2FC9-4C29-9FE5-537955E3B92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8318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D0C47385-EF97-44EE-867E-E9365B44CA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07242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E3F53468-6A74-4DFC-93FD-A760B961965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12780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5" name="Textplatzhalter 9">
            <a:extLst>
              <a:ext uri="{FF2B5EF4-FFF2-40B4-BE49-F238E27FC236}">
                <a16:creationId xmlns:a16="http://schemas.microsoft.com/office/drawing/2014/main" id="{E888C2E5-BE70-41A9-A2DE-FD8C4043AF9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8318" y="687598"/>
            <a:ext cx="6844386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86333803-0B38-4F61-95AE-49DCFFD7FB8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</p:spTree>
    <p:extLst>
      <p:ext uri="{BB962C8B-B14F-4D97-AF65-F5344CB8AC3E}">
        <p14:creationId xmlns:p14="http://schemas.microsoft.com/office/powerpoint/2010/main" val="37863050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 Bild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8DBF3-D4DD-4EA7-B658-4F8AB62DCC5F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8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9" name="Textplatzhalter 9">
            <a:extLst>
              <a:ext uri="{FF2B5EF4-FFF2-40B4-BE49-F238E27FC236}">
                <a16:creationId xmlns:a16="http://schemas.microsoft.com/office/drawing/2014/main" id="{59628F4C-9498-4F7E-80AA-A9A50B3818E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8318" y="687598"/>
            <a:ext cx="6844386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3A0E3338-4E71-4920-9A06-A4D408E5A297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206329" y="1631155"/>
            <a:ext cx="5469732" cy="4569619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8D50DB04-91D7-4C23-96CE-09E0502D14CD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</p:spTree>
    <p:extLst>
      <p:ext uri="{BB962C8B-B14F-4D97-AF65-F5344CB8AC3E}">
        <p14:creationId xmlns:p14="http://schemas.microsoft.com/office/powerpoint/2010/main" val="26750124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- 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3A0E3338-4E71-4920-9A06-A4D408E5A297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8" y="1631155"/>
            <a:ext cx="5469732" cy="4569619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30DA98-05B9-4825-B695-5EBEEBA7F426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06331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9" name="Textplatzhalter 9">
            <a:extLst>
              <a:ext uri="{FF2B5EF4-FFF2-40B4-BE49-F238E27FC236}">
                <a16:creationId xmlns:a16="http://schemas.microsoft.com/office/drawing/2014/main" id="{59628F4C-9498-4F7E-80AA-A9A50B3818E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8318" y="687598"/>
            <a:ext cx="6844386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1C6D487A-3469-4A14-880C-0C0352BFC29A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</p:spTree>
    <p:extLst>
      <p:ext uri="{BB962C8B-B14F-4D97-AF65-F5344CB8AC3E}">
        <p14:creationId xmlns:p14="http://schemas.microsoft.com/office/powerpoint/2010/main" val="10275399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ldfolie | mit Stör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C430C106-4EB7-47B9-8F1D-0BFCFBEAECE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D1CD45B2-C7E2-4C43-84ED-BFB6DC4E84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8319" y="3431381"/>
            <a:ext cx="3571200" cy="2769394"/>
          </a:xfrm>
          <a:solidFill>
            <a:schemeClr val="bg1"/>
          </a:solidFill>
        </p:spPr>
        <p:txBody>
          <a:bodyPr wrap="square" lIns="180000" tIns="180000" rIns="360000" bIns="18000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DFE029E8-09EC-45DC-B2BB-25B2B1C145AC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D3613C15-D9EF-4DBF-8B74-3D509941276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8E0568E8-B36B-404B-9E38-F367F7DFCF81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54EB1BCB-8EFE-43BA-AE53-9984B9F11B54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B189016C-ED2A-474D-A417-5E0F497B514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9856DE16-FDEC-4063-8C73-CBF95C803B59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E3759D02-378A-4C73-8CA4-E4FB217B94E6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612F9041-226E-4E23-B398-1F7D9044B5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618D5641-3E9B-4072-8388-BB46336975A8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870072D5-E220-4946-9EE1-80DFB58C3A38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0A43D9D6-7790-4E94-8493-67757E33734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8E7E0758-62D1-453D-B55E-FDC4CCE3C6E4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84310EC5-28E5-4146-A748-79C1FCA769F0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2D5BC590-E7B8-48F8-AAC5-6799BCBDEB4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DF5B0BA6-3F36-41A3-8125-15AA496849C8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07018BC3-E9D3-4DC9-9093-D415FD96426D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38F1A063-9C9E-48DF-9813-A4EA4497C2D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F79F31FE-DC89-4DED-A231-3D8DCBF48D98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7DF8EA8-3E45-431B-90A0-140583E1D07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B300055A-A6D6-4CE1-986A-0930765E02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0B2C23E7-0482-498A-B984-44C6CF40F3B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AC7A65B2-F352-4DA5-9A36-9105D478D2C2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4D9AE9BE-891D-491B-98F9-78F552DDC8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E259A48F-52D3-481E-86F8-360FED16B872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7ADB04CE-94F5-430A-9FF1-01DE211731F2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50411913-7BEC-4F33-BDE8-154F93D079C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A40BADBF-D4AC-4B48-AE66-D79BD3055404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CB5DA2A5-4F29-4DF6-A342-0A7B4878AAB5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E820BD84-9211-4C19-A40B-4121AD892514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21C7D9CA-751B-4809-9338-47DDC5D1A72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D1C22B97-CFD8-4E78-BF7E-02A71F190F83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960710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1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601517-4EF3-4295-8BC2-B8E6EDD6A512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6A4CB3A7-ACED-41D0-8E35-318CD3693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8" name="Textplatzhalter 9">
            <a:extLst>
              <a:ext uri="{FF2B5EF4-FFF2-40B4-BE49-F238E27FC236}">
                <a16:creationId xmlns:a16="http://schemas.microsoft.com/office/drawing/2014/main" id="{1FE3678F-E977-4C19-90B6-B0E629A1CC2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EBFE18BD-74E5-4328-B98A-9C6FC4FCA59F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11157746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A51E223D-AC82-4D54-A383-0E2DF84E2EF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11157746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Bildplatzhalter 6">
            <a:extLst>
              <a:ext uri="{FF2B5EF4-FFF2-40B4-BE49-F238E27FC236}">
                <a16:creationId xmlns:a16="http://schemas.microsoft.com/office/drawing/2014/main" id="{05EC4CE8-43C6-428F-9E62-CB38E0CE6447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</p:spTree>
    <p:extLst>
      <p:ext uri="{BB962C8B-B14F-4D97-AF65-F5344CB8AC3E}">
        <p14:creationId xmlns:p14="http://schemas.microsoft.com/office/powerpoint/2010/main" val="412556916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720406-0481-4416-AD1D-F3BE2E67ECB2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8C7F934-D7F3-42CA-88CC-3AEB50FF1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4" name="Bildplatzhalter 8">
            <a:extLst>
              <a:ext uri="{FF2B5EF4-FFF2-40B4-BE49-F238E27FC236}">
                <a16:creationId xmlns:a16="http://schemas.microsoft.com/office/drawing/2014/main" id="{B4B72DA6-61BE-42F9-8894-08B159BC7C7D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5" name="Textplatzhalter 10">
            <a:extLst>
              <a:ext uri="{FF2B5EF4-FFF2-40B4-BE49-F238E27FC236}">
                <a16:creationId xmlns:a16="http://schemas.microsoft.com/office/drawing/2014/main" id="{0E2D86CD-8C0A-461A-82DE-DEB73A6F9ACE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6" name="Bildplatzhalter 8">
            <a:extLst>
              <a:ext uri="{FF2B5EF4-FFF2-40B4-BE49-F238E27FC236}">
                <a16:creationId xmlns:a16="http://schemas.microsoft.com/office/drawing/2014/main" id="{B4E7C39B-83E8-467B-AD57-55CA08888B5C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206331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7" name="Textplatzhalter 10">
            <a:extLst>
              <a:ext uri="{FF2B5EF4-FFF2-40B4-BE49-F238E27FC236}">
                <a16:creationId xmlns:a16="http://schemas.microsoft.com/office/drawing/2014/main" id="{CE124A50-74B4-4E32-AA56-DCD775B1300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206331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BF87D6FE-3E8F-49D4-B36A-217C95B23AF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83A46EE5-DC32-47B3-BF0E-362CD678814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2112982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1DE7E-47CA-436A-8591-D6CC8E5D2F7D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9995CF9C-9826-4946-A085-FF49199BE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E2430412-20B6-4F53-A77B-A26A49135E4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2" name="Textplatzhalter 10">
            <a:extLst>
              <a:ext uri="{FF2B5EF4-FFF2-40B4-BE49-F238E27FC236}">
                <a16:creationId xmlns:a16="http://schemas.microsoft.com/office/drawing/2014/main" id="{48CA2DF0-5B92-4CE6-AF1A-CC648431BB9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Bildplatzhalter 8">
            <a:extLst>
              <a:ext uri="{FF2B5EF4-FFF2-40B4-BE49-F238E27FC236}">
                <a16:creationId xmlns:a16="http://schemas.microsoft.com/office/drawing/2014/main" id="{002E2471-F223-4896-A895-CE0AF20E11D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8106305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4" name="Textplatzhalter 10">
            <a:extLst>
              <a:ext uri="{FF2B5EF4-FFF2-40B4-BE49-F238E27FC236}">
                <a16:creationId xmlns:a16="http://schemas.microsoft.com/office/drawing/2014/main" id="{470E7482-A37A-44BE-ADE5-A0B3B10E8FCA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106305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5" name="Bildplatzhalter 8">
            <a:extLst>
              <a:ext uri="{FF2B5EF4-FFF2-40B4-BE49-F238E27FC236}">
                <a16:creationId xmlns:a16="http://schemas.microsoft.com/office/drawing/2014/main" id="{3FD09289-F115-4464-A726-812A11720CAD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4312311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6" name="Textplatzhalter 10">
            <a:extLst>
              <a:ext uri="{FF2B5EF4-FFF2-40B4-BE49-F238E27FC236}">
                <a16:creationId xmlns:a16="http://schemas.microsoft.com/office/drawing/2014/main" id="{F3F11CE6-C8CF-4ABE-B3B8-C00D74678A9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312311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Bildplatzhalter 6">
            <a:extLst>
              <a:ext uri="{FF2B5EF4-FFF2-40B4-BE49-F238E27FC236}">
                <a16:creationId xmlns:a16="http://schemas.microsoft.com/office/drawing/2014/main" id="{A7347480-9F70-4378-B138-B8B7C593F862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30755EEA-F577-4453-979C-19EC4B0E99F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76720401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BD078-B2DD-44FF-A34A-59601DE836FF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A3EEDC1-9ABB-471E-855E-52CC8C208FB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18317" y="1631156"/>
            <a:ext cx="11155366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BBD0D2AE-225B-47F4-A359-0020AE80A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451A9BBC-9F96-4260-BC40-C6D3D23D6FB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8739EF2C-11E0-4052-A222-7C9A717AF04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88715621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95A3C-CE31-4142-918D-57D4E45EDA68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A3EEDC1-9ABB-471E-855E-52CC8C208FB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18317" y="1631156"/>
            <a:ext cx="5469733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BBD0D2AE-225B-47F4-A359-0020AE80A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451A9BBC-9F96-4260-BC40-C6D3D23D6FB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Inhaltsplatzhalter 7">
            <a:extLst>
              <a:ext uri="{FF2B5EF4-FFF2-40B4-BE49-F238E27FC236}">
                <a16:creationId xmlns:a16="http://schemas.microsoft.com/office/drawing/2014/main" id="{33608DEB-69EC-4E8F-A567-9E3EA36C3624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6206330" y="1631156"/>
            <a:ext cx="5469733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CD373DC4-B885-417D-8963-6BF7FDE59AA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9356965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| mi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51B6A-A224-4208-8152-3FE47B851742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5086500-15A5-49F2-8B64-748C19FDABC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04861" y="1631156"/>
            <a:ext cx="3571200" cy="456962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84BE64F-DBB2-4BF3-ABE7-E92BB978D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9" name="Inhaltsplatzhalter 7">
            <a:extLst>
              <a:ext uri="{FF2B5EF4-FFF2-40B4-BE49-F238E27FC236}">
                <a16:creationId xmlns:a16="http://schemas.microsoft.com/office/drawing/2014/main" id="{0D6633D6-CA56-460E-AA1C-9A4D6A62324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18317" y="1631157"/>
            <a:ext cx="7363752" cy="4569620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7CDDF36A-B7A5-4E95-A5D6-07C5FCED28B4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A26F7B9C-F022-4BB0-B562-B99FB018F608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4416703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 | Gelb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518341" y="6634666"/>
            <a:ext cx="748603" cy="1231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C354455-E16B-4C76-9364-5BFB761B97B2}" type="datetime4">
              <a:rPr lang="de-DE" smtClean="0"/>
              <a:pPr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72481" y="6634666"/>
            <a:ext cx="203582" cy="1231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87F00BE4-512D-4F35-B132-4E5C5CF1413D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F1925060-7FCF-4CBC-B0DA-0731E3E98579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Textplatzhalter 9">
            <a:extLst>
              <a:ext uri="{FF2B5EF4-FFF2-40B4-BE49-F238E27FC236}">
                <a16:creationId xmlns:a16="http://schemas.microsoft.com/office/drawing/2014/main" id="{A9FF3927-CA7B-4361-998A-3A60E5D23F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Freihandform: Form 60">
            <a:extLst>
              <a:ext uri="{FF2B5EF4-FFF2-40B4-BE49-F238E27FC236}">
                <a16:creationId xmlns:a16="http://schemas.microsoft.com/office/drawing/2014/main" id="{BC19384B-1D95-4C0D-B3F0-61407A015F56}"/>
              </a:ext>
            </a:extLst>
          </p:cNvPr>
          <p:cNvSpPr>
            <a:spLocks noChangeAspect="1"/>
          </p:cNvSpPr>
          <p:nvPr userDrawn="1"/>
        </p:nvSpPr>
        <p:spPr>
          <a:xfrm>
            <a:off x="10596063" y="299346"/>
            <a:ext cx="1080000" cy="412328"/>
          </a:xfrm>
          <a:custGeom>
            <a:avLst/>
            <a:gdLst>
              <a:gd name="connsiteX0" fmla="*/ 0 w 4797018"/>
              <a:gd name="connsiteY0" fmla="*/ 170736 h 1831428"/>
              <a:gd name="connsiteX1" fmla="*/ 92812 w 4797018"/>
              <a:gd name="connsiteY1" fmla="*/ 77924 h 1831428"/>
              <a:gd name="connsiteX2" fmla="*/ 92812 w 4797018"/>
              <a:gd name="connsiteY2" fmla="*/ 1763373 h 1831428"/>
              <a:gd name="connsiteX3" fmla="*/ 0 w 4797018"/>
              <a:gd name="connsiteY3" fmla="*/ 1763373 h 1831428"/>
              <a:gd name="connsiteX4" fmla="*/ 0 w 4797018"/>
              <a:gd name="connsiteY4" fmla="*/ 170736 h 1831428"/>
              <a:gd name="connsiteX5" fmla="*/ 278425 w 4797018"/>
              <a:gd name="connsiteY5" fmla="*/ 92812 h 1831428"/>
              <a:gd name="connsiteX6" fmla="*/ 1392136 w 4797018"/>
              <a:gd name="connsiteY6" fmla="*/ 92812 h 1831428"/>
              <a:gd name="connsiteX7" fmla="*/ 1392136 w 4797018"/>
              <a:gd name="connsiteY7" fmla="*/ 0 h 1831428"/>
              <a:gd name="connsiteX8" fmla="*/ 185614 w 4797018"/>
              <a:gd name="connsiteY8" fmla="*/ 0 h 1831428"/>
              <a:gd name="connsiteX9" fmla="*/ 185614 w 4797018"/>
              <a:gd name="connsiteY9" fmla="*/ 1113701 h 1831428"/>
              <a:gd name="connsiteX10" fmla="*/ 1210723 w 4797018"/>
              <a:gd name="connsiteY10" fmla="*/ 1113701 h 1831428"/>
              <a:gd name="connsiteX11" fmla="*/ 1210723 w 4797018"/>
              <a:gd name="connsiteY11" fmla="*/ 1020899 h 1831428"/>
              <a:gd name="connsiteX12" fmla="*/ 278425 w 4797018"/>
              <a:gd name="connsiteY12" fmla="*/ 1020899 h 1831428"/>
              <a:gd name="connsiteX13" fmla="*/ 278425 w 4797018"/>
              <a:gd name="connsiteY13" fmla="*/ 92812 h 1831428"/>
              <a:gd name="connsiteX14" fmla="*/ 1350464 w 4797018"/>
              <a:gd name="connsiteY14" fmla="*/ 835285 h 1831428"/>
              <a:gd name="connsiteX15" fmla="*/ 464048 w 4797018"/>
              <a:gd name="connsiteY15" fmla="*/ 835285 h 1831428"/>
              <a:gd name="connsiteX16" fmla="*/ 464048 w 4797018"/>
              <a:gd name="connsiteY16" fmla="*/ 464048 h 1831428"/>
              <a:gd name="connsiteX17" fmla="*/ 1222124 w 4797018"/>
              <a:gd name="connsiteY17" fmla="*/ 464048 h 1831428"/>
              <a:gd name="connsiteX18" fmla="*/ 1314926 w 4797018"/>
              <a:gd name="connsiteY18" fmla="*/ 371237 h 1831428"/>
              <a:gd name="connsiteX19" fmla="*/ 464048 w 4797018"/>
              <a:gd name="connsiteY19" fmla="*/ 371237 h 1831428"/>
              <a:gd name="connsiteX20" fmla="*/ 464048 w 4797018"/>
              <a:gd name="connsiteY20" fmla="*/ 278425 h 1831428"/>
              <a:gd name="connsiteX21" fmla="*/ 1392146 w 4797018"/>
              <a:gd name="connsiteY21" fmla="*/ 278425 h 1831428"/>
              <a:gd name="connsiteX22" fmla="*/ 1392146 w 4797018"/>
              <a:gd name="connsiteY22" fmla="*/ 185614 h 1831428"/>
              <a:gd name="connsiteX23" fmla="*/ 371237 w 4797018"/>
              <a:gd name="connsiteY23" fmla="*/ 185614 h 1831428"/>
              <a:gd name="connsiteX24" fmla="*/ 371237 w 4797018"/>
              <a:gd name="connsiteY24" fmla="*/ 928087 h 1831428"/>
              <a:gd name="connsiteX25" fmla="*/ 1258872 w 4797018"/>
              <a:gd name="connsiteY25" fmla="*/ 928087 h 1831428"/>
              <a:gd name="connsiteX26" fmla="*/ 1350464 w 4797018"/>
              <a:gd name="connsiteY26" fmla="*/ 835285 h 1831428"/>
              <a:gd name="connsiteX27" fmla="*/ 185614 w 4797018"/>
              <a:gd name="connsiteY27" fmla="*/ 1763373 h 1831428"/>
              <a:gd name="connsiteX28" fmla="*/ 278425 w 4797018"/>
              <a:gd name="connsiteY28" fmla="*/ 1763373 h 1831428"/>
              <a:gd name="connsiteX29" fmla="*/ 278425 w 4797018"/>
              <a:gd name="connsiteY29" fmla="*/ 1299324 h 1831428"/>
              <a:gd name="connsiteX30" fmla="*/ 371237 w 4797018"/>
              <a:gd name="connsiteY30" fmla="*/ 1299324 h 1831428"/>
              <a:gd name="connsiteX31" fmla="*/ 371237 w 4797018"/>
              <a:gd name="connsiteY31" fmla="*/ 1685449 h 1831428"/>
              <a:gd name="connsiteX32" fmla="*/ 464039 w 4797018"/>
              <a:gd name="connsiteY32" fmla="*/ 1592647 h 1831428"/>
              <a:gd name="connsiteX33" fmla="*/ 464039 w 4797018"/>
              <a:gd name="connsiteY33" fmla="*/ 1299324 h 1831428"/>
              <a:gd name="connsiteX34" fmla="*/ 1210723 w 4797018"/>
              <a:gd name="connsiteY34" fmla="*/ 1299324 h 1831428"/>
              <a:gd name="connsiteX35" fmla="*/ 1210723 w 4797018"/>
              <a:gd name="connsiteY35" fmla="*/ 1206522 h 1831428"/>
              <a:gd name="connsiteX36" fmla="*/ 185614 w 4797018"/>
              <a:gd name="connsiteY36" fmla="*/ 1206522 h 1831428"/>
              <a:gd name="connsiteX37" fmla="*/ 185614 w 4797018"/>
              <a:gd name="connsiteY37" fmla="*/ 1763373 h 1831428"/>
              <a:gd name="connsiteX38" fmla="*/ 4704207 w 4797018"/>
              <a:gd name="connsiteY38" fmla="*/ 0 h 1831428"/>
              <a:gd name="connsiteX39" fmla="*/ 4704207 w 4797018"/>
              <a:gd name="connsiteY39" fmla="*/ 1067314 h 1831428"/>
              <a:gd name="connsiteX40" fmla="*/ 4334837 w 4797018"/>
              <a:gd name="connsiteY40" fmla="*/ 1692688 h 1831428"/>
              <a:gd name="connsiteX41" fmla="*/ 4332742 w 4797018"/>
              <a:gd name="connsiteY41" fmla="*/ 1689954 h 1831428"/>
              <a:gd name="connsiteX42" fmla="*/ 4611405 w 4797018"/>
              <a:gd name="connsiteY42" fmla="*/ 1158564 h 1831428"/>
              <a:gd name="connsiteX43" fmla="*/ 4611405 w 4797018"/>
              <a:gd name="connsiteY43" fmla="*/ 0 h 1831428"/>
              <a:gd name="connsiteX44" fmla="*/ 4518594 w 4797018"/>
              <a:gd name="connsiteY44" fmla="*/ 0 h 1831428"/>
              <a:gd name="connsiteX45" fmla="*/ 4518594 w 4797018"/>
              <a:gd name="connsiteY45" fmla="*/ 1157021 h 1831428"/>
              <a:gd name="connsiteX46" fmla="*/ 3915337 w 4797018"/>
              <a:gd name="connsiteY46" fmla="*/ 1740170 h 1831428"/>
              <a:gd name="connsiteX47" fmla="*/ 3312081 w 4797018"/>
              <a:gd name="connsiteY47" fmla="*/ 1157021 h 1831428"/>
              <a:gd name="connsiteX48" fmla="*/ 3312081 w 4797018"/>
              <a:gd name="connsiteY48" fmla="*/ 77924 h 1831428"/>
              <a:gd name="connsiteX49" fmla="*/ 3219269 w 4797018"/>
              <a:gd name="connsiteY49" fmla="*/ 170736 h 1831428"/>
              <a:gd name="connsiteX50" fmla="*/ 3219269 w 4797018"/>
              <a:gd name="connsiteY50" fmla="*/ 1158564 h 1831428"/>
              <a:gd name="connsiteX51" fmla="*/ 3915337 w 4797018"/>
              <a:gd name="connsiteY51" fmla="*/ 1831429 h 1831428"/>
              <a:gd name="connsiteX52" fmla="*/ 4008139 w 4797018"/>
              <a:gd name="connsiteY52" fmla="*/ 1831429 h 1831428"/>
              <a:gd name="connsiteX53" fmla="*/ 4797019 w 4797018"/>
              <a:gd name="connsiteY53" fmla="*/ 1068667 h 1831428"/>
              <a:gd name="connsiteX54" fmla="*/ 4797019 w 4797018"/>
              <a:gd name="connsiteY54" fmla="*/ 0 h 1831428"/>
              <a:gd name="connsiteX55" fmla="*/ 4704207 w 4797018"/>
              <a:gd name="connsiteY55" fmla="*/ 0 h 1831428"/>
              <a:gd name="connsiteX56" fmla="*/ 3915328 w 4797018"/>
              <a:gd name="connsiteY56" fmla="*/ 1647358 h 1831428"/>
              <a:gd name="connsiteX57" fmla="*/ 4425773 w 4797018"/>
              <a:gd name="connsiteY57" fmla="*/ 1157021 h 1831428"/>
              <a:gd name="connsiteX58" fmla="*/ 4425782 w 4797018"/>
              <a:gd name="connsiteY58" fmla="*/ 1157021 h 1831428"/>
              <a:gd name="connsiteX59" fmla="*/ 4425782 w 4797018"/>
              <a:gd name="connsiteY59" fmla="*/ 77924 h 1831428"/>
              <a:gd name="connsiteX60" fmla="*/ 4332970 w 4797018"/>
              <a:gd name="connsiteY60" fmla="*/ 170736 h 1831428"/>
              <a:gd name="connsiteX61" fmla="*/ 4332970 w 4797018"/>
              <a:gd name="connsiteY61" fmla="*/ 1067305 h 1831428"/>
              <a:gd name="connsiteX62" fmla="*/ 4008130 w 4797018"/>
              <a:gd name="connsiteY62" fmla="*/ 1368933 h 1831428"/>
              <a:gd name="connsiteX63" fmla="*/ 3683298 w 4797018"/>
              <a:gd name="connsiteY63" fmla="*/ 1067305 h 1831428"/>
              <a:gd name="connsiteX64" fmla="*/ 3683289 w 4797018"/>
              <a:gd name="connsiteY64" fmla="*/ 0 h 1831428"/>
              <a:gd name="connsiteX65" fmla="*/ 3590487 w 4797018"/>
              <a:gd name="connsiteY65" fmla="*/ 0 h 1831428"/>
              <a:gd name="connsiteX66" fmla="*/ 3590487 w 4797018"/>
              <a:gd name="connsiteY66" fmla="*/ 1067305 h 1831428"/>
              <a:gd name="connsiteX67" fmla="*/ 4008130 w 4797018"/>
              <a:gd name="connsiteY67" fmla="*/ 1461745 h 1831428"/>
              <a:gd name="connsiteX68" fmla="*/ 4294699 w 4797018"/>
              <a:gd name="connsiteY68" fmla="*/ 1333129 h 1831428"/>
              <a:gd name="connsiteX69" fmla="*/ 4296785 w 4797018"/>
              <a:gd name="connsiteY69" fmla="*/ 1335862 h 1831428"/>
              <a:gd name="connsiteX70" fmla="*/ 3915328 w 4797018"/>
              <a:gd name="connsiteY70" fmla="*/ 1554556 h 1831428"/>
              <a:gd name="connsiteX71" fmla="*/ 3497742 w 4797018"/>
              <a:gd name="connsiteY71" fmla="*/ 1160116 h 1831428"/>
              <a:gd name="connsiteX72" fmla="*/ 3497685 w 4797018"/>
              <a:gd name="connsiteY72" fmla="*/ 1160116 h 1831428"/>
              <a:gd name="connsiteX73" fmla="*/ 3497685 w 4797018"/>
              <a:gd name="connsiteY73" fmla="*/ 0 h 1831428"/>
              <a:gd name="connsiteX74" fmla="*/ 3404873 w 4797018"/>
              <a:gd name="connsiteY74" fmla="*/ 0 h 1831428"/>
              <a:gd name="connsiteX75" fmla="*/ 3404873 w 4797018"/>
              <a:gd name="connsiteY75" fmla="*/ 1160107 h 1831428"/>
              <a:gd name="connsiteX76" fmla="*/ 3404921 w 4797018"/>
              <a:gd name="connsiteY76" fmla="*/ 1160107 h 1831428"/>
              <a:gd name="connsiteX77" fmla="*/ 3915328 w 4797018"/>
              <a:gd name="connsiteY77" fmla="*/ 1647358 h 1831428"/>
              <a:gd name="connsiteX78" fmla="*/ 1852984 w 4797018"/>
              <a:gd name="connsiteY78" fmla="*/ 1206522 h 1831428"/>
              <a:gd name="connsiteX79" fmla="*/ 1618288 w 4797018"/>
              <a:gd name="connsiteY79" fmla="*/ 1763373 h 1831428"/>
              <a:gd name="connsiteX80" fmla="*/ 1711119 w 4797018"/>
              <a:gd name="connsiteY80" fmla="*/ 1763363 h 1831428"/>
              <a:gd name="connsiteX81" fmla="*/ 1711100 w 4797018"/>
              <a:gd name="connsiteY81" fmla="*/ 1763373 h 1831428"/>
              <a:gd name="connsiteX82" fmla="*/ 1711119 w 4797018"/>
              <a:gd name="connsiteY82" fmla="*/ 1763373 h 1831428"/>
              <a:gd name="connsiteX83" fmla="*/ 1828448 w 4797018"/>
              <a:gd name="connsiteY83" fmla="*/ 1484948 h 1831428"/>
              <a:gd name="connsiteX84" fmla="*/ 2614774 w 4797018"/>
              <a:gd name="connsiteY84" fmla="*/ 1484948 h 1831428"/>
              <a:gd name="connsiteX85" fmla="*/ 2732018 w 4797018"/>
              <a:gd name="connsiteY85" fmla="*/ 1763373 h 1831428"/>
              <a:gd name="connsiteX86" fmla="*/ 2824820 w 4797018"/>
              <a:gd name="connsiteY86" fmla="*/ 1763373 h 1831428"/>
              <a:gd name="connsiteX87" fmla="*/ 2668515 w 4797018"/>
              <a:gd name="connsiteY87" fmla="*/ 1392136 h 1831428"/>
              <a:gd name="connsiteX88" fmla="*/ 1867567 w 4797018"/>
              <a:gd name="connsiteY88" fmla="*/ 1392136 h 1831428"/>
              <a:gd name="connsiteX89" fmla="*/ 1906676 w 4797018"/>
              <a:gd name="connsiteY89" fmla="*/ 1299324 h 1831428"/>
              <a:gd name="connsiteX90" fmla="*/ 2722236 w 4797018"/>
              <a:gd name="connsiteY90" fmla="*/ 1299324 h 1831428"/>
              <a:gd name="connsiteX91" fmla="*/ 2917632 w 4797018"/>
              <a:gd name="connsiteY91" fmla="*/ 1763373 h 1831428"/>
              <a:gd name="connsiteX92" fmla="*/ 3010443 w 4797018"/>
              <a:gd name="connsiteY92" fmla="*/ 1763373 h 1831428"/>
              <a:gd name="connsiteX93" fmla="*/ 2775976 w 4797018"/>
              <a:gd name="connsiteY93" fmla="*/ 1206522 h 1831428"/>
              <a:gd name="connsiteX94" fmla="*/ 1852984 w 4797018"/>
              <a:gd name="connsiteY94" fmla="*/ 1206522 h 1831428"/>
              <a:gd name="connsiteX95" fmla="*/ 1989544 w 4797018"/>
              <a:gd name="connsiteY95" fmla="*/ 0 h 1831428"/>
              <a:gd name="connsiteX96" fmla="*/ 1307459 w 4797018"/>
              <a:gd name="connsiteY96" fmla="*/ 1617898 h 1831428"/>
              <a:gd name="connsiteX97" fmla="*/ 1366533 w 4797018"/>
              <a:gd name="connsiteY97" fmla="*/ 1698098 h 1831428"/>
              <a:gd name="connsiteX98" fmla="*/ 2082356 w 4797018"/>
              <a:gd name="connsiteY98" fmla="*/ 0 h 1831428"/>
              <a:gd name="connsiteX99" fmla="*/ 1989544 w 4797018"/>
              <a:gd name="connsiteY99" fmla="*/ 0 h 1831428"/>
              <a:gd name="connsiteX100" fmla="*/ 2360771 w 4797018"/>
              <a:gd name="connsiteY100" fmla="*/ 0 h 1831428"/>
              <a:gd name="connsiteX101" fmla="*/ 3075708 w 4797018"/>
              <a:gd name="connsiteY101" fmla="*/ 1698098 h 1831428"/>
              <a:gd name="connsiteX102" fmla="*/ 3134639 w 4797018"/>
              <a:gd name="connsiteY102" fmla="*/ 1617898 h 1831428"/>
              <a:gd name="connsiteX103" fmla="*/ 2453592 w 4797018"/>
              <a:gd name="connsiteY103" fmla="*/ 0 h 1831428"/>
              <a:gd name="connsiteX104" fmla="*/ 2360771 w 4797018"/>
              <a:gd name="connsiteY104" fmla="*/ 0 h 1831428"/>
              <a:gd name="connsiteX105" fmla="*/ 1799101 w 4797018"/>
              <a:gd name="connsiteY105" fmla="*/ 1113711 h 1831428"/>
              <a:gd name="connsiteX106" fmla="*/ 1524610 w 4797018"/>
              <a:gd name="connsiteY106" fmla="*/ 1763373 h 1831428"/>
              <a:gd name="connsiteX107" fmla="*/ 1431798 w 4797018"/>
              <a:gd name="connsiteY107" fmla="*/ 1763373 h 1831428"/>
              <a:gd name="connsiteX108" fmla="*/ 2128761 w 4797018"/>
              <a:gd name="connsiteY108" fmla="*/ 110195 h 1831428"/>
              <a:gd name="connsiteX109" fmla="*/ 2512219 w 4797018"/>
              <a:gd name="connsiteY109" fmla="*/ 1020899 h 1831428"/>
              <a:gd name="connsiteX110" fmla="*/ 2605021 w 4797018"/>
              <a:gd name="connsiteY110" fmla="*/ 1020899 h 1831428"/>
              <a:gd name="connsiteX111" fmla="*/ 2175158 w 4797018"/>
              <a:gd name="connsiteY111" fmla="*/ 0 h 1831428"/>
              <a:gd name="connsiteX112" fmla="*/ 2267969 w 4797018"/>
              <a:gd name="connsiteY112" fmla="*/ 0 h 1831428"/>
              <a:gd name="connsiteX113" fmla="*/ 2736895 w 4797018"/>
              <a:gd name="connsiteY113" fmla="*/ 1113701 h 1831428"/>
              <a:gd name="connsiteX114" fmla="*/ 1799101 w 4797018"/>
              <a:gd name="connsiteY114" fmla="*/ 1113701 h 1831428"/>
              <a:gd name="connsiteX115" fmla="*/ 2221802 w 4797018"/>
              <a:gd name="connsiteY115" fmla="*/ 551602 h 1831428"/>
              <a:gd name="connsiteX116" fmla="*/ 2024015 w 4797018"/>
              <a:gd name="connsiteY116" fmla="*/ 1020899 h 1831428"/>
              <a:gd name="connsiteX117" fmla="*/ 2419398 w 4797018"/>
              <a:gd name="connsiteY117" fmla="*/ 1020899 h 1831428"/>
              <a:gd name="connsiteX118" fmla="*/ 2221802 w 4797018"/>
              <a:gd name="connsiteY118" fmla="*/ 551602 h 1831428"/>
              <a:gd name="connsiteX119" fmla="*/ 1838163 w 4797018"/>
              <a:gd name="connsiteY119" fmla="*/ 1020899 h 1831428"/>
              <a:gd name="connsiteX120" fmla="*/ 1931213 w 4797018"/>
              <a:gd name="connsiteY120" fmla="*/ 1020899 h 1831428"/>
              <a:gd name="connsiteX121" fmla="*/ 2175415 w 4797018"/>
              <a:gd name="connsiteY121" fmla="*/ 441436 h 1831428"/>
              <a:gd name="connsiteX122" fmla="*/ 2128942 w 4797018"/>
              <a:gd name="connsiteY122" fmla="*/ 331070 h 1831428"/>
              <a:gd name="connsiteX123" fmla="*/ 1838163 w 4797018"/>
              <a:gd name="connsiteY123" fmla="*/ 1020899 h 1831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4797018" h="183142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rgbClr val="04316A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93DCB95B-459E-4AC2-8E4B-6C459242A95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3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3ECEE8D8-DF92-4CFD-A29A-DD98DFA7EC69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E89218EB-083A-44EC-89C4-86451CE1FC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399474D3-E53E-4ABA-9B61-C9BB08A3276B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57879191-3BE6-4B4E-A6B9-7EE964614B47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94484379-E642-433C-B53A-1DEE6A9DD4E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7C54D7A6-C6ED-4572-B49C-338FB11A042A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382F9D16-DA93-44FA-B850-67D0B6AD397D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7201A13C-71DC-4465-B39F-F196A50353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D957CB6E-B09B-4A22-86F0-6C38F81B2E90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38DB7D0C-ACAA-4A6B-8088-624B0BC24502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E8B86ED7-0F29-451E-8C7D-9B396D5E209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ED76FB85-7BBB-4E8D-A853-5FCC744835E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1524020-40DB-450A-AEE5-3E1B459B16B5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539CBAAA-C79F-4BC9-9AF3-18ED0AF9EE7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feld 24">
              <a:extLst>
                <a:ext uri="{FF2B5EF4-FFF2-40B4-BE49-F238E27FC236}">
                  <a16:creationId xmlns:a16="http://schemas.microsoft.com/office/drawing/2014/main" id="{65F01F83-E434-491F-8893-1CE5848F9B6D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9ECB07F-83AC-4A69-A930-C51459FBE5BA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EB6DF347-64CA-4BE1-8952-3E80EBD0082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F82628F6-8442-4626-962B-E947FDA8C0C0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9B4EC5D-DF7B-4D80-86D6-C95B0B60B325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7A230F03-8AA4-4AAE-999A-6E872C727A8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1C36145D-6FFB-4D3A-85D6-2ACFDAE5F5D2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0D1EC147-B041-40BC-BA8D-878A722616DE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4A4E226E-C413-42F0-AA69-108B05313D4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4A93327E-EEC7-45A4-9C35-410D17ECB865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0EC1AF1A-26A7-479B-A176-8997B58ED4D1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80D76042-D322-4CD0-B41A-CE295CEC6835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97EC952-23B6-4728-82B6-3D733107C66E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D8CEDBB7-9662-435E-8F5A-F3EE555D990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24365663-FE3F-47D4-A8D7-729A38C4987D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92EE37E1-8647-4AEB-9AEE-FF0711435F3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C2B4E3D7-0BC3-4BC1-B86B-DD51E9785755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8074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|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203DE-A5D5-4FFD-B13D-62D924C0DB93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18B908A7-A1D8-4FB7-9CB4-BDC3E20D2B62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8" name="Textplatzhalter 9">
            <a:extLst>
              <a:ext uri="{FF2B5EF4-FFF2-40B4-BE49-F238E27FC236}">
                <a16:creationId xmlns:a16="http://schemas.microsoft.com/office/drawing/2014/main" id="{6D6A9334-FF1A-48E7-8B74-42F4FC86585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13870599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2754B-ACA7-42C9-ABE9-AE5116FB41E0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EB25E710-D493-4189-8EF7-00ABE0AB56E5}"/>
              </a:ext>
            </a:extLst>
          </p:cNvPr>
          <p:cNvSpPr/>
          <p:nvPr userDrawn="1"/>
        </p:nvSpPr>
        <p:spPr>
          <a:xfrm>
            <a:off x="518317" y="1631155"/>
            <a:ext cx="11157746" cy="456961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2F509DB-422D-41FB-A02B-822A0A204E4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497190" y="2835964"/>
            <a:ext cx="7200000" cy="2160000"/>
          </a:xfrm>
        </p:spPr>
        <p:txBody>
          <a:bodyPr rIns="0" anchor="ctr" anchorCtr="0">
            <a:normAutofit/>
          </a:bodyPr>
          <a:lstStyle>
            <a:lvl1pPr algn="ctr">
              <a:defRPr sz="2000" i="1"/>
            </a:lvl1pPr>
            <a:lvl2pPr marL="0" indent="0">
              <a:buNone/>
              <a:defRPr/>
            </a:lvl2pPr>
          </a:lstStyle>
          <a:p>
            <a:pPr lvl="0"/>
            <a:r>
              <a:rPr lang="de-DE" dirty="0"/>
              <a:t>„Mastertextformat bearbeiten“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F862885B-685B-4384-B9F0-6266AD0BDA7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84876CF4-2372-4CC0-99FA-483AD639C0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27375001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chlussfoli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platzhalter 167">
            <a:extLst>
              <a:ext uri="{FF2B5EF4-FFF2-40B4-BE49-F238E27FC236}">
                <a16:creationId xmlns:a16="http://schemas.microsoft.com/office/drawing/2014/main" id="{68AB2348-B91F-4E68-BDE1-60ECCE02B49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1628775"/>
            <a:ext cx="12192000" cy="5229225"/>
          </a:xfrm>
          <a:gradFill>
            <a:gsLst>
              <a:gs pos="50000">
                <a:schemeClr val="accent4">
                  <a:alpha val="50000"/>
                </a:schemeClr>
              </a:gs>
              <a:gs pos="5000">
                <a:schemeClr val="accent4"/>
              </a:gs>
              <a:gs pos="100000">
                <a:schemeClr val="accent4">
                  <a:alpha val="20000"/>
                </a:schemeClr>
              </a:gs>
            </a:gsLst>
            <a:lin ang="5400000" scaled="1"/>
          </a:gradFill>
        </p:spPr>
        <p:txBody>
          <a:bodyPr vert="horz" wrap="square" lIns="540000" tIns="1188000" rIns="0" bIns="0" rtlCol="0" anchor="t" anchorCtr="0">
            <a:noAutofit/>
          </a:bodyPr>
          <a:lstStyle>
            <a:lvl1pPr>
              <a:defRPr lang="de-DE" sz="4000" b="1" dirty="0"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 </a:t>
            </a:r>
          </a:p>
        </p:txBody>
      </p:sp>
      <p:sp>
        <p:nvSpPr>
          <p:cNvPr id="59" name="Bildplatzhalter 60">
            <a:extLst>
              <a:ext uri="{FF2B5EF4-FFF2-40B4-BE49-F238E27FC236}">
                <a16:creationId xmlns:a16="http://schemas.microsoft.com/office/drawing/2014/main" id="{92CE05A2-27DE-4191-8A63-5C7C7ACA37C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628775"/>
            <a:ext cx="12192000" cy="5229226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r>
              <a:rPr lang="de-DE" dirty="0"/>
              <a:t> 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CBD8B083-79E8-44E1-BA43-E993160F02E1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4" name="Textplatzhalter 64">
            <a:extLst>
              <a:ext uri="{FF2B5EF4-FFF2-40B4-BE49-F238E27FC236}">
                <a16:creationId xmlns:a16="http://schemas.microsoft.com/office/drawing/2014/main" id="{94E4DAD8-28C4-496D-803F-AF50BFF89A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8317" y="2647985"/>
            <a:ext cx="11157745" cy="1562031"/>
          </a:xfrm>
        </p:spPr>
        <p:txBody>
          <a:bodyPr vert="horz" wrap="square" lIns="0" tIns="0" rIns="360000" bIns="0" rtlCol="0" anchor="ctr" anchorCtr="0">
            <a:spAutoFit/>
          </a:bodyPr>
          <a:lstStyle>
            <a:lvl1pPr>
              <a:spcAft>
                <a:spcPts val="0"/>
              </a:spcAft>
              <a:defRPr lang="de-DE" sz="4800" b="1" dirty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Vielen Dank</a:t>
            </a:r>
            <a:br>
              <a:rPr lang="de-DE" dirty="0"/>
            </a:br>
            <a:r>
              <a:rPr lang="de-DE" dirty="0"/>
              <a:t>für Ihre Aufmerksamkeit!</a:t>
            </a:r>
          </a:p>
        </p:txBody>
      </p:sp>
      <p:sp>
        <p:nvSpPr>
          <p:cNvPr id="58" name="Freihandform: Form 57">
            <a:extLst>
              <a:ext uri="{FF2B5EF4-FFF2-40B4-BE49-F238E27FC236}">
                <a16:creationId xmlns:a16="http://schemas.microsoft.com/office/drawing/2014/main" id="{1A7F7BEE-9A4B-44B2-960F-97720F4BC3DA}"/>
              </a:ext>
            </a:extLst>
          </p:cNvPr>
          <p:cNvSpPr/>
          <p:nvPr userDrawn="1"/>
        </p:nvSpPr>
        <p:spPr>
          <a:xfrm>
            <a:off x="10056938" y="300703"/>
            <a:ext cx="1619125" cy="618155"/>
          </a:xfrm>
          <a:custGeom>
            <a:avLst/>
            <a:gdLst>
              <a:gd name="connsiteX0" fmla="*/ 0 w 1456912"/>
              <a:gd name="connsiteY0" fmla="*/ 51854 h 556225"/>
              <a:gd name="connsiteX1" fmla="*/ 28188 w 1456912"/>
              <a:gd name="connsiteY1" fmla="*/ 23666 h 556225"/>
              <a:gd name="connsiteX2" fmla="*/ 28188 w 1456912"/>
              <a:gd name="connsiteY2" fmla="*/ 535557 h 556225"/>
              <a:gd name="connsiteX3" fmla="*/ 0 w 1456912"/>
              <a:gd name="connsiteY3" fmla="*/ 535557 h 556225"/>
              <a:gd name="connsiteX4" fmla="*/ 0 w 1456912"/>
              <a:gd name="connsiteY4" fmla="*/ 51854 h 556225"/>
              <a:gd name="connsiteX5" fmla="*/ 84564 w 1456912"/>
              <a:gd name="connsiteY5" fmla="*/ 28188 h 556225"/>
              <a:gd name="connsiteX6" fmla="*/ 422811 w 1456912"/>
              <a:gd name="connsiteY6" fmla="*/ 28188 h 556225"/>
              <a:gd name="connsiteX7" fmla="*/ 422811 w 1456912"/>
              <a:gd name="connsiteY7" fmla="*/ 0 h 556225"/>
              <a:gd name="connsiteX8" fmla="*/ 56376 w 1456912"/>
              <a:gd name="connsiteY8" fmla="*/ 0 h 556225"/>
              <a:gd name="connsiteX9" fmla="*/ 56376 w 1456912"/>
              <a:gd name="connsiteY9" fmla="*/ 338244 h 556225"/>
              <a:gd name="connsiteX10" fmla="*/ 367711 w 1456912"/>
              <a:gd name="connsiteY10" fmla="*/ 338244 h 556225"/>
              <a:gd name="connsiteX11" fmla="*/ 367711 w 1456912"/>
              <a:gd name="connsiteY11" fmla="*/ 310062 h 556225"/>
              <a:gd name="connsiteX12" fmla="*/ 84564 w 1456912"/>
              <a:gd name="connsiteY12" fmla="*/ 310062 h 556225"/>
              <a:gd name="connsiteX13" fmla="*/ 84564 w 1456912"/>
              <a:gd name="connsiteY13" fmla="*/ 28188 h 556225"/>
              <a:gd name="connsiteX14" fmla="*/ 410152 w 1456912"/>
              <a:gd name="connsiteY14" fmla="*/ 253686 h 556225"/>
              <a:gd name="connsiteX15" fmla="*/ 140937 w 1456912"/>
              <a:gd name="connsiteY15" fmla="*/ 253686 h 556225"/>
              <a:gd name="connsiteX16" fmla="*/ 140937 w 1456912"/>
              <a:gd name="connsiteY16" fmla="*/ 140940 h 556225"/>
              <a:gd name="connsiteX17" fmla="*/ 371171 w 1456912"/>
              <a:gd name="connsiteY17" fmla="*/ 140940 h 556225"/>
              <a:gd name="connsiteX18" fmla="*/ 399359 w 1456912"/>
              <a:gd name="connsiteY18" fmla="*/ 112752 h 556225"/>
              <a:gd name="connsiteX19" fmla="*/ 140937 w 1456912"/>
              <a:gd name="connsiteY19" fmla="*/ 112752 h 556225"/>
              <a:gd name="connsiteX20" fmla="*/ 140937 w 1456912"/>
              <a:gd name="connsiteY20" fmla="*/ 84564 h 556225"/>
              <a:gd name="connsiteX21" fmla="*/ 422811 w 1456912"/>
              <a:gd name="connsiteY21" fmla="*/ 84564 h 556225"/>
              <a:gd name="connsiteX22" fmla="*/ 422811 w 1456912"/>
              <a:gd name="connsiteY22" fmla="*/ 56376 h 556225"/>
              <a:gd name="connsiteX23" fmla="*/ 112749 w 1456912"/>
              <a:gd name="connsiteY23" fmla="*/ 56376 h 556225"/>
              <a:gd name="connsiteX24" fmla="*/ 112749 w 1456912"/>
              <a:gd name="connsiteY24" fmla="*/ 281874 h 556225"/>
              <a:gd name="connsiteX25" fmla="*/ 382334 w 1456912"/>
              <a:gd name="connsiteY25" fmla="*/ 281874 h 556225"/>
              <a:gd name="connsiteX26" fmla="*/ 410152 w 1456912"/>
              <a:gd name="connsiteY26" fmla="*/ 253686 h 556225"/>
              <a:gd name="connsiteX27" fmla="*/ 56376 w 1456912"/>
              <a:gd name="connsiteY27" fmla="*/ 535557 h 556225"/>
              <a:gd name="connsiteX28" fmla="*/ 84564 w 1456912"/>
              <a:gd name="connsiteY28" fmla="*/ 535557 h 556225"/>
              <a:gd name="connsiteX29" fmla="*/ 84564 w 1456912"/>
              <a:gd name="connsiteY29" fmla="*/ 394620 h 556225"/>
              <a:gd name="connsiteX30" fmla="*/ 112752 w 1456912"/>
              <a:gd name="connsiteY30" fmla="*/ 394620 h 556225"/>
              <a:gd name="connsiteX31" fmla="*/ 112752 w 1456912"/>
              <a:gd name="connsiteY31" fmla="*/ 511890 h 556225"/>
              <a:gd name="connsiteX32" fmla="*/ 140940 w 1456912"/>
              <a:gd name="connsiteY32" fmla="*/ 483705 h 556225"/>
              <a:gd name="connsiteX33" fmla="*/ 140940 w 1456912"/>
              <a:gd name="connsiteY33" fmla="*/ 394620 h 556225"/>
              <a:gd name="connsiteX34" fmla="*/ 367714 w 1456912"/>
              <a:gd name="connsiteY34" fmla="*/ 394620 h 556225"/>
              <a:gd name="connsiteX35" fmla="*/ 367714 w 1456912"/>
              <a:gd name="connsiteY35" fmla="*/ 366435 h 556225"/>
              <a:gd name="connsiteX36" fmla="*/ 56376 w 1456912"/>
              <a:gd name="connsiteY36" fmla="*/ 366435 h 556225"/>
              <a:gd name="connsiteX37" fmla="*/ 56376 w 1456912"/>
              <a:gd name="connsiteY37" fmla="*/ 535557 h 556225"/>
              <a:gd name="connsiteX38" fmla="*/ 1428724 w 1456912"/>
              <a:gd name="connsiteY38" fmla="*/ 0 h 556225"/>
              <a:gd name="connsiteX39" fmla="*/ 1428724 w 1456912"/>
              <a:gd name="connsiteY39" fmla="*/ 324156 h 556225"/>
              <a:gd name="connsiteX40" fmla="*/ 1316539 w 1456912"/>
              <a:gd name="connsiteY40" fmla="*/ 514089 h 556225"/>
              <a:gd name="connsiteX41" fmla="*/ 1315903 w 1456912"/>
              <a:gd name="connsiteY41" fmla="*/ 513258 h 556225"/>
              <a:gd name="connsiteX42" fmla="*/ 1400536 w 1456912"/>
              <a:gd name="connsiteY42" fmla="*/ 351869 h 556225"/>
              <a:gd name="connsiteX43" fmla="*/ 1400536 w 1456912"/>
              <a:gd name="connsiteY43" fmla="*/ 3 h 556225"/>
              <a:gd name="connsiteX44" fmla="*/ 1372348 w 1456912"/>
              <a:gd name="connsiteY44" fmla="*/ 3 h 556225"/>
              <a:gd name="connsiteX45" fmla="*/ 1372348 w 1456912"/>
              <a:gd name="connsiteY45" fmla="*/ 351400 h 556225"/>
              <a:gd name="connsiteX46" fmla="*/ 1189132 w 1456912"/>
              <a:gd name="connsiteY46" fmla="*/ 528510 h 556225"/>
              <a:gd name="connsiteX47" fmla="*/ 1005916 w 1456912"/>
              <a:gd name="connsiteY47" fmla="*/ 351400 h 556225"/>
              <a:gd name="connsiteX48" fmla="*/ 1005916 w 1456912"/>
              <a:gd name="connsiteY48" fmla="*/ 23666 h 556225"/>
              <a:gd name="connsiteX49" fmla="*/ 977728 w 1456912"/>
              <a:gd name="connsiteY49" fmla="*/ 51854 h 556225"/>
              <a:gd name="connsiteX50" fmla="*/ 977728 w 1456912"/>
              <a:gd name="connsiteY50" fmla="*/ 351869 h 556225"/>
              <a:gd name="connsiteX51" fmla="*/ 1189132 w 1456912"/>
              <a:gd name="connsiteY51" fmla="*/ 556226 h 556225"/>
              <a:gd name="connsiteX52" fmla="*/ 1217320 w 1456912"/>
              <a:gd name="connsiteY52" fmla="*/ 556226 h 556225"/>
              <a:gd name="connsiteX53" fmla="*/ 1456912 w 1456912"/>
              <a:gd name="connsiteY53" fmla="*/ 324566 h 556225"/>
              <a:gd name="connsiteX54" fmla="*/ 1456912 w 1456912"/>
              <a:gd name="connsiteY54" fmla="*/ 0 h 556225"/>
              <a:gd name="connsiteX55" fmla="*/ 1428724 w 1456912"/>
              <a:gd name="connsiteY55" fmla="*/ 0 h 556225"/>
              <a:gd name="connsiteX56" fmla="*/ 1189132 w 1456912"/>
              <a:gd name="connsiteY56" fmla="*/ 500322 h 556225"/>
              <a:gd name="connsiteX57" fmla="*/ 1344160 w 1456912"/>
              <a:gd name="connsiteY57" fmla="*/ 351400 h 556225"/>
              <a:gd name="connsiteX58" fmla="*/ 1344160 w 1456912"/>
              <a:gd name="connsiteY58" fmla="*/ 351400 h 556225"/>
              <a:gd name="connsiteX59" fmla="*/ 1344160 w 1456912"/>
              <a:gd name="connsiteY59" fmla="*/ 23666 h 556225"/>
              <a:gd name="connsiteX60" fmla="*/ 1315972 w 1456912"/>
              <a:gd name="connsiteY60" fmla="*/ 51854 h 556225"/>
              <a:gd name="connsiteX61" fmla="*/ 1315972 w 1456912"/>
              <a:gd name="connsiteY61" fmla="*/ 324153 h 556225"/>
              <a:gd name="connsiteX62" fmla="*/ 1217317 w 1456912"/>
              <a:gd name="connsiteY62" fmla="*/ 415761 h 556225"/>
              <a:gd name="connsiteX63" fmla="*/ 1118662 w 1456912"/>
              <a:gd name="connsiteY63" fmla="*/ 324153 h 556225"/>
              <a:gd name="connsiteX64" fmla="*/ 1118662 w 1456912"/>
              <a:gd name="connsiteY64" fmla="*/ 3 h 556225"/>
              <a:gd name="connsiteX65" fmla="*/ 1090474 w 1456912"/>
              <a:gd name="connsiteY65" fmla="*/ 3 h 556225"/>
              <a:gd name="connsiteX66" fmla="*/ 1090474 w 1456912"/>
              <a:gd name="connsiteY66" fmla="*/ 324156 h 556225"/>
              <a:gd name="connsiteX67" fmla="*/ 1217317 w 1456912"/>
              <a:gd name="connsiteY67" fmla="*/ 443951 h 556225"/>
              <a:gd name="connsiteX68" fmla="*/ 1304349 w 1456912"/>
              <a:gd name="connsiteY68" fmla="*/ 404889 h 556225"/>
              <a:gd name="connsiteX69" fmla="*/ 1304982 w 1456912"/>
              <a:gd name="connsiteY69" fmla="*/ 405720 h 556225"/>
              <a:gd name="connsiteX70" fmla="*/ 1189129 w 1456912"/>
              <a:gd name="connsiteY70" fmla="*/ 472139 h 556225"/>
              <a:gd name="connsiteX71" fmla="*/ 1062303 w 1456912"/>
              <a:gd name="connsiteY71" fmla="*/ 352344 h 556225"/>
              <a:gd name="connsiteX72" fmla="*/ 1062286 w 1456912"/>
              <a:gd name="connsiteY72" fmla="*/ 352344 h 556225"/>
              <a:gd name="connsiteX73" fmla="*/ 1062286 w 1456912"/>
              <a:gd name="connsiteY73" fmla="*/ 3 h 556225"/>
              <a:gd name="connsiteX74" fmla="*/ 1034098 w 1456912"/>
              <a:gd name="connsiteY74" fmla="*/ 3 h 556225"/>
              <a:gd name="connsiteX75" fmla="*/ 1034098 w 1456912"/>
              <a:gd name="connsiteY75" fmla="*/ 352341 h 556225"/>
              <a:gd name="connsiteX76" fmla="*/ 1034113 w 1456912"/>
              <a:gd name="connsiteY76" fmla="*/ 352341 h 556225"/>
              <a:gd name="connsiteX77" fmla="*/ 1189132 w 1456912"/>
              <a:gd name="connsiteY77" fmla="*/ 500322 h 556225"/>
              <a:gd name="connsiteX78" fmla="*/ 562774 w 1456912"/>
              <a:gd name="connsiteY78" fmla="*/ 366435 h 556225"/>
              <a:gd name="connsiteX79" fmla="*/ 491494 w 1456912"/>
              <a:gd name="connsiteY79" fmla="*/ 535557 h 556225"/>
              <a:gd name="connsiteX80" fmla="*/ 519684 w 1456912"/>
              <a:gd name="connsiteY80" fmla="*/ 535554 h 556225"/>
              <a:gd name="connsiteX81" fmla="*/ 519682 w 1456912"/>
              <a:gd name="connsiteY81" fmla="*/ 535557 h 556225"/>
              <a:gd name="connsiteX82" fmla="*/ 519684 w 1456912"/>
              <a:gd name="connsiteY82" fmla="*/ 535557 h 556225"/>
              <a:gd name="connsiteX83" fmla="*/ 555322 w 1456912"/>
              <a:gd name="connsiteY83" fmla="*/ 450996 h 556225"/>
              <a:gd name="connsiteX84" fmla="*/ 794138 w 1456912"/>
              <a:gd name="connsiteY84" fmla="*/ 450996 h 556225"/>
              <a:gd name="connsiteX85" fmla="*/ 829744 w 1456912"/>
              <a:gd name="connsiteY85" fmla="*/ 535557 h 556225"/>
              <a:gd name="connsiteX86" fmla="*/ 857932 w 1456912"/>
              <a:gd name="connsiteY86" fmla="*/ 535557 h 556225"/>
              <a:gd name="connsiteX87" fmla="*/ 810457 w 1456912"/>
              <a:gd name="connsiteY87" fmla="*/ 422808 h 556225"/>
              <a:gd name="connsiteX88" fmla="*/ 567200 w 1456912"/>
              <a:gd name="connsiteY88" fmla="*/ 422808 h 556225"/>
              <a:gd name="connsiteX89" fmla="*/ 579078 w 1456912"/>
              <a:gd name="connsiteY89" fmla="*/ 394620 h 556225"/>
              <a:gd name="connsiteX90" fmla="*/ 826776 w 1456912"/>
              <a:gd name="connsiteY90" fmla="*/ 394620 h 556225"/>
              <a:gd name="connsiteX91" fmla="*/ 886120 w 1456912"/>
              <a:gd name="connsiteY91" fmla="*/ 535557 h 556225"/>
              <a:gd name="connsiteX92" fmla="*/ 914308 w 1456912"/>
              <a:gd name="connsiteY92" fmla="*/ 535557 h 556225"/>
              <a:gd name="connsiteX93" fmla="*/ 843097 w 1456912"/>
              <a:gd name="connsiteY93" fmla="*/ 366435 h 556225"/>
              <a:gd name="connsiteX94" fmla="*/ 562774 w 1456912"/>
              <a:gd name="connsiteY94" fmla="*/ 366435 h 556225"/>
              <a:gd name="connsiteX95" fmla="*/ 604248 w 1456912"/>
              <a:gd name="connsiteY95" fmla="*/ 0 h 556225"/>
              <a:gd name="connsiteX96" fmla="*/ 397091 w 1456912"/>
              <a:gd name="connsiteY96" fmla="*/ 491374 h 556225"/>
              <a:gd name="connsiteX97" fmla="*/ 415032 w 1456912"/>
              <a:gd name="connsiteY97" fmla="*/ 515732 h 556225"/>
              <a:gd name="connsiteX98" fmla="*/ 632437 w 1456912"/>
              <a:gd name="connsiteY98" fmla="*/ 0 h 556225"/>
              <a:gd name="connsiteX99" fmla="*/ 604248 w 1456912"/>
              <a:gd name="connsiteY99" fmla="*/ 0 h 556225"/>
              <a:gd name="connsiteX100" fmla="*/ 716998 w 1456912"/>
              <a:gd name="connsiteY100" fmla="*/ 3 h 556225"/>
              <a:gd name="connsiteX101" fmla="*/ 934130 w 1456912"/>
              <a:gd name="connsiteY101" fmla="*/ 515735 h 556225"/>
              <a:gd name="connsiteX102" fmla="*/ 952028 w 1456912"/>
              <a:gd name="connsiteY102" fmla="*/ 491377 h 556225"/>
              <a:gd name="connsiteX103" fmla="*/ 745186 w 1456912"/>
              <a:gd name="connsiteY103" fmla="*/ 3 h 556225"/>
              <a:gd name="connsiteX104" fmla="*/ 716998 w 1456912"/>
              <a:gd name="connsiteY104" fmla="*/ 3 h 556225"/>
              <a:gd name="connsiteX105" fmla="*/ 546409 w 1456912"/>
              <a:gd name="connsiteY105" fmla="*/ 338247 h 556225"/>
              <a:gd name="connsiteX106" fmla="*/ 463042 w 1456912"/>
              <a:gd name="connsiteY106" fmla="*/ 535557 h 556225"/>
              <a:gd name="connsiteX107" fmla="*/ 434854 w 1456912"/>
              <a:gd name="connsiteY107" fmla="*/ 535557 h 556225"/>
              <a:gd name="connsiteX108" fmla="*/ 646528 w 1456912"/>
              <a:gd name="connsiteY108" fmla="*/ 33467 h 556225"/>
              <a:gd name="connsiteX109" fmla="*/ 762988 w 1456912"/>
              <a:gd name="connsiteY109" fmla="*/ 310059 h 556225"/>
              <a:gd name="connsiteX110" fmla="*/ 791176 w 1456912"/>
              <a:gd name="connsiteY110" fmla="*/ 310059 h 556225"/>
              <a:gd name="connsiteX111" fmla="*/ 660624 w 1456912"/>
              <a:gd name="connsiteY111" fmla="*/ 3 h 556225"/>
              <a:gd name="connsiteX112" fmla="*/ 688812 w 1456912"/>
              <a:gd name="connsiteY112" fmla="*/ 3 h 556225"/>
              <a:gd name="connsiteX113" fmla="*/ 831231 w 1456912"/>
              <a:gd name="connsiteY113" fmla="*/ 338247 h 556225"/>
              <a:gd name="connsiteX114" fmla="*/ 546409 w 1456912"/>
              <a:gd name="connsiteY114" fmla="*/ 338247 h 556225"/>
              <a:gd name="connsiteX115" fmla="*/ 674788 w 1456912"/>
              <a:gd name="connsiteY115" fmla="*/ 167531 h 556225"/>
              <a:gd name="connsiteX116" fmla="*/ 614721 w 1456912"/>
              <a:gd name="connsiteY116" fmla="*/ 310062 h 556225"/>
              <a:gd name="connsiteX117" fmla="*/ 734800 w 1456912"/>
              <a:gd name="connsiteY117" fmla="*/ 310062 h 556225"/>
              <a:gd name="connsiteX118" fmla="*/ 674788 w 1456912"/>
              <a:gd name="connsiteY118" fmla="*/ 167531 h 556225"/>
              <a:gd name="connsiteX119" fmla="*/ 558275 w 1456912"/>
              <a:gd name="connsiteY119" fmla="*/ 310062 h 556225"/>
              <a:gd name="connsiteX120" fmla="*/ 586535 w 1456912"/>
              <a:gd name="connsiteY120" fmla="*/ 310062 h 556225"/>
              <a:gd name="connsiteX121" fmla="*/ 660703 w 1456912"/>
              <a:gd name="connsiteY121" fmla="*/ 134072 h 556225"/>
              <a:gd name="connsiteX122" fmla="*/ 646588 w 1456912"/>
              <a:gd name="connsiteY122" fmla="*/ 100553 h 556225"/>
              <a:gd name="connsiteX123" fmla="*/ 558275 w 1456912"/>
              <a:gd name="connsiteY123" fmla="*/ 310062 h 55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1456912" h="556225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rgbClr val="04316A"/>
          </a:solidFill>
          <a:ln w="289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0C3B9D07-F821-46AB-95B1-D19222D00FD7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22380010-0050-441D-BA9C-97B58351587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feld 62">
              <a:extLst>
                <a:ext uri="{FF2B5EF4-FFF2-40B4-BE49-F238E27FC236}">
                  <a16:creationId xmlns:a16="http://schemas.microsoft.com/office/drawing/2014/main" id="{C13F555F-C26E-4B21-A77C-6CA7380155F8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705760C0-8935-4141-9AEE-BB96816B3799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6" name="Gerader Verbinder 65">
              <a:extLst>
                <a:ext uri="{FF2B5EF4-FFF2-40B4-BE49-F238E27FC236}">
                  <a16:creationId xmlns:a16="http://schemas.microsoft.com/office/drawing/2014/main" id="{EBE9DAC0-7790-4611-B602-40B3CD18C73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Textfeld 66">
              <a:extLst>
                <a:ext uri="{FF2B5EF4-FFF2-40B4-BE49-F238E27FC236}">
                  <a16:creationId xmlns:a16="http://schemas.microsoft.com/office/drawing/2014/main" id="{1FBE1EE4-3D10-40E7-9F1E-627A51E59C6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B25E0919-4E1B-4A97-A1C2-6AE7D2A59920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9" name="Gerader Verbinder 68">
              <a:extLst>
                <a:ext uri="{FF2B5EF4-FFF2-40B4-BE49-F238E27FC236}">
                  <a16:creationId xmlns:a16="http://schemas.microsoft.com/office/drawing/2014/main" id="{849FBB7D-3378-4F36-B80B-3E0BDCA8343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feld 69">
              <a:extLst>
                <a:ext uri="{FF2B5EF4-FFF2-40B4-BE49-F238E27FC236}">
                  <a16:creationId xmlns:a16="http://schemas.microsoft.com/office/drawing/2014/main" id="{6141066E-6566-420D-B6EB-886DF25CCD1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87A742EA-EC3D-47DE-9C2D-533639983C8D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846719FD-F8B1-447D-8561-7A1E238E8A5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2ABDBC31-5895-4E49-887D-433A43B32DB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74" name="Gruppieren 73">
            <a:extLst>
              <a:ext uri="{FF2B5EF4-FFF2-40B4-BE49-F238E27FC236}">
                <a16:creationId xmlns:a16="http://schemas.microsoft.com/office/drawing/2014/main" id="{AEF4BF1C-C847-48A1-A7BF-3BEE82EF1C59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5" name="Gerader Verbinder 74">
              <a:extLst>
                <a:ext uri="{FF2B5EF4-FFF2-40B4-BE49-F238E27FC236}">
                  <a16:creationId xmlns:a16="http://schemas.microsoft.com/office/drawing/2014/main" id="{1CF60061-B6B2-4FE6-9482-278DFD418BD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73D29742-39CB-41E5-B346-BADC9743E285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7" name="Gruppieren 76">
            <a:extLst>
              <a:ext uri="{FF2B5EF4-FFF2-40B4-BE49-F238E27FC236}">
                <a16:creationId xmlns:a16="http://schemas.microsoft.com/office/drawing/2014/main" id="{D55A5473-7182-4B24-8843-51E2ADF3D492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204A095A-3A24-4259-92A8-4500898AC05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82971EAD-9159-4D12-8726-4FBE6AFA23F0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80" name="Gruppieren 79">
            <a:extLst>
              <a:ext uri="{FF2B5EF4-FFF2-40B4-BE49-F238E27FC236}">
                <a16:creationId xmlns:a16="http://schemas.microsoft.com/office/drawing/2014/main" id="{D1FF9524-93DA-476B-89EA-9E475617F2D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81" name="Gerader Verbinder 80">
              <a:extLst>
                <a:ext uri="{FF2B5EF4-FFF2-40B4-BE49-F238E27FC236}">
                  <a16:creationId xmlns:a16="http://schemas.microsoft.com/office/drawing/2014/main" id="{8DFFD401-DC7D-4F6D-82BF-DC6E357E59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Textfeld 81">
              <a:extLst>
                <a:ext uri="{FF2B5EF4-FFF2-40B4-BE49-F238E27FC236}">
                  <a16:creationId xmlns:a16="http://schemas.microsoft.com/office/drawing/2014/main" id="{36A6CE9C-ECB8-42E6-B61D-3A0F3C4D7A5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20076CAA-CFEC-4359-9762-07ED0661EE26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91EF761B-D6BF-475C-8903-456E1F0576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feld 84">
              <a:extLst>
                <a:ext uri="{FF2B5EF4-FFF2-40B4-BE49-F238E27FC236}">
                  <a16:creationId xmlns:a16="http://schemas.microsoft.com/office/drawing/2014/main" id="{413A99B1-6C23-41A6-A82B-0EC01B779471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16CE4EF7-E819-4747-A9E4-8C86F991481E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7" name="Gerader Verbinder 86">
              <a:extLst>
                <a:ext uri="{FF2B5EF4-FFF2-40B4-BE49-F238E27FC236}">
                  <a16:creationId xmlns:a16="http://schemas.microsoft.com/office/drawing/2014/main" id="{3B78DE36-86EF-463F-A7E5-0CD3043C9F4D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Textfeld 87">
              <a:extLst>
                <a:ext uri="{FF2B5EF4-FFF2-40B4-BE49-F238E27FC236}">
                  <a16:creationId xmlns:a16="http://schemas.microsoft.com/office/drawing/2014/main" id="{EAD15804-28A7-4690-889A-7D8A91A7D478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9" name="Gerader Verbinder 88">
            <a:extLst>
              <a:ext uri="{FF2B5EF4-FFF2-40B4-BE49-F238E27FC236}">
                <a16:creationId xmlns:a16="http://schemas.microsoft.com/office/drawing/2014/main" id="{9023C4F7-97EF-4D2F-9223-1AFEE89D9C6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D5072DFD-BA29-43BB-A0B1-01F593A0242E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91" name="Gerader Verbinder 90">
              <a:extLst>
                <a:ext uri="{FF2B5EF4-FFF2-40B4-BE49-F238E27FC236}">
                  <a16:creationId xmlns:a16="http://schemas.microsoft.com/office/drawing/2014/main" id="{A9C77A6D-E177-4B69-A5A1-6B77E4229F3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feld 91">
              <a:extLst>
                <a:ext uri="{FF2B5EF4-FFF2-40B4-BE49-F238E27FC236}">
                  <a16:creationId xmlns:a16="http://schemas.microsoft.com/office/drawing/2014/main" id="{701274C6-5A42-4082-BC4B-8532BFB4CC40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93" name="Grafik 3">
            <a:extLst>
              <a:ext uri="{FF2B5EF4-FFF2-40B4-BE49-F238E27FC236}">
                <a16:creationId xmlns:a16="http://schemas.microsoft.com/office/drawing/2014/main" id="{7E4B01F7-E6A0-411E-9B52-963FFE045C73}"/>
              </a:ext>
            </a:extLst>
          </p:cNvPr>
          <p:cNvGrpSpPr/>
          <p:nvPr userDrawn="1"/>
        </p:nvGrpSpPr>
        <p:grpSpPr>
          <a:xfrm>
            <a:off x="520163" y="293688"/>
            <a:ext cx="2592820" cy="556499"/>
            <a:chOff x="1648912" y="-143138"/>
            <a:chExt cx="2305525" cy="494837"/>
          </a:xfrm>
          <a:solidFill>
            <a:srgbClr val="04316A"/>
          </a:solidFill>
        </p:grpSpPr>
        <p:sp>
          <p:nvSpPr>
            <p:cNvPr id="94" name="Freihandform: Form 93">
              <a:extLst>
                <a:ext uri="{FF2B5EF4-FFF2-40B4-BE49-F238E27FC236}">
                  <a16:creationId xmlns:a16="http://schemas.microsoft.com/office/drawing/2014/main" id="{A565D70E-48E9-4A7C-92E8-0E0D01C46C00}"/>
                </a:ext>
              </a:extLst>
            </p:cNvPr>
            <p:cNvSpPr/>
            <p:nvPr/>
          </p:nvSpPr>
          <p:spPr>
            <a:xfrm>
              <a:off x="1648912" y="-137135"/>
              <a:ext cx="69751" cy="110916"/>
            </a:xfrm>
            <a:custGeom>
              <a:avLst/>
              <a:gdLst>
                <a:gd name="connsiteX0" fmla="*/ 69752 w 69751"/>
                <a:gd name="connsiteY0" fmla="*/ 18296 h 110916"/>
                <a:gd name="connsiteX1" fmla="*/ 19725 w 69751"/>
                <a:gd name="connsiteY1" fmla="*/ 18296 h 110916"/>
                <a:gd name="connsiteX2" fmla="*/ 19725 w 69751"/>
                <a:gd name="connsiteY2" fmla="*/ 45739 h 110916"/>
                <a:gd name="connsiteX3" fmla="*/ 56888 w 69751"/>
                <a:gd name="connsiteY3" fmla="*/ 45739 h 110916"/>
                <a:gd name="connsiteX4" fmla="*/ 56888 w 69751"/>
                <a:gd name="connsiteY4" fmla="*/ 63749 h 110916"/>
                <a:gd name="connsiteX5" fmla="*/ 19725 w 69751"/>
                <a:gd name="connsiteY5" fmla="*/ 63749 h 110916"/>
                <a:gd name="connsiteX6" fmla="*/ 19725 w 69751"/>
                <a:gd name="connsiteY6" fmla="*/ 110917 h 110916"/>
                <a:gd name="connsiteX7" fmla="*/ 0 w 69751"/>
                <a:gd name="connsiteY7" fmla="*/ 110917 h 110916"/>
                <a:gd name="connsiteX8" fmla="*/ 0 w 69751"/>
                <a:gd name="connsiteY8" fmla="*/ 0 h 110916"/>
                <a:gd name="connsiteX9" fmla="*/ 69466 w 69751"/>
                <a:gd name="connsiteY9" fmla="*/ 0 h 110916"/>
                <a:gd name="connsiteX10" fmla="*/ 69466 w 69751"/>
                <a:gd name="connsiteY10" fmla="*/ 18296 h 110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751" h="110916">
                  <a:moveTo>
                    <a:pt x="69752" y="18296"/>
                  </a:moveTo>
                  <a:lnTo>
                    <a:pt x="19725" y="18296"/>
                  </a:lnTo>
                  <a:lnTo>
                    <a:pt x="19725" y="45739"/>
                  </a:lnTo>
                  <a:lnTo>
                    <a:pt x="56888" y="45739"/>
                  </a:lnTo>
                  <a:lnTo>
                    <a:pt x="56888" y="63749"/>
                  </a:lnTo>
                  <a:lnTo>
                    <a:pt x="19725" y="63749"/>
                  </a:lnTo>
                  <a:lnTo>
                    <a:pt x="19725" y="110917"/>
                  </a:lnTo>
                  <a:lnTo>
                    <a:pt x="0" y="110917"/>
                  </a:lnTo>
                  <a:lnTo>
                    <a:pt x="0" y="0"/>
                  </a:lnTo>
                  <a:lnTo>
                    <a:pt x="69466" y="0"/>
                  </a:lnTo>
                  <a:lnTo>
                    <a:pt x="69466" y="18296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5" name="Freihandform: Form 94">
              <a:extLst>
                <a:ext uri="{FF2B5EF4-FFF2-40B4-BE49-F238E27FC236}">
                  <a16:creationId xmlns:a16="http://schemas.microsoft.com/office/drawing/2014/main" id="{DE755454-569D-4A24-B052-250BF7AF1B02}"/>
                </a:ext>
              </a:extLst>
            </p:cNvPr>
            <p:cNvSpPr/>
            <p:nvPr/>
          </p:nvSpPr>
          <p:spPr>
            <a:xfrm>
              <a:off x="1729527" y="-108335"/>
              <a:ext cx="48025" cy="81831"/>
            </a:xfrm>
            <a:custGeom>
              <a:avLst/>
              <a:gdLst>
                <a:gd name="connsiteX0" fmla="*/ 48026 w 48025"/>
                <a:gd name="connsiteY0" fmla="*/ 1502 h 81831"/>
                <a:gd name="connsiteX1" fmla="*/ 45167 w 48025"/>
                <a:gd name="connsiteY1" fmla="*/ 20655 h 81831"/>
                <a:gd name="connsiteX2" fmla="*/ 34876 w 48025"/>
                <a:gd name="connsiteY2" fmla="*/ 18083 h 81831"/>
                <a:gd name="connsiteX3" fmla="*/ 18581 w 48025"/>
                <a:gd name="connsiteY3" fmla="*/ 40666 h 81831"/>
                <a:gd name="connsiteX4" fmla="*/ 18581 w 48025"/>
                <a:gd name="connsiteY4" fmla="*/ 81831 h 81831"/>
                <a:gd name="connsiteX5" fmla="*/ 0 w 48025"/>
                <a:gd name="connsiteY5" fmla="*/ 81831 h 81831"/>
                <a:gd name="connsiteX6" fmla="*/ 0 w 48025"/>
                <a:gd name="connsiteY6" fmla="*/ 1788 h 81831"/>
                <a:gd name="connsiteX7" fmla="*/ 18296 w 48025"/>
                <a:gd name="connsiteY7" fmla="*/ 1788 h 81831"/>
                <a:gd name="connsiteX8" fmla="*/ 18296 w 48025"/>
                <a:gd name="connsiteY8" fmla="*/ 12079 h 81831"/>
                <a:gd name="connsiteX9" fmla="*/ 18581 w 48025"/>
                <a:gd name="connsiteY9" fmla="*/ 12079 h 81831"/>
                <a:gd name="connsiteX10" fmla="*/ 39450 w 48025"/>
                <a:gd name="connsiteY10" fmla="*/ 73 h 81831"/>
                <a:gd name="connsiteX11" fmla="*/ 48026 w 48025"/>
                <a:gd name="connsiteY11" fmla="*/ 1502 h 81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025" h="81831">
                  <a:moveTo>
                    <a:pt x="48026" y="1502"/>
                  </a:moveTo>
                  <a:lnTo>
                    <a:pt x="45167" y="20655"/>
                  </a:lnTo>
                  <a:cubicBezTo>
                    <a:pt x="42308" y="19226"/>
                    <a:pt x="38878" y="18083"/>
                    <a:pt x="34876" y="18083"/>
                  </a:cubicBezTo>
                  <a:cubicBezTo>
                    <a:pt x="22012" y="18083"/>
                    <a:pt x="18581" y="28374"/>
                    <a:pt x="18581" y="40666"/>
                  </a:cubicBezTo>
                  <a:lnTo>
                    <a:pt x="18581" y="81831"/>
                  </a:lnTo>
                  <a:lnTo>
                    <a:pt x="0" y="81831"/>
                  </a:lnTo>
                  <a:lnTo>
                    <a:pt x="0" y="1788"/>
                  </a:lnTo>
                  <a:lnTo>
                    <a:pt x="18296" y="1788"/>
                  </a:lnTo>
                  <a:lnTo>
                    <a:pt x="18296" y="12079"/>
                  </a:lnTo>
                  <a:lnTo>
                    <a:pt x="18581" y="12079"/>
                  </a:lnTo>
                  <a:cubicBezTo>
                    <a:pt x="22869" y="4647"/>
                    <a:pt x="30302" y="73"/>
                    <a:pt x="39450" y="73"/>
                  </a:cubicBezTo>
                  <a:cubicBezTo>
                    <a:pt x="42023" y="-213"/>
                    <a:pt x="45167" y="359"/>
                    <a:pt x="48026" y="150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6" name="Freihandform: Form 95">
              <a:extLst>
                <a:ext uri="{FF2B5EF4-FFF2-40B4-BE49-F238E27FC236}">
                  <a16:creationId xmlns:a16="http://schemas.microsoft.com/office/drawing/2014/main" id="{A9B7A488-9DF4-4A39-B41E-7BF709A81808}"/>
                </a:ext>
              </a:extLst>
            </p:cNvPr>
            <p:cNvSpPr/>
            <p:nvPr/>
          </p:nvSpPr>
          <p:spPr>
            <a:xfrm>
              <a:off x="1790989" y="-141994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296"/>
                    <a:pt x="0" y="11435"/>
                  </a:cubicBezTo>
                  <a:cubicBezTo>
                    <a:pt x="0" y="4860"/>
                    <a:pt x="5431" y="0"/>
                    <a:pt x="11721" y="0"/>
                  </a:cubicBezTo>
                  <a:cubicBezTo>
                    <a:pt x="18296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7" name="Freihandform: Form 96">
              <a:extLst>
                <a:ext uri="{FF2B5EF4-FFF2-40B4-BE49-F238E27FC236}">
                  <a16:creationId xmlns:a16="http://schemas.microsoft.com/office/drawing/2014/main" id="{B3F6AB0F-8CCD-4767-A574-43CCC1786747}"/>
                </a:ext>
              </a:extLst>
            </p:cNvPr>
            <p:cNvSpPr/>
            <p:nvPr/>
          </p:nvSpPr>
          <p:spPr>
            <a:xfrm>
              <a:off x="1831868" y="-108262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0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581 w 72896"/>
                <a:gd name="connsiteY10" fmla="*/ 34590 h 83759"/>
                <a:gd name="connsiteX11" fmla="*/ 54887 w 72896"/>
                <a:gd name="connsiteY11" fmla="*/ 34590 h 83759"/>
                <a:gd name="connsiteX12" fmla="*/ 37163 w 72896"/>
                <a:gd name="connsiteY12" fmla="*/ 15151 h 83759"/>
                <a:gd name="connsiteX13" fmla="*/ 18581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0" y="46025"/>
                    <a:pt x="72610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1742" y="83759"/>
                    <a:pt x="39736" y="83759"/>
                  </a:cubicBezTo>
                  <a:close/>
                  <a:moveTo>
                    <a:pt x="18581" y="34590"/>
                  </a:moveTo>
                  <a:lnTo>
                    <a:pt x="54887" y="34590"/>
                  </a:lnTo>
                  <a:cubicBezTo>
                    <a:pt x="54029" y="22298"/>
                    <a:pt x="47740" y="15151"/>
                    <a:pt x="37163" y="15151"/>
                  </a:cubicBezTo>
                  <a:cubicBezTo>
                    <a:pt x="26872" y="15151"/>
                    <a:pt x="20297" y="22298"/>
                    <a:pt x="18581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8" name="Freihandform: Form 97">
              <a:extLst>
                <a:ext uri="{FF2B5EF4-FFF2-40B4-BE49-F238E27FC236}">
                  <a16:creationId xmlns:a16="http://schemas.microsoft.com/office/drawing/2014/main" id="{F0305C3D-2CBC-4736-8D8A-2BFEB5B6B41B}"/>
                </a:ext>
              </a:extLst>
            </p:cNvPr>
            <p:cNvSpPr/>
            <p:nvPr/>
          </p:nvSpPr>
          <p:spPr>
            <a:xfrm>
              <a:off x="1921344" y="-143138"/>
              <a:ext cx="74611" cy="118921"/>
            </a:xfrm>
            <a:custGeom>
              <a:avLst/>
              <a:gdLst>
                <a:gd name="connsiteX0" fmla="*/ 0 w 74611"/>
                <a:gd name="connsiteY0" fmla="*/ 76613 h 118921"/>
                <a:gd name="connsiteX1" fmla="*/ 32589 w 74611"/>
                <a:gd name="connsiteY1" fmla="*/ 34876 h 118921"/>
                <a:gd name="connsiteX2" fmla="*/ 55744 w 74611"/>
                <a:gd name="connsiteY2" fmla="*/ 45739 h 118921"/>
                <a:gd name="connsiteX3" fmla="*/ 56030 w 74611"/>
                <a:gd name="connsiteY3" fmla="*/ 45739 h 118921"/>
                <a:gd name="connsiteX4" fmla="*/ 56030 w 74611"/>
                <a:gd name="connsiteY4" fmla="*/ 4574 h 118921"/>
                <a:gd name="connsiteX5" fmla="*/ 74612 w 74611"/>
                <a:gd name="connsiteY5" fmla="*/ 0 h 118921"/>
                <a:gd name="connsiteX6" fmla="*/ 74612 w 74611"/>
                <a:gd name="connsiteY6" fmla="*/ 116920 h 118921"/>
                <a:gd name="connsiteX7" fmla="*/ 56316 w 74611"/>
                <a:gd name="connsiteY7" fmla="*/ 116920 h 118921"/>
                <a:gd name="connsiteX8" fmla="*/ 56316 w 74611"/>
                <a:gd name="connsiteY8" fmla="*/ 107486 h 118921"/>
                <a:gd name="connsiteX9" fmla="*/ 56030 w 74611"/>
                <a:gd name="connsiteY9" fmla="*/ 107486 h 118921"/>
                <a:gd name="connsiteX10" fmla="*/ 32017 w 74611"/>
                <a:gd name="connsiteY10" fmla="*/ 118921 h 118921"/>
                <a:gd name="connsiteX11" fmla="*/ 0 w 74611"/>
                <a:gd name="connsiteY11" fmla="*/ 76613 h 118921"/>
                <a:gd name="connsiteX12" fmla="*/ 18296 w 74611"/>
                <a:gd name="connsiteY12" fmla="*/ 76613 h 118921"/>
                <a:gd name="connsiteX13" fmla="*/ 36877 w 74611"/>
                <a:gd name="connsiteY13" fmla="*/ 102341 h 118921"/>
                <a:gd name="connsiteX14" fmla="*/ 56030 w 74611"/>
                <a:gd name="connsiteY14" fmla="*/ 91764 h 118921"/>
                <a:gd name="connsiteX15" fmla="*/ 56030 w 74611"/>
                <a:gd name="connsiteY15" fmla="*/ 62319 h 118921"/>
                <a:gd name="connsiteX16" fmla="*/ 36877 w 74611"/>
                <a:gd name="connsiteY16" fmla="*/ 51742 h 118921"/>
                <a:gd name="connsiteX17" fmla="*/ 18296 w 74611"/>
                <a:gd name="connsiteY17" fmla="*/ 76613 h 118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611" h="118921">
                  <a:moveTo>
                    <a:pt x="0" y="76613"/>
                  </a:moveTo>
                  <a:cubicBezTo>
                    <a:pt x="0" y="50885"/>
                    <a:pt x="13150" y="34876"/>
                    <a:pt x="32589" y="34876"/>
                  </a:cubicBezTo>
                  <a:cubicBezTo>
                    <a:pt x="42594" y="34876"/>
                    <a:pt x="50599" y="39164"/>
                    <a:pt x="55744" y="45739"/>
                  </a:cubicBezTo>
                  <a:lnTo>
                    <a:pt x="56030" y="45739"/>
                  </a:lnTo>
                  <a:lnTo>
                    <a:pt x="56030" y="4574"/>
                  </a:lnTo>
                  <a:lnTo>
                    <a:pt x="74612" y="0"/>
                  </a:lnTo>
                  <a:lnTo>
                    <a:pt x="74612" y="116920"/>
                  </a:lnTo>
                  <a:lnTo>
                    <a:pt x="56316" y="116920"/>
                  </a:lnTo>
                  <a:lnTo>
                    <a:pt x="56316" y="107486"/>
                  </a:lnTo>
                  <a:lnTo>
                    <a:pt x="56030" y="107486"/>
                  </a:lnTo>
                  <a:cubicBezTo>
                    <a:pt x="50313" y="114633"/>
                    <a:pt x="42023" y="118921"/>
                    <a:pt x="32017" y="118921"/>
                  </a:cubicBezTo>
                  <a:cubicBezTo>
                    <a:pt x="13150" y="118635"/>
                    <a:pt x="0" y="102341"/>
                    <a:pt x="0" y="76613"/>
                  </a:cubicBezTo>
                  <a:close/>
                  <a:moveTo>
                    <a:pt x="18296" y="76613"/>
                  </a:moveTo>
                  <a:cubicBezTo>
                    <a:pt x="18296" y="92907"/>
                    <a:pt x="25156" y="102341"/>
                    <a:pt x="36877" y="102341"/>
                  </a:cubicBezTo>
                  <a:cubicBezTo>
                    <a:pt x="44024" y="102341"/>
                    <a:pt x="50027" y="98910"/>
                    <a:pt x="56030" y="91764"/>
                  </a:cubicBezTo>
                  <a:lnTo>
                    <a:pt x="56030" y="62319"/>
                  </a:lnTo>
                  <a:cubicBezTo>
                    <a:pt x="50599" y="55173"/>
                    <a:pt x="44595" y="51742"/>
                    <a:pt x="36877" y="51742"/>
                  </a:cubicBezTo>
                  <a:cubicBezTo>
                    <a:pt x="24871" y="51742"/>
                    <a:pt x="18296" y="60604"/>
                    <a:pt x="18296" y="76613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9" name="Freihandform: Form 98">
              <a:extLst>
                <a:ext uri="{FF2B5EF4-FFF2-40B4-BE49-F238E27FC236}">
                  <a16:creationId xmlns:a16="http://schemas.microsoft.com/office/drawing/2014/main" id="{B71643BC-9B46-4580-8889-D8099D3A4C0A}"/>
                </a:ext>
              </a:extLst>
            </p:cNvPr>
            <p:cNvSpPr/>
            <p:nvPr/>
          </p:nvSpPr>
          <p:spPr>
            <a:xfrm>
              <a:off x="2020826" y="-108335"/>
              <a:ext cx="48025" cy="81831"/>
            </a:xfrm>
            <a:custGeom>
              <a:avLst/>
              <a:gdLst>
                <a:gd name="connsiteX0" fmla="*/ 48026 w 48025"/>
                <a:gd name="connsiteY0" fmla="*/ 1502 h 81831"/>
                <a:gd name="connsiteX1" fmla="*/ 45167 w 48025"/>
                <a:gd name="connsiteY1" fmla="*/ 20655 h 81831"/>
                <a:gd name="connsiteX2" fmla="*/ 34876 w 48025"/>
                <a:gd name="connsiteY2" fmla="*/ 18083 h 81831"/>
                <a:gd name="connsiteX3" fmla="*/ 18581 w 48025"/>
                <a:gd name="connsiteY3" fmla="*/ 40666 h 81831"/>
                <a:gd name="connsiteX4" fmla="*/ 18581 w 48025"/>
                <a:gd name="connsiteY4" fmla="*/ 81831 h 81831"/>
                <a:gd name="connsiteX5" fmla="*/ 0 w 48025"/>
                <a:gd name="connsiteY5" fmla="*/ 81831 h 81831"/>
                <a:gd name="connsiteX6" fmla="*/ 0 w 48025"/>
                <a:gd name="connsiteY6" fmla="*/ 1788 h 81831"/>
                <a:gd name="connsiteX7" fmla="*/ 18296 w 48025"/>
                <a:gd name="connsiteY7" fmla="*/ 1788 h 81831"/>
                <a:gd name="connsiteX8" fmla="*/ 18296 w 48025"/>
                <a:gd name="connsiteY8" fmla="*/ 12079 h 81831"/>
                <a:gd name="connsiteX9" fmla="*/ 18581 w 48025"/>
                <a:gd name="connsiteY9" fmla="*/ 12079 h 81831"/>
                <a:gd name="connsiteX10" fmla="*/ 39450 w 48025"/>
                <a:gd name="connsiteY10" fmla="*/ 73 h 81831"/>
                <a:gd name="connsiteX11" fmla="*/ 48026 w 48025"/>
                <a:gd name="connsiteY11" fmla="*/ 1502 h 81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025" h="81831">
                  <a:moveTo>
                    <a:pt x="48026" y="1502"/>
                  </a:moveTo>
                  <a:lnTo>
                    <a:pt x="45167" y="20655"/>
                  </a:lnTo>
                  <a:cubicBezTo>
                    <a:pt x="42308" y="19226"/>
                    <a:pt x="38878" y="18083"/>
                    <a:pt x="34876" y="18083"/>
                  </a:cubicBezTo>
                  <a:cubicBezTo>
                    <a:pt x="22012" y="18083"/>
                    <a:pt x="18581" y="28374"/>
                    <a:pt x="18581" y="40666"/>
                  </a:cubicBezTo>
                  <a:lnTo>
                    <a:pt x="18581" y="81831"/>
                  </a:lnTo>
                  <a:lnTo>
                    <a:pt x="0" y="81831"/>
                  </a:lnTo>
                  <a:lnTo>
                    <a:pt x="0" y="1788"/>
                  </a:lnTo>
                  <a:lnTo>
                    <a:pt x="18296" y="1788"/>
                  </a:lnTo>
                  <a:lnTo>
                    <a:pt x="18296" y="12079"/>
                  </a:lnTo>
                  <a:lnTo>
                    <a:pt x="18581" y="12079"/>
                  </a:lnTo>
                  <a:cubicBezTo>
                    <a:pt x="22869" y="4647"/>
                    <a:pt x="30302" y="73"/>
                    <a:pt x="39450" y="73"/>
                  </a:cubicBezTo>
                  <a:cubicBezTo>
                    <a:pt x="42023" y="-213"/>
                    <a:pt x="45167" y="359"/>
                    <a:pt x="48026" y="150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0" name="Freihandform: Form 99">
              <a:extLst>
                <a:ext uri="{FF2B5EF4-FFF2-40B4-BE49-F238E27FC236}">
                  <a16:creationId xmlns:a16="http://schemas.microsoft.com/office/drawing/2014/main" id="{700178AB-232D-4D5A-ACAD-DABEF1A4DD9B}"/>
                </a:ext>
              </a:extLst>
            </p:cNvPr>
            <p:cNvSpPr/>
            <p:nvPr/>
          </p:nvSpPr>
          <p:spPr>
            <a:xfrm>
              <a:off x="2082002" y="-141994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440 w 23727"/>
                <a:gd name="connsiteY5" fmla="*/ 115491 h 115490"/>
                <a:gd name="connsiteX6" fmla="*/ 2859 w 23727"/>
                <a:gd name="connsiteY6" fmla="*/ 115491 h 115490"/>
                <a:gd name="connsiteX7" fmla="*/ 2859 w 23727"/>
                <a:gd name="connsiteY7" fmla="*/ 35448 h 115490"/>
                <a:gd name="connsiteX8" fmla="*/ 21440 w 23727"/>
                <a:gd name="connsiteY8" fmla="*/ 35448 h 115490"/>
                <a:gd name="connsiteX9" fmla="*/ 21440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296"/>
                    <a:pt x="0" y="11435"/>
                  </a:cubicBezTo>
                  <a:cubicBezTo>
                    <a:pt x="0" y="4860"/>
                    <a:pt x="5431" y="0"/>
                    <a:pt x="11721" y="0"/>
                  </a:cubicBezTo>
                  <a:cubicBezTo>
                    <a:pt x="18581" y="0"/>
                    <a:pt x="23727" y="4860"/>
                    <a:pt x="23727" y="11435"/>
                  </a:cubicBezTo>
                  <a:close/>
                  <a:moveTo>
                    <a:pt x="21440" y="115491"/>
                  </a:moveTo>
                  <a:lnTo>
                    <a:pt x="2859" y="115491"/>
                  </a:lnTo>
                  <a:lnTo>
                    <a:pt x="2859" y="35448"/>
                  </a:lnTo>
                  <a:lnTo>
                    <a:pt x="21440" y="35448"/>
                  </a:lnTo>
                  <a:lnTo>
                    <a:pt x="21440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1" name="Freihandform: Form 100">
              <a:extLst>
                <a:ext uri="{FF2B5EF4-FFF2-40B4-BE49-F238E27FC236}">
                  <a16:creationId xmlns:a16="http://schemas.microsoft.com/office/drawing/2014/main" id="{E2ADD62A-6877-414D-BAEC-EA2065214D96}"/>
                </a:ext>
              </a:extLst>
            </p:cNvPr>
            <p:cNvSpPr/>
            <p:nvPr/>
          </p:nvSpPr>
          <p:spPr>
            <a:xfrm>
              <a:off x="2123453" y="-108548"/>
              <a:ext cx="67464" cy="84045"/>
            </a:xfrm>
            <a:custGeom>
              <a:avLst/>
              <a:gdLst>
                <a:gd name="connsiteX0" fmla="*/ 66893 w 67464"/>
                <a:gd name="connsiteY0" fmla="*/ 71181 h 84045"/>
                <a:gd name="connsiteX1" fmla="*/ 38306 w 67464"/>
                <a:gd name="connsiteY1" fmla="*/ 84045 h 84045"/>
                <a:gd name="connsiteX2" fmla="*/ 0 w 67464"/>
                <a:gd name="connsiteY2" fmla="*/ 42308 h 84045"/>
                <a:gd name="connsiteX3" fmla="*/ 38592 w 67464"/>
                <a:gd name="connsiteY3" fmla="*/ 0 h 84045"/>
                <a:gd name="connsiteX4" fmla="*/ 67465 w 67464"/>
                <a:gd name="connsiteY4" fmla="*/ 13722 h 84045"/>
                <a:gd name="connsiteX5" fmla="*/ 54601 w 67464"/>
                <a:gd name="connsiteY5" fmla="*/ 26014 h 84045"/>
                <a:gd name="connsiteX6" fmla="*/ 38592 w 67464"/>
                <a:gd name="connsiteY6" fmla="*/ 17152 h 84045"/>
                <a:gd name="connsiteX7" fmla="*/ 18867 w 67464"/>
                <a:gd name="connsiteY7" fmla="*/ 42023 h 84045"/>
                <a:gd name="connsiteX8" fmla="*/ 38592 w 67464"/>
                <a:gd name="connsiteY8" fmla="*/ 66893 h 84045"/>
                <a:gd name="connsiteX9" fmla="*/ 55173 w 67464"/>
                <a:gd name="connsiteY9" fmla="*/ 58031 h 84045"/>
                <a:gd name="connsiteX10" fmla="*/ 66893 w 67464"/>
                <a:gd name="connsiteY10" fmla="*/ 7118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7464" h="84045">
                  <a:moveTo>
                    <a:pt x="66893" y="71181"/>
                  </a:moveTo>
                  <a:cubicBezTo>
                    <a:pt x="58889" y="80043"/>
                    <a:pt x="49741" y="84045"/>
                    <a:pt x="38306" y="84045"/>
                  </a:cubicBezTo>
                  <a:cubicBezTo>
                    <a:pt x="15437" y="84045"/>
                    <a:pt x="0" y="67465"/>
                    <a:pt x="0" y="42308"/>
                  </a:cubicBezTo>
                  <a:cubicBezTo>
                    <a:pt x="0" y="17152"/>
                    <a:pt x="15437" y="0"/>
                    <a:pt x="38592" y="0"/>
                  </a:cubicBezTo>
                  <a:cubicBezTo>
                    <a:pt x="50599" y="0"/>
                    <a:pt x="60318" y="4574"/>
                    <a:pt x="67465" y="13722"/>
                  </a:cubicBezTo>
                  <a:lnTo>
                    <a:pt x="54601" y="26014"/>
                  </a:lnTo>
                  <a:cubicBezTo>
                    <a:pt x="50027" y="20011"/>
                    <a:pt x="44881" y="17152"/>
                    <a:pt x="38592" y="17152"/>
                  </a:cubicBezTo>
                  <a:cubicBezTo>
                    <a:pt x="26872" y="17152"/>
                    <a:pt x="18867" y="26872"/>
                    <a:pt x="18867" y="42023"/>
                  </a:cubicBezTo>
                  <a:cubicBezTo>
                    <a:pt x="18867" y="56888"/>
                    <a:pt x="26872" y="66893"/>
                    <a:pt x="38592" y="66893"/>
                  </a:cubicBezTo>
                  <a:cubicBezTo>
                    <a:pt x="44881" y="66893"/>
                    <a:pt x="50027" y="64034"/>
                    <a:pt x="55173" y="58031"/>
                  </a:cubicBezTo>
                  <a:lnTo>
                    <a:pt x="66893" y="7118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2" name="Freihandform: Form 101">
              <a:extLst>
                <a:ext uri="{FF2B5EF4-FFF2-40B4-BE49-F238E27FC236}">
                  <a16:creationId xmlns:a16="http://schemas.microsoft.com/office/drawing/2014/main" id="{27AF9E26-EF63-4541-8C2D-2407580A7059}"/>
                </a:ext>
              </a:extLst>
            </p:cNvPr>
            <p:cNvSpPr/>
            <p:nvPr/>
          </p:nvSpPr>
          <p:spPr>
            <a:xfrm>
              <a:off x="2206927" y="-143138"/>
              <a:ext cx="68894" cy="116920"/>
            </a:xfrm>
            <a:custGeom>
              <a:avLst/>
              <a:gdLst>
                <a:gd name="connsiteX0" fmla="*/ 68894 w 68894"/>
                <a:gd name="connsiteY0" fmla="*/ 116634 h 116920"/>
                <a:gd name="connsiteX1" fmla="*/ 50313 w 68894"/>
                <a:gd name="connsiteY1" fmla="*/ 116634 h 116920"/>
                <a:gd name="connsiteX2" fmla="*/ 50313 w 68894"/>
                <a:gd name="connsiteY2" fmla="*/ 70895 h 116920"/>
                <a:gd name="connsiteX3" fmla="*/ 35448 w 68894"/>
                <a:gd name="connsiteY3" fmla="*/ 51456 h 116920"/>
                <a:gd name="connsiteX4" fmla="*/ 18867 w 68894"/>
                <a:gd name="connsiteY4" fmla="*/ 70895 h 116920"/>
                <a:gd name="connsiteX5" fmla="*/ 18867 w 68894"/>
                <a:gd name="connsiteY5" fmla="*/ 116920 h 116920"/>
                <a:gd name="connsiteX6" fmla="*/ 0 w 68894"/>
                <a:gd name="connsiteY6" fmla="*/ 116920 h 116920"/>
                <a:gd name="connsiteX7" fmla="*/ 0 w 68894"/>
                <a:gd name="connsiteY7" fmla="*/ 4574 h 116920"/>
                <a:gd name="connsiteX8" fmla="*/ 18581 w 68894"/>
                <a:gd name="connsiteY8" fmla="*/ 0 h 116920"/>
                <a:gd name="connsiteX9" fmla="*/ 18581 w 68894"/>
                <a:gd name="connsiteY9" fmla="*/ 46597 h 116920"/>
                <a:gd name="connsiteX10" fmla="*/ 18867 w 68894"/>
                <a:gd name="connsiteY10" fmla="*/ 46597 h 116920"/>
                <a:gd name="connsiteX11" fmla="*/ 42308 w 68894"/>
                <a:gd name="connsiteY11" fmla="*/ 34876 h 116920"/>
                <a:gd name="connsiteX12" fmla="*/ 68608 w 68894"/>
                <a:gd name="connsiteY12" fmla="*/ 67179 h 116920"/>
                <a:gd name="connsiteX13" fmla="*/ 68608 w 68894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894" h="116920">
                  <a:moveTo>
                    <a:pt x="68894" y="116634"/>
                  </a:moveTo>
                  <a:lnTo>
                    <a:pt x="50313" y="116634"/>
                  </a:lnTo>
                  <a:lnTo>
                    <a:pt x="50313" y="70895"/>
                  </a:lnTo>
                  <a:cubicBezTo>
                    <a:pt x="50313" y="59175"/>
                    <a:pt x="46596" y="51456"/>
                    <a:pt x="35448" y="51456"/>
                  </a:cubicBezTo>
                  <a:cubicBezTo>
                    <a:pt x="22584" y="51456"/>
                    <a:pt x="18867" y="61748"/>
                    <a:pt x="18867" y="70895"/>
                  </a:cubicBezTo>
                  <a:lnTo>
                    <a:pt x="18867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7"/>
                  </a:lnTo>
                  <a:lnTo>
                    <a:pt x="18867" y="46597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3" name="Freihandform: Form 102">
              <a:extLst>
                <a:ext uri="{FF2B5EF4-FFF2-40B4-BE49-F238E27FC236}">
                  <a16:creationId xmlns:a16="http://schemas.microsoft.com/office/drawing/2014/main" id="{80E1DA89-9BDE-4FB2-A195-2ED3CAF52BF9}"/>
                </a:ext>
              </a:extLst>
            </p:cNvPr>
            <p:cNvSpPr/>
            <p:nvPr/>
          </p:nvSpPr>
          <p:spPr>
            <a:xfrm>
              <a:off x="2297261" y="-84249"/>
              <a:ext cx="39163" cy="17723"/>
            </a:xfrm>
            <a:custGeom>
              <a:avLst/>
              <a:gdLst>
                <a:gd name="connsiteX0" fmla="*/ 39164 w 39163"/>
                <a:gd name="connsiteY0" fmla="*/ 17724 h 17723"/>
                <a:gd name="connsiteX1" fmla="*/ 0 w 39163"/>
                <a:gd name="connsiteY1" fmla="*/ 17724 h 17723"/>
                <a:gd name="connsiteX2" fmla="*/ 0 w 39163"/>
                <a:gd name="connsiteY2" fmla="*/ 0 h 17723"/>
                <a:gd name="connsiteX3" fmla="*/ 39164 w 39163"/>
                <a:gd name="connsiteY3" fmla="*/ 0 h 17723"/>
                <a:gd name="connsiteX4" fmla="*/ 39164 w 39163"/>
                <a:gd name="connsiteY4" fmla="*/ 17724 h 17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163" h="17723">
                  <a:moveTo>
                    <a:pt x="39164" y="17724"/>
                  </a:moveTo>
                  <a:lnTo>
                    <a:pt x="0" y="17724"/>
                  </a:lnTo>
                  <a:lnTo>
                    <a:pt x="0" y="0"/>
                  </a:lnTo>
                  <a:lnTo>
                    <a:pt x="39164" y="0"/>
                  </a:lnTo>
                  <a:lnTo>
                    <a:pt x="39164" y="1772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4" name="Freihandform: Form 103">
              <a:extLst>
                <a:ext uri="{FF2B5EF4-FFF2-40B4-BE49-F238E27FC236}">
                  <a16:creationId xmlns:a16="http://schemas.microsoft.com/office/drawing/2014/main" id="{1BB7BD4C-F348-4F03-AD58-08BF195485B2}"/>
                </a:ext>
              </a:extLst>
            </p:cNvPr>
            <p:cNvSpPr/>
            <p:nvPr/>
          </p:nvSpPr>
          <p:spPr>
            <a:xfrm>
              <a:off x="2346430" y="-137135"/>
              <a:ext cx="102912" cy="110630"/>
            </a:xfrm>
            <a:custGeom>
              <a:avLst/>
              <a:gdLst>
                <a:gd name="connsiteX0" fmla="*/ 40879 w 102912"/>
                <a:gd name="connsiteY0" fmla="*/ 0 h 110630"/>
                <a:gd name="connsiteX1" fmla="*/ 61748 w 102912"/>
                <a:gd name="connsiteY1" fmla="*/ 0 h 110630"/>
                <a:gd name="connsiteX2" fmla="*/ 102912 w 102912"/>
                <a:gd name="connsiteY2" fmla="*/ 110631 h 110630"/>
                <a:gd name="connsiteX3" fmla="*/ 81472 w 102912"/>
                <a:gd name="connsiteY3" fmla="*/ 110631 h 110630"/>
                <a:gd name="connsiteX4" fmla="*/ 73468 w 102912"/>
                <a:gd name="connsiteY4" fmla="*/ 87190 h 110630"/>
                <a:gd name="connsiteX5" fmla="*/ 28873 w 102912"/>
                <a:gd name="connsiteY5" fmla="*/ 87190 h 110630"/>
                <a:gd name="connsiteX6" fmla="*/ 20868 w 102912"/>
                <a:gd name="connsiteY6" fmla="*/ 110631 h 110630"/>
                <a:gd name="connsiteX7" fmla="*/ 0 w 102912"/>
                <a:gd name="connsiteY7" fmla="*/ 110631 h 110630"/>
                <a:gd name="connsiteX8" fmla="*/ 40879 w 102912"/>
                <a:gd name="connsiteY8" fmla="*/ 0 h 110630"/>
                <a:gd name="connsiteX9" fmla="*/ 34876 w 102912"/>
                <a:gd name="connsiteY9" fmla="*/ 69466 h 110630"/>
                <a:gd name="connsiteX10" fmla="*/ 67179 w 102912"/>
                <a:gd name="connsiteY10" fmla="*/ 69466 h 110630"/>
                <a:gd name="connsiteX11" fmla="*/ 51170 w 102912"/>
                <a:gd name="connsiteY11" fmla="*/ 22584 h 110630"/>
                <a:gd name="connsiteX12" fmla="*/ 50885 w 102912"/>
                <a:gd name="connsiteY12" fmla="*/ 22584 h 110630"/>
                <a:gd name="connsiteX13" fmla="*/ 34876 w 102912"/>
                <a:gd name="connsiteY13" fmla="*/ 69466 h 110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2912" h="110630">
                  <a:moveTo>
                    <a:pt x="40879" y="0"/>
                  </a:moveTo>
                  <a:lnTo>
                    <a:pt x="61748" y="0"/>
                  </a:lnTo>
                  <a:lnTo>
                    <a:pt x="102912" y="110631"/>
                  </a:lnTo>
                  <a:lnTo>
                    <a:pt x="81472" y="110631"/>
                  </a:lnTo>
                  <a:lnTo>
                    <a:pt x="73468" y="87190"/>
                  </a:lnTo>
                  <a:lnTo>
                    <a:pt x="28873" y="87190"/>
                  </a:lnTo>
                  <a:lnTo>
                    <a:pt x="20868" y="110631"/>
                  </a:lnTo>
                  <a:lnTo>
                    <a:pt x="0" y="110631"/>
                  </a:lnTo>
                  <a:lnTo>
                    <a:pt x="40879" y="0"/>
                  </a:lnTo>
                  <a:close/>
                  <a:moveTo>
                    <a:pt x="34876" y="69466"/>
                  </a:moveTo>
                  <a:lnTo>
                    <a:pt x="67179" y="69466"/>
                  </a:lnTo>
                  <a:lnTo>
                    <a:pt x="51170" y="22584"/>
                  </a:lnTo>
                  <a:lnTo>
                    <a:pt x="50885" y="22584"/>
                  </a:lnTo>
                  <a:lnTo>
                    <a:pt x="34876" y="69466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5" name="Freihandform: Form 104">
              <a:extLst>
                <a:ext uri="{FF2B5EF4-FFF2-40B4-BE49-F238E27FC236}">
                  <a16:creationId xmlns:a16="http://schemas.microsoft.com/office/drawing/2014/main" id="{B17508DC-5682-49AF-A5CA-4F2FF0820766}"/>
                </a:ext>
              </a:extLst>
            </p:cNvPr>
            <p:cNvSpPr/>
            <p:nvPr/>
          </p:nvSpPr>
          <p:spPr>
            <a:xfrm>
              <a:off x="2465923" y="-143138"/>
              <a:ext cx="18581" cy="116634"/>
            </a:xfrm>
            <a:custGeom>
              <a:avLst/>
              <a:gdLst>
                <a:gd name="connsiteX0" fmla="*/ 18581 w 18581"/>
                <a:gd name="connsiteY0" fmla="*/ 116634 h 116634"/>
                <a:gd name="connsiteX1" fmla="*/ 0 w 18581"/>
                <a:gd name="connsiteY1" fmla="*/ 116634 h 116634"/>
                <a:gd name="connsiteX2" fmla="*/ 0 w 18581"/>
                <a:gd name="connsiteY2" fmla="*/ 4288 h 116634"/>
                <a:gd name="connsiteX3" fmla="*/ 18581 w 18581"/>
                <a:gd name="connsiteY3" fmla="*/ 0 h 116634"/>
                <a:gd name="connsiteX4" fmla="*/ 18581 w 18581"/>
                <a:gd name="connsiteY4" fmla="*/ 116634 h 116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81" h="116634">
                  <a:moveTo>
                    <a:pt x="18581" y="116634"/>
                  </a:moveTo>
                  <a:lnTo>
                    <a:pt x="0" y="116634"/>
                  </a:lnTo>
                  <a:lnTo>
                    <a:pt x="0" y="4288"/>
                  </a:lnTo>
                  <a:lnTo>
                    <a:pt x="18581" y="0"/>
                  </a:lnTo>
                  <a:lnTo>
                    <a:pt x="18581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6" name="Freihandform: Form 105">
              <a:extLst>
                <a:ext uri="{FF2B5EF4-FFF2-40B4-BE49-F238E27FC236}">
                  <a16:creationId xmlns:a16="http://schemas.microsoft.com/office/drawing/2014/main" id="{D5EB0492-5AB3-492C-B8C3-86512B8BBF74}"/>
                </a:ext>
              </a:extLst>
            </p:cNvPr>
            <p:cNvSpPr/>
            <p:nvPr/>
          </p:nvSpPr>
          <p:spPr>
            <a:xfrm>
              <a:off x="2504515" y="-108262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0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2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0" y="46025"/>
                    <a:pt x="72610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2028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2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7157" y="15151"/>
                    <a:pt x="20582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7" name="Freihandform: Form 106">
              <a:extLst>
                <a:ext uri="{FF2B5EF4-FFF2-40B4-BE49-F238E27FC236}">
                  <a16:creationId xmlns:a16="http://schemas.microsoft.com/office/drawing/2014/main" id="{8987D67E-556F-4FFA-A6EC-32CD431726D7}"/>
                </a:ext>
              </a:extLst>
            </p:cNvPr>
            <p:cNvSpPr/>
            <p:nvPr/>
          </p:nvSpPr>
          <p:spPr>
            <a:xfrm>
              <a:off x="2587703" y="-106547"/>
              <a:ext cx="76612" cy="80043"/>
            </a:xfrm>
            <a:custGeom>
              <a:avLst/>
              <a:gdLst>
                <a:gd name="connsiteX0" fmla="*/ 76613 w 76612"/>
                <a:gd name="connsiteY0" fmla="*/ 80043 h 80043"/>
                <a:gd name="connsiteX1" fmla="*/ 55172 w 76612"/>
                <a:gd name="connsiteY1" fmla="*/ 80043 h 80043"/>
                <a:gd name="connsiteX2" fmla="*/ 38020 w 76612"/>
                <a:gd name="connsiteY2" fmla="*/ 52314 h 80043"/>
                <a:gd name="connsiteX3" fmla="*/ 37735 w 76612"/>
                <a:gd name="connsiteY3" fmla="*/ 52314 h 80043"/>
                <a:gd name="connsiteX4" fmla="*/ 21154 w 76612"/>
                <a:gd name="connsiteY4" fmla="*/ 80043 h 80043"/>
                <a:gd name="connsiteX5" fmla="*/ 0 w 76612"/>
                <a:gd name="connsiteY5" fmla="*/ 80043 h 80043"/>
                <a:gd name="connsiteX6" fmla="*/ 27443 w 76612"/>
                <a:gd name="connsiteY6" fmla="*/ 38592 h 80043"/>
                <a:gd name="connsiteX7" fmla="*/ 2001 w 76612"/>
                <a:gd name="connsiteY7" fmla="*/ 0 h 80043"/>
                <a:gd name="connsiteX8" fmla="*/ 23155 w 76612"/>
                <a:gd name="connsiteY8" fmla="*/ 0 h 80043"/>
                <a:gd name="connsiteX9" fmla="*/ 38306 w 76612"/>
                <a:gd name="connsiteY9" fmla="*/ 24585 h 80043"/>
                <a:gd name="connsiteX10" fmla="*/ 38592 w 76612"/>
                <a:gd name="connsiteY10" fmla="*/ 24585 h 80043"/>
                <a:gd name="connsiteX11" fmla="*/ 53457 w 76612"/>
                <a:gd name="connsiteY11" fmla="*/ 0 h 80043"/>
                <a:gd name="connsiteX12" fmla="*/ 74326 w 76612"/>
                <a:gd name="connsiteY12" fmla="*/ 0 h 80043"/>
                <a:gd name="connsiteX13" fmla="*/ 49169 w 76612"/>
                <a:gd name="connsiteY13" fmla="*/ 38306 h 80043"/>
                <a:gd name="connsiteX14" fmla="*/ 76613 w 76612"/>
                <a:gd name="connsiteY14" fmla="*/ 80043 h 80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612" h="80043">
                  <a:moveTo>
                    <a:pt x="76613" y="80043"/>
                  </a:moveTo>
                  <a:lnTo>
                    <a:pt x="55172" y="80043"/>
                  </a:lnTo>
                  <a:lnTo>
                    <a:pt x="38020" y="52314"/>
                  </a:lnTo>
                  <a:lnTo>
                    <a:pt x="37735" y="52314"/>
                  </a:lnTo>
                  <a:lnTo>
                    <a:pt x="21154" y="80043"/>
                  </a:lnTo>
                  <a:lnTo>
                    <a:pt x="0" y="80043"/>
                  </a:lnTo>
                  <a:lnTo>
                    <a:pt x="27443" y="38592"/>
                  </a:lnTo>
                  <a:lnTo>
                    <a:pt x="2001" y="0"/>
                  </a:lnTo>
                  <a:lnTo>
                    <a:pt x="23155" y="0"/>
                  </a:lnTo>
                  <a:lnTo>
                    <a:pt x="38306" y="24585"/>
                  </a:lnTo>
                  <a:lnTo>
                    <a:pt x="38592" y="24585"/>
                  </a:lnTo>
                  <a:lnTo>
                    <a:pt x="53457" y="0"/>
                  </a:lnTo>
                  <a:lnTo>
                    <a:pt x="74326" y="0"/>
                  </a:lnTo>
                  <a:lnTo>
                    <a:pt x="49169" y="38306"/>
                  </a:lnTo>
                  <a:lnTo>
                    <a:pt x="76613" y="80043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8" name="Freihandform: Form 107">
              <a:extLst>
                <a:ext uri="{FF2B5EF4-FFF2-40B4-BE49-F238E27FC236}">
                  <a16:creationId xmlns:a16="http://schemas.microsoft.com/office/drawing/2014/main" id="{ABAF2B12-1C5A-4BB0-AB4B-03B735E8EDF1}"/>
                </a:ext>
              </a:extLst>
            </p:cNvPr>
            <p:cNvSpPr/>
            <p:nvPr/>
          </p:nvSpPr>
          <p:spPr>
            <a:xfrm>
              <a:off x="2674316" y="-108262"/>
              <a:ext cx="67755" cy="83759"/>
            </a:xfrm>
            <a:custGeom>
              <a:avLst/>
              <a:gdLst>
                <a:gd name="connsiteX0" fmla="*/ 34309 w 67755"/>
                <a:gd name="connsiteY0" fmla="*/ 32303 h 83759"/>
                <a:gd name="connsiteX1" fmla="*/ 49460 w 67755"/>
                <a:gd name="connsiteY1" fmla="*/ 34018 h 83759"/>
                <a:gd name="connsiteX2" fmla="*/ 49460 w 67755"/>
                <a:gd name="connsiteY2" fmla="*/ 31160 h 83759"/>
                <a:gd name="connsiteX3" fmla="*/ 31736 w 67755"/>
                <a:gd name="connsiteY3" fmla="*/ 15723 h 83759"/>
                <a:gd name="connsiteX4" fmla="*/ 11440 w 67755"/>
                <a:gd name="connsiteY4" fmla="*/ 20297 h 83759"/>
                <a:gd name="connsiteX5" fmla="*/ 7438 w 67755"/>
                <a:gd name="connsiteY5" fmla="*/ 4574 h 83759"/>
                <a:gd name="connsiteX6" fmla="*/ 33737 w 67755"/>
                <a:gd name="connsiteY6" fmla="*/ 0 h 83759"/>
                <a:gd name="connsiteX7" fmla="*/ 67756 w 67755"/>
                <a:gd name="connsiteY7" fmla="*/ 30874 h 83759"/>
                <a:gd name="connsiteX8" fmla="*/ 67756 w 67755"/>
                <a:gd name="connsiteY8" fmla="*/ 82044 h 83759"/>
                <a:gd name="connsiteX9" fmla="*/ 50032 w 67755"/>
                <a:gd name="connsiteY9" fmla="*/ 82044 h 83759"/>
                <a:gd name="connsiteX10" fmla="*/ 50032 w 67755"/>
                <a:gd name="connsiteY10" fmla="*/ 73468 h 83759"/>
                <a:gd name="connsiteX11" fmla="*/ 49746 w 67755"/>
                <a:gd name="connsiteY11" fmla="*/ 73468 h 83759"/>
                <a:gd name="connsiteX12" fmla="*/ 26305 w 67755"/>
                <a:gd name="connsiteY12" fmla="*/ 83759 h 83759"/>
                <a:gd name="connsiteX13" fmla="*/ 5 w 67755"/>
                <a:gd name="connsiteY13" fmla="*/ 58317 h 83759"/>
                <a:gd name="connsiteX14" fmla="*/ 34309 w 67755"/>
                <a:gd name="connsiteY14" fmla="*/ 32303 h 83759"/>
                <a:gd name="connsiteX15" fmla="*/ 31165 w 67755"/>
                <a:gd name="connsiteY15" fmla="*/ 69752 h 83759"/>
                <a:gd name="connsiteX16" fmla="*/ 49460 w 67755"/>
                <a:gd name="connsiteY16" fmla="*/ 60032 h 83759"/>
                <a:gd name="connsiteX17" fmla="*/ 49460 w 67755"/>
                <a:gd name="connsiteY17" fmla="*/ 46311 h 83759"/>
                <a:gd name="connsiteX18" fmla="*/ 36310 w 67755"/>
                <a:gd name="connsiteY18" fmla="*/ 44881 h 83759"/>
                <a:gd name="connsiteX19" fmla="*/ 17729 w 67755"/>
                <a:gd name="connsiteY19" fmla="*/ 58031 h 83759"/>
                <a:gd name="connsiteX20" fmla="*/ 31165 w 67755"/>
                <a:gd name="connsiteY20" fmla="*/ 69752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7755" h="83759">
                  <a:moveTo>
                    <a:pt x="34309" y="32303"/>
                  </a:moveTo>
                  <a:cubicBezTo>
                    <a:pt x="39455" y="32303"/>
                    <a:pt x="44315" y="32589"/>
                    <a:pt x="49460" y="34018"/>
                  </a:cubicBezTo>
                  <a:lnTo>
                    <a:pt x="49460" y="31160"/>
                  </a:lnTo>
                  <a:cubicBezTo>
                    <a:pt x="49460" y="20868"/>
                    <a:pt x="43457" y="15723"/>
                    <a:pt x="31736" y="15723"/>
                  </a:cubicBezTo>
                  <a:cubicBezTo>
                    <a:pt x="25161" y="15723"/>
                    <a:pt x="18015" y="17152"/>
                    <a:pt x="11440" y="20297"/>
                  </a:cubicBezTo>
                  <a:lnTo>
                    <a:pt x="7438" y="4574"/>
                  </a:lnTo>
                  <a:cubicBezTo>
                    <a:pt x="14870" y="1715"/>
                    <a:pt x="24590" y="0"/>
                    <a:pt x="33737" y="0"/>
                  </a:cubicBezTo>
                  <a:cubicBezTo>
                    <a:pt x="56321" y="0"/>
                    <a:pt x="67756" y="10577"/>
                    <a:pt x="67756" y="30874"/>
                  </a:cubicBezTo>
                  <a:lnTo>
                    <a:pt x="67756" y="82044"/>
                  </a:lnTo>
                  <a:lnTo>
                    <a:pt x="50032" y="82044"/>
                  </a:lnTo>
                  <a:lnTo>
                    <a:pt x="50032" y="73468"/>
                  </a:lnTo>
                  <a:lnTo>
                    <a:pt x="49746" y="73468"/>
                  </a:lnTo>
                  <a:cubicBezTo>
                    <a:pt x="42885" y="80615"/>
                    <a:pt x="35738" y="83759"/>
                    <a:pt x="26305" y="83759"/>
                  </a:cubicBezTo>
                  <a:cubicBezTo>
                    <a:pt x="10296" y="83759"/>
                    <a:pt x="5" y="73754"/>
                    <a:pt x="5" y="58317"/>
                  </a:cubicBezTo>
                  <a:cubicBezTo>
                    <a:pt x="-281" y="41451"/>
                    <a:pt x="11726" y="32303"/>
                    <a:pt x="34309" y="32303"/>
                  </a:cubicBezTo>
                  <a:close/>
                  <a:moveTo>
                    <a:pt x="31165" y="69752"/>
                  </a:moveTo>
                  <a:cubicBezTo>
                    <a:pt x="38025" y="69752"/>
                    <a:pt x="44315" y="66321"/>
                    <a:pt x="49460" y="60032"/>
                  </a:cubicBezTo>
                  <a:lnTo>
                    <a:pt x="49460" y="46311"/>
                  </a:lnTo>
                  <a:cubicBezTo>
                    <a:pt x="45172" y="45167"/>
                    <a:pt x="40598" y="44881"/>
                    <a:pt x="36310" y="44881"/>
                  </a:cubicBezTo>
                  <a:cubicBezTo>
                    <a:pt x="24590" y="44881"/>
                    <a:pt x="17729" y="49455"/>
                    <a:pt x="17729" y="58031"/>
                  </a:cubicBezTo>
                  <a:cubicBezTo>
                    <a:pt x="17729" y="65178"/>
                    <a:pt x="22874" y="69752"/>
                    <a:pt x="31165" y="6975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9" name="Freihandform: Form 108">
              <a:extLst>
                <a:ext uri="{FF2B5EF4-FFF2-40B4-BE49-F238E27FC236}">
                  <a16:creationId xmlns:a16="http://schemas.microsoft.com/office/drawing/2014/main" id="{1886E551-8FE5-4116-9E54-46EEADB0B4E4}"/>
                </a:ext>
              </a:extLst>
            </p:cNvPr>
            <p:cNvSpPr/>
            <p:nvPr/>
          </p:nvSpPr>
          <p:spPr>
            <a:xfrm>
              <a:off x="2765799" y="-108262"/>
              <a:ext cx="68894" cy="82044"/>
            </a:xfrm>
            <a:custGeom>
              <a:avLst/>
              <a:gdLst>
                <a:gd name="connsiteX0" fmla="*/ 68894 w 68894"/>
                <a:gd name="connsiteY0" fmla="*/ 81758 h 82044"/>
                <a:gd name="connsiteX1" fmla="*/ 50027 w 68894"/>
                <a:gd name="connsiteY1" fmla="*/ 81758 h 82044"/>
                <a:gd name="connsiteX2" fmla="*/ 50027 w 68894"/>
                <a:gd name="connsiteY2" fmla="*/ 36019 h 82044"/>
                <a:gd name="connsiteX3" fmla="*/ 35162 w 68894"/>
                <a:gd name="connsiteY3" fmla="*/ 16580 h 82044"/>
                <a:gd name="connsiteX4" fmla="*/ 18581 w 68894"/>
                <a:gd name="connsiteY4" fmla="*/ 36019 h 82044"/>
                <a:gd name="connsiteX5" fmla="*/ 18581 w 68894"/>
                <a:gd name="connsiteY5" fmla="*/ 82044 h 82044"/>
                <a:gd name="connsiteX6" fmla="*/ 0 w 68894"/>
                <a:gd name="connsiteY6" fmla="*/ 82044 h 82044"/>
                <a:gd name="connsiteX7" fmla="*/ 0 w 68894"/>
                <a:gd name="connsiteY7" fmla="*/ 2001 h 82044"/>
                <a:gd name="connsiteX8" fmla="*/ 18581 w 68894"/>
                <a:gd name="connsiteY8" fmla="*/ 2001 h 82044"/>
                <a:gd name="connsiteX9" fmla="*/ 18581 w 68894"/>
                <a:gd name="connsiteY9" fmla="*/ 11721 h 82044"/>
                <a:gd name="connsiteX10" fmla="*/ 18867 w 68894"/>
                <a:gd name="connsiteY10" fmla="*/ 11721 h 82044"/>
                <a:gd name="connsiteX11" fmla="*/ 42308 w 68894"/>
                <a:gd name="connsiteY11" fmla="*/ 0 h 82044"/>
                <a:gd name="connsiteX12" fmla="*/ 68608 w 68894"/>
                <a:gd name="connsiteY12" fmla="*/ 32303 h 82044"/>
                <a:gd name="connsiteX13" fmla="*/ 68608 w 68894"/>
                <a:gd name="connsiteY13" fmla="*/ 81758 h 8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894" h="82044">
                  <a:moveTo>
                    <a:pt x="68894" y="81758"/>
                  </a:moveTo>
                  <a:lnTo>
                    <a:pt x="50027" y="81758"/>
                  </a:lnTo>
                  <a:lnTo>
                    <a:pt x="50027" y="36019"/>
                  </a:lnTo>
                  <a:cubicBezTo>
                    <a:pt x="50027" y="24299"/>
                    <a:pt x="46596" y="16580"/>
                    <a:pt x="35162" y="16580"/>
                  </a:cubicBezTo>
                  <a:cubicBezTo>
                    <a:pt x="22012" y="16580"/>
                    <a:pt x="18581" y="27157"/>
                    <a:pt x="18581" y="36019"/>
                  </a:cubicBezTo>
                  <a:lnTo>
                    <a:pt x="18581" y="82044"/>
                  </a:lnTo>
                  <a:lnTo>
                    <a:pt x="0" y="82044"/>
                  </a:lnTo>
                  <a:lnTo>
                    <a:pt x="0" y="2001"/>
                  </a:lnTo>
                  <a:lnTo>
                    <a:pt x="18581" y="2001"/>
                  </a:lnTo>
                  <a:lnTo>
                    <a:pt x="18581" y="11721"/>
                  </a:lnTo>
                  <a:lnTo>
                    <a:pt x="18867" y="11721"/>
                  </a:lnTo>
                  <a:cubicBezTo>
                    <a:pt x="23727" y="4574"/>
                    <a:pt x="32017" y="0"/>
                    <a:pt x="42308" y="0"/>
                  </a:cubicBezTo>
                  <a:cubicBezTo>
                    <a:pt x="60604" y="0"/>
                    <a:pt x="68608" y="13436"/>
                    <a:pt x="68608" y="32303"/>
                  </a:cubicBezTo>
                  <a:lnTo>
                    <a:pt x="68608" y="81758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0" name="Freihandform: Form 109">
              <a:extLst>
                <a:ext uri="{FF2B5EF4-FFF2-40B4-BE49-F238E27FC236}">
                  <a16:creationId xmlns:a16="http://schemas.microsoft.com/office/drawing/2014/main" id="{CEDAD2DB-4066-41C3-90B1-4A3A8343F4DE}"/>
                </a:ext>
              </a:extLst>
            </p:cNvPr>
            <p:cNvSpPr/>
            <p:nvPr/>
          </p:nvSpPr>
          <p:spPr>
            <a:xfrm>
              <a:off x="2854418" y="-143138"/>
              <a:ext cx="74611" cy="118921"/>
            </a:xfrm>
            <a:custGeom>
              <a:avLst/>
              <a:gdLst>
                <a:gd name="connsiteX0" fmla="*/ 0 w 74611"/>
                <a:gd name="connsiteY0" fmla="*/ 76613 h 118921"/>
                <a:gd name="connsiteX1" fmla="*/ 32589 w 74611"/>
                <a:gd name="connsiteY1" fmla="*/ 34876 h 118921"/>
                <a:gd name="connsiteX2" fmla="*/ 55744 w 74611"/>
                <a:gd name="connsiteY2" fmla="*/ 45739 h 118921"/>
                <a:gd name="connsiteX3" fmla="*/ 56030 w 74611"/>
                <a:gd name="connsiteY3" fmla="*/ 45739 h 118921"/>
                <a:gd name="connsiteX4" fmla="*/ 56030 w 74611"/>
                <a:gd name="connsiteY4" fmla="*/ 4574 h 118921"/>
                <a:gd name="connsiteX5" fmla="*/ 74612 w 74611"/>
                <a:gd name="connsiteY5" fmla="*/ 0 h 118921"/>
                <a:gd name="connsiteX6" fmla="*/ 74612 w 74611"/>
                <a:gd name="connsiteY6" fmla="*/ 116920 h 118921"/>
                <a:gd name="connsiteX7" fmla="*/ 56316 w 74611"/>
                <a:gd name="connsiteY7" fmla="*/ 116920 h 118921"/>
                <a:gd name="connsiteX8" fmla="*/ 56316 w 74611"/>
                <a:gd name="connsiteY8" fmla="*/ 107486 h 118921"/>
                <a:gd name="connsiteX9" fmla="*/ 56030 w 74611"/>
                <a:gd name="connsiteY9" fmla="*/ 107486 h 118921"/>
                <a:gd name="connsiteX10" fmla="*/ 32017 w 74611"/>
                <a:gd name="connsiteY10" fmla="*/ 118921 h 118921"/>
                <a:gd name="connsiteX11" fmla="*/ 0 w 74611"/>
                <a:gd name="connsiteY11" fmla="*/ 76613 h 118921"/>
                <a:gd name="connsiteX12" fmla="*/ 18581 w 74611"/>
                <a:gd name="connsiteY12" fmla="*/ 76613 h 118921"/>
                <a:gd name="connsiteX13" fmla="*/ 37163 w 74611"/>
                <a:gd name="connsiteY13" fmla="*/ 102341 h 118921"/>
                <a:gd name="connsiteX14" fmla="*/ 56316 w 74611"/>
                <a:gd name="connsiteY14" fmla="*/ 91764 h 118921"/>
                <a:gd name="connsiteX15" fmla="*/ 56316 w 74611"/>
                <a:gd name="connsiteY15" fmla="*/ 62319 h 118921"/>
                <a:gd name="connsiteX16" fmla="*/ 37163 w 74611"/>
                <a:gd name="connsiteY16" fmla="*/ 51742 h 118921"/>
                <a:gd name="connsiteX17" fmla="*/ 18581 w 74611"/>
                <a:gd name="connsiteY17" fmla="*/ 76613 h 118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611" h="118921">
                  <a:moveTo>
                    <a:pt x="0" y="76613"/>
                  </a:moveTo>
                  <a:cubicBezTo>
                    <a:pt x="0" y="50885"/>
                    <a:pt x="13150" y="34876"/>
                    <a:pt x="32589" y="34876"/>
                  </a:cubicBezTo>
                  <a:cubicBezTo>
                    <a:pt x="42594" y="34876"/>
                    <a:pt x="50599" y="39164"/>
                    <a:pt x="55744" y="45739"/>
                  </a:cubicBezTo>
                  <a:lnTo>
                    <a:pt x="56030" y="45739"/>
                  </a:lnTo>
                  <a:lnTo>
                    <a:pt x="56030" y="4574"/>
                  </a:lnTo>
                  <a:lnTo>
                    <a:pt x="74612" y="0"/>
                  </a:lnTo>
                  <a:lnTo>
                    <a:pt x="74612" y="116920"/>
                  </a:lnTo>
                  <a:lnTo>
                    <a:pt x="56316" y="116920"/>
                  </a:lnTo>
                  <a:lnTo>
                    <a:pt x="56316" y="107486"/>
                  </a:lnTo>
                  <a:lnTo>
                    <a:pt x="56030" y="107486"/>
                  </a:lnTo>
                  <a:cubicBezTo>
                    <a:pt x="50313" y="114633"/>
                    <a:pt x="42023" y="118921"/>
                    <a:pt x="32017" y="118921"/>
                  </a:cubicBezTo>
                  <a:cubicBezTo>
                    <a:pt x="13150" y="118635"/>
                    <a:pt x="0" y="102341"/>
                    <a:pt x="0" y="76613"/>
                  </a:cubicBezTo>
                  <a:close/>
                  <a:moveTo>
                    <a:pt x="18581" y="76613"/>
                  </a:moveTo>
                  <a:cubicBezTo>
                    <a:pt x="18581" y="92907"/>
                    <a:pt x="25442" y="102341"/>
                    <a:pt x="37163" y="102341"/>
                  </a:cubicBezTo>
                  <a:cubicBezTo>
                    <a:pt x="44310" y="102341"/>
                    <a:pt x="50313" y="98910"/>
                    <a:pt x="56316" y="91764"/>
                  </a:cubicBezTo>
                  <a:lnTo>
                    <a:pt x="56316" y="62319"/>
                  </a:lnTo>
                  <a:cubicBezTo>
                    <a:pt x="50884" y="55173"/>
                    <a:pt x="44881" y="51742"/>
                    <a:pt x="37163" y="51742"/>
                  </a:cubicBezTo>
                  <a:cubicBezTo>
                    <a:pt x="24871" y="51742"/>
                    <a:pt x="18581" y="60604"/>
                    <a:pt x="18581" y="76613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1" name="Freihandform: Form 110">
              <a:extLst>
                <a:ext uri="{FF2B5EF4-FFF2-40B4-BE49-F238E27FC236}">
                  <a16:creationId xmlns:a16="http://schemas.microsoft.com/office/drawing/2014/main" id="{2D4815F3-7902-4E48-97B0-6DC7C19707FE}"/>
                </a:ext>
              </a:extLst>
            </p:cNvPr>
            <p:cNvSpPr/>
            <p:nvPr/>
          </p:nvSpPr>
          <p:spPr>
            <a:xfrm>
              <a:off x="2949326" y="-108262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0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2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0" y="46025"/>
                    <a:pt x="72610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1742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2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7157" y="15151"/>
                    <a:pt x="20297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2" name="Freihandform: Form 111">
              <a:extLst>
                <a:ext uri="{FF2B5EF4-FFF2-40B4-BE49-F238E27FC236}">
                  <a16:creationId xmlns:a16="http://schemas.microsoft.com/office/drawing/2014/main" id="{2B2F00D4-968A-452C-AF4B-1E4684C6C40D}"/>
                </a:ext>
              </a:extLst>
            </p:cNvPr>
            <p:cNvSpPr/>
            <p:nvPr/>
          </p:nvSpPr>
          <p:spPr>
            <a:xfrm>
              <a:off x="3043376" y="-108335"/>
              <a:ext cx="48025" cy="81831"/>
            </a:xfrm>
            <a:custGeom>
              <a:avLst/>
              <a:gdLst>
                <a:gd name="connsiteX0" fmla="*/ 48026 w 48025"/>
                <a:gd name="connsiteY0" fmla="*/ 1502 h 81831"/>
                <a:gd name="connsiteX1" fmla="*/ 45167 w 48025"/>
                <a:gd name="connsiteY1" fmla="*/ 20655 h 81831"/>
                <a:gd name="connsiteX2" fmla="*/ 34876 w 48025"/>
                <a:gd name="connsiteY2" fmla="*/ 18083 h 81831"/>
                <a:gd name="connsiteX3" fmla="*/ 18581 w 48025"/>
                <a:gd name="connsiteY3" fmla="*/ 40666 h 81831"/>
                <a:gd name="connsiteX4" fmla="*/ 18581 w 48025"/>
                <a:gd name="connsiteY4" fmla="*/ 81831 h 81831"/>
                <a:gd name="connsiteX5" fmla="*/ 0 w 48025"/>
                <a:gd name="connsiteY5" fmla="*/ 81831 h 81831"/>
                <a:gd name="connsiteX6" fmla="*/ 0 w 48025"/>
                <a:gd name="connsiteY6" fmla="*/ 1788 h 81831"/>
                <a:gd name="connsiteX7" fmla="*/ 18296 w 48025"/>
                <a:gd name="connsiteY7" fmla="*/ 1788 h 81831"/>
                <a:gd name="connsiteX8" fmla="*/ 18296 w 48025"/>
                <a:gd name="connsiteY8" fmla="*/ 12079 h 81831"/>
                <a:gd name="connsiteX9" fmla="*/ 18581 w 48025"/>
                <a:gd name="connsiteY9" fmla="*/ 12079 h 81831"/>
                <a:gd name="connsiteX10" fmla="*/ 39450 w 48025"/>
                <a:gd name="connsiteY10" fmla="*/ 73 h 81831"/>
                <a:gd name="connsiteX11" fmla="*/ 48026 w 48025"/>
                <a:gd name="connsiteY11" fmla="*/ 1502 h 81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025" h="81831">
                  <a:moveTo>
                    <a:pt x="48026" y="1502"/>
                  </a:moveTo>
                  <a:lnTo>
                    <a:pt x="45167" y="20655"/>
                  </a:lnTo>
                  <a:cubicBezTo>
                    <a:pt x="42309" y="19226"/>
                    <a:pt x="38878" y="18083"/>
                    <a:pt x="34876" y="18083"/>
                  </a:cubicBezTo>
                  <a:cubicBezTo>
                    <a:pt x="22012" y="18083"/>
                    <a:pt x="18581" y="28374"/>
                    <a:pt x="18581" y="40666"/>
                  </a:cubicBezTo>
                  <a:lnTo>
                    <a:pt x="18581" y="81831"/>
                  </a:lnTo>
                  <a:lnTo>
                    <a:pt x="0" y="81831"/>
                  </a:lnTo>
                  <a:lnTo>
                    <a:pt x="0" y="1788"/>
                  </a:lnTo>
                  <a:lnTo>
                    <a:pt x="18296" y="1788"/>
                  </a:lnTo>
                  <a:lnTo>
                    <a:pt x="18296" y="12079"/>
                  </a:lnTo>
                  <a:lnTo>
                    <a:pt x="18581" y="12079"/>
                  </a:lnTo>
                  <a:cubicBezTo>
                    <a:pt x="22869" y="4647"/>
                    <a:pt x="30302" y="73"/>
                    <a:pt x="39450" y="73"/>
                  </a:cubicBezTo>
                  <a:cubicBezTo>
                    <a:pt x="42023" y="-213"/>
                    <a:pt x="45167" y="359"/>
                    <a:pt x="48026" y="150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3" name="Freihandform: Form 112">
              <a:extLst>
                <a:ext uri="{FF2B5EF4-FFF2-40B4-BE49-F238E27FC236}">
                  <a16:creationId xmlns:a16="http://schemas.microsoft.com/office/drawing/2014/main" id="{2B7EB169-B440-4481-B1C1-70AD33F7BBAC}"/>
                </a:ext>
              </a:extLst>
            </p:cNvPr>
            <p:cNvSpPr/>
            <p:nvPr/>
          </p:nvSpPr>
          <p:spPr>
            <a:xfrm>
              <a:off x="3103123" y="-84249"/>
              <a:ext cx="39163" cy="17723"/>
            </a:xfrm>
            <a:custGeom>
              <a:avLst/>
              <a:gdLst>
                <a:gd name="connsiteX0" fmla="*/ 39164 w 39163"/>
                <a:gd name="connsiteY0" fmla="*/ 17724 h 17723"/>
                <a:gd name="connsiteX1" fmla="*/ 0 w 39163"/>
                <a:gd name="connsiteY1" fmla="*/ 17724 h 17723"/>
                <a:gd name="connsiteX2" fmla="*/ 0 w 39163"/>
                <a:gd name="connsiteY2" fmla="*/ 0 h 17723"/>
                <a:gd name="connsiteX3" fmla="*/ 39164 w 39163"/>
                <a:gd name="connsiteY3" fmla="*/ 0 h 17723"/>
                <a:gd name="connsiteX4" fmla="*/ 39164 w 39163"/>
                <a:gd name="connsiteY4" fmla="*/ 17724 h 17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163" h="17723">
                  <a:moveTo>
                    <a:pt x="39164" y="17724"/>
                  </a:moveTo>
                  <a:lnTo>
                    <a:pt x="0" y="17724"/>
                  </a:lnTo>
                  <a:lnTo>
                    <a:pt x="0" y="0"/>
                  </a:lnTo>
                  <a:lnTo>
                    <a:pt x="39164" y="0"/>
                  </a:lnTo>
                  <a:lnTo>
                    <a:pt x="39164" y="1772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2" name="Freihandform: Form 161">
              <a:extLst>
                <a:ext uri="{FF2B5EF4-FFF2-40B4-BE49-F238E27FC236}">
                  <a16:creationId xmlns:a16="http://schemas.microsoft.com/office/drawing/2014/main" id="{3A8BE52F-FCE7-4571-B2C2-F617EFF332E5}"/>
                </a:ext>
              </a:extLst>
            </p:cNvPr>
            <p:cNvSpPr/>
            <p:nvPr/>
          </p:nvSpPr>
          <p:spPr>
            <a:xfrm>
              <a:off x="3166014" y="-137135"/>
              <a:ext cx="86617" cy="112632"/>
            </a:xfrm>
            <a:custGeom>
              <a:avLst/>
              <a:gdLst>
                <a:gd name="connsiteX0" fmla="*/ 86618 w 86617"/>
                <a:gd name="connsiteY0" fmla="*/ 66893 h 112632"/>
                <a:gd name="connsiteX1" fmla="*/ 43166 w 86617"/>
                <a:gd name="connsiteY1" fmla="*/ 112632 h 112632"/>
                <a:gd name="connsiteX2" fmla="*/ 0 w 86617"/>
                <a:gd name="connsiteY2" fmla="*/ 66893 h 112632"/>
                <a:gd name="connsiteX3" fmla="*/ 0 w 86617"/>
                <a:gd name="connsiteY3" fmla="*/ 0 h 112632"/>
                <a:gd name="connsiteX4" fmla="*/ 20011 w 86617"/>
                <a:gd name="connsiteY4" fmla="*/ 0 h 112632"/>
                <a:gd name="connsiteX5" fmla="*/ 20011 w 86617"/>
                <a:gd name="connsiteY5" fmla="*/ 65750 h 112632"/>
                <a:gd name="connsiteX6" fmla="*/ 43452 w 86617"/>
                <a:gd name="connsiteY6" fmla="*/ 93765 h 112632"/>
                <a:gd name="connsiteX7" fmla="*/ 66321 w 86617"/>
                <a:gd name="connsiteY7" fmla="*/ 65750 h 112632"/>
                <a:gd name="connsiteX8" fmla="*/ 66321 w 86617"/>
                <a:gd name="connsiteY8" fmla="*/ 0 h 112632"/>
                <a:gd name="connsiteX9" fmla="*/ 86332 w 86617"/>
                <a:gd name="connsiteY9" fmla="*/ 0 h 112632"/>
                <a:gd name="connsiteX10" fmla="*/ 86332 w 86617"/>
                <a:gd name="connsiteY10" fmla="*/ 66893 h 112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6617" h="112632">
                  <a:moveTo>
                    <a:pt x="86618" y="66893"/>
                  </a:moveTo>
                  <a:cubicBezTo>
                    <a:pt x="86618" y="93479"/>
                    <a:pt x="72896" y="112632"/>
                    <a:pt x="43166" y="112632"/>
                  </a:cubicBezTo>
                  <a:cubicBezTo>
                    <a:pt x="13722" y="112632"/>
                    <a:pt x="0" y="93765"/>
                    <a:pt x="0" y="66893"/>
                  </a:cubicBezTo>
                  <a:lnTo>
                    <a:pt x="0" y="0"/>
                  </a:lnTo>
                  <a:lnTo>
                    <a:pt x="20011" y="0"/>
                  </a:lnTo>
                  <a:lnTo>
                    <a:pt x="20011" y="65750"/>
                  </a:lnTo>
                  <a:cubicBezTo>
                    <a:pt x="20011" y="82330"/>
                    <a:pt x="27157" y="93765"/>
                    <a:pt x="43452" y="93765"/>
                  </a:cubicBezTo>
                  <a:cubicBezTo>
                    <a:pt x="59746" y="93765"/>
                    <a:pt x="66321" y="82616"/>
                    <a:pt x="66321" y="65750"/>
                  </a:cubicBezTo>
                  <a:lnTo>
                    <a:pt x="66321" y="0"/>
                  </a:lnTo>
                  <a:lnTo>
                    <a:pt x="86332" y="0"/>
                  </a:lnTo>
                  <a:lnTo>
                    <a:pt x="86332" y="66893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3" name="Freihandform: Form 162">
              <a:extLst>
                <a:ext uri="{FF2B5EF4-FFF2-40B4-BE49-F238E27FC236}">
                  <a16:creationId xmlns:a16="http://schemas.microsoft.com/office/drawing/2014/main" id="{EBC57D1E-1BFE-49FF-8B8B-D1A476895338}"/>
                </a:ext>
              </a:extLst>
            </p:cNvPr>
            <p:cNvSpPr/>
            <p:nvPr/>
          </p:nvSpPr>
          <p:spPr>
            <a:xfrm>
              <a:off x="3277788" y="-108262"/>
              <a:ext cx="68608" cy="82044"/>
            </a:xfrm>
            <a:custGeom>
              <a:avLst/>
              <a:gdLst>
                <a:gd name="connsiteX0" fmla="*/ 68608 w 68608"/>
                <a:gd name="connsiteY0" fmla="*/ 81758 h 82044"/>
                <a:gd name="connsiteX1" fmla="*/ 50027 w 68608"/>
                <a:gd name="connsiteY1" fmla="*/ 81758 h 82044"/>
                <a:gd name="connsiteX2" fmla="*/ 50027 w 68608"/>
                <a:gd name="connsiteY2" fmla="*/ 36019 h 82044"/>
                <a:gd name="connsiteX3" fmla="*/ 35162 w 68608"/>
                <a:gd name="connsiteY3" fmla="*/ 16580 h 82044"/>
                <a:gd name="connsiteX4" fmla="*/ 18581 w 68608"/>
                <a:gd name="connsiteY4" fmla="*/ 36019 h 82044"/>
                <a:gd name="connsiteX5" fmla="*/ 18581 w 68608"/>
                <a:gd name="connsiteY5" fmla="*/ 82044 h 82044"/>
                <a:gd name="connsiteX6" fmla="*/ 0 w 68608"/>
                <a:gd name="connsiteY6" fmla="*/ 82044 h 82044"/>
                <a:gd name="connsiteX7" fmla="*/ 0 w 68608"/>
                <a:gd name="connsiteY7" fmla="*/ 2001 h 82044"/>
                <a:gd name="connsiteX8" fmla="*/ 18581 w 68608"/>
                <a:gd name="connsiteY8" fmla="*/ 2001 h 82044"/>
                <a:gd name="connsiteX9" fmla="*/ 18581 w 68608"/>
                <a:gd name="connsiteY9" fmla="*/ 11721 h 82044"/>
                <a:gd name="connsiteX10" fmla="*/ 18867 w 68608"/>
                <a:gd name="connsiteY10" fmla="*/ 11721 h 82044"/>
                <a:gd name="connsiteX11" fmla="*/ 42309 w 68608"/>
                <a:gd name="connsiteY11" fmla="*/ 0 h 82044"/>
                <a:gd name="connsiteX12" fmla="*/ 68608 w 68608"/>
                <a:gd name="connsiteY12" fmla="*/ 32303 h 82044"/>
                <a:gd name="connsiteX13" fmla="*/ 68608 w 68608"/>
                <a:gd name="connsiteY13" fmla="*/ 81758 h 8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82044">
                  <a:moveTo>
                    <a:pt x="68608" y="81758"/>
                  </a:moveTo>
                  <a:lnTo>
                    <a:pt x="50027" y="81758"/>
                  </a:lnTo>
                  <a:lnTo>
                    <a:pt x="50027" y="36019"/>
                  </a:lnTo>
                  <a:cubicBezTo>
                    <a:pt x="50027" y="24299"/>
                    <a:pt x="46597" y="16580"/>
                    <a:pt x="35162" y="16580"/>
                  </a:cubicBezTo>
                  <a:cubicBezTo>
                    <a:pt x="22012" y="16580"/>
                    <a:pt x="18581" y="27157"/>
                    <a:pt x="18581" y="36019"/>
                  </a:cubicBezTo>
                  <a:lnTo>
                    <a:pt x="18581" y="82044"/>
                  </a:lnTo>
                  <a:lnTo>
                    <a:pt x="0" y="82044"/>
                  </a:lnTo>
                  <a:lnTo>
                    <a:pt x="0" y="2001"/>
                  </a:lnTo>
                  <a:lnTo>
                    <a:pt x="18581" y="2001"/>
                  </a:lnTo>
                  <a:lnTo>
                    <a:pt x="18581" y="11721"/>
                  </a:lnTo>
                  <a:lnTo>
                    <a:pt x="18867" y="11721"/>
                  </a:lnTo>
                  <a:cubicBezTo>
                    <a:pt x="23727" y="4574"/>
                    <a:pt x="32017" y="0"/>
                    <a:pt x="42309" y="0"/>
                  </a:cubicBezTo>
                  <a:cubicBezTo>
                    <a:pt x="60604" y="0"/>
                    <a:pt x="68608" y="13436"/>
                    <a:pt x="68608" y="32303"/>
                  </a:cubicBezTo>
                  <a:lnTo>
                    <a:pt x="68608" y="81758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4" name="Freihandform: Form 163">
              <a:extLst>
                <a:ext uri="{FF2B5EF4-FFF2-40B4-BE49-F238E27FC236}">
                  <a16:creationId xmlns:a16="http://schemas.microsoft.com/office/drawing/2014/main" id="{ED7B1C71-DDF6-41C3-A66A-77C32ADF9674}"/>
                </a:ext>
              </a:extLst>
            </p:cNvPr>
            <p:cNvSpPr/>
            <p:nvPr/>
          </p:nvSpPr>
          <p:spPr>
            <a:xfrm>
              <a:off x="3367551" y="-141994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296"/>
                    <a:pt x="0" y="11435"/>
                  </a:cubicBezTo>
                  <a:cubicBezTo>
                    <a:pt x="0" y="4860"/>
                    <a:pt x="5432" y="0"/>
                    <a:pt x="11721" y="0"/>
                  </a:cubicBezTo>
                  <a:cubicBezTo>
                    <a:pt x="18296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5" name="Freihandform: Form 164">
              <a:extLst>
                <a:ext uri="{FF2B5EF4-FFF2-40B4-BE49-F238E27FC236}">
                  <a16:creationId xmlns:a16="http://schemas.microsoft.com/office/drawing/2014/main" id="{B6EC8814-B5EB-46C2-9FAE-8261321637F6}"/>
                </a:ext>
              </a:extLst>
            </p:cNvPr>
            <p:cNvSpPr/>
            <p:nvPr/>
          </p:nvSpPr>
          <p:spPr>
            <a:xfrm>
              <a:off x="3404428" y="-106261"/>
              <a:ext cx="77755" cy="80043"/>
            </a:xfrm>
            <a:custGeom>
              <a:avLst/>
              <a:gdLst>
                <a:gd name="connsiteX0" fmla="*/ 77756 w 77755"/>
                <a:gd name="connsiteY0" fmla="*/ 0 h 80043"/>
                <a:gd name="connsiteX1" fmla="*/ 48598 w 77755"/>
                <a:gd name="connsiteY1" fmla="*/ 80043 h 80043"/>
                <a:gd name="connsiteX2" fmla="*/ 29158 w 77755"/>
                <a:gd name="connsiteY2" fmla="*/ 80043 h 80043"/>
                <a:gd name="connsiteX3" fmla="*/ 0 w 77755"/>
                <a:gd name="connsiteY3" fmla="*/ 0 h 80043"/>
                <a:gd name="connsiteX4" fmla="*/ 20582 w 77755"/>
                <a:gd name="connsiteY4" fmla="*/ 0 h 80043"/>
                <a:gd name="connsiteX5" fmla="*/ 38878 w 77755"/>
                <a:gd name="connsiteY5" fmla="*/ 58031 h 80043"/>
                <a:gd name="connsiteX6" fmla="*/ 39164 w 77755"/>
                <a:gd name="connsiteY6" fmla="*/ 58031 h 80043"/>
                <a:gd name="connsiteX7" fmla="*/ 57459 w 77755"/>
                <a:gd name="connsiteY7" fmla="*/ 0 h 80043"/>
                <a:gd name="connsiteX8" fmla="*/ 77756 w 77755"/>
                <a:gd name="connsiteY8" fmla="*/ 0 h 80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7755" h="80043">
                  <a:moveTo>
                    <a:pt x="77756" y="0"/>
                  </a:moveTo>
                  <a:lnTo>
                    <a:pt x="48598" y="80043"/>
                  </a:lnTo>
                  <a:lnTo>
                    <a:pt x="29158" y="80043"/>
                  </a:lnTo>
                  <a:lnTo>
                    <a:pt x="0" y="0"/>
                  </a:lnTo>
                  <a:lnTo>
                    <a:pt x="20582" y="0"/>
                  </a:lnTo>
                  <a:lnTo>
                    <a:pt x="38878" y="58031"/>
                  </a:lnTo>
                  <a:lnTo>
                    <a:pt x="39164" y="58031"/>
                  </a:lnTo>
                  <a:lnTo>
                    <a:pt x="57459" y="0"/>
                  </a:lnTo>
                  <a:lnTo>
                    <a:pt x="77756" y="0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6" name="Freihandform: Form 165">
              <a:extLst>
                <a:ext uri="{FF2B5EF4-FFF2-40B4-BE49-F238E27FC236}">
                  <a16:creationId xmlns:a16="http://schemas.microsoft.com/office/drawing/2014/main" id="{FAE679D0-850D-4B66-9747-AE6C9C29B626}"/>
                </a:ext>
              </a:extLst>
            </p:cNvPr>
            <p:cNvSpPr/>
            <p:nvPr/>
          </p:nvSpPr>
          <p:spPr>
            <a:xfrm>
              <a:off x="3490760" y="-108262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1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3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1" y="46025"/>
                    <a:pt x="72611" y="48312"/>
                  </a:cubicBezTo>
                  <a:lnTo>
                    <a:pt x="18867" y="48312"/>
                  </a:lnTo>
                  <a:cubicBezTo>
                    <a:pt x="20869" y="60604"/>
                    <a:pt x="28301" y="67751"/>
                    <a:pt x="39736" y="67751"/>
                  </a:cubicBezTo>
                  <a:cubicBezTo>
                    <a:pt x="47168" y="67751"/>
                    <a:pt x="53172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2028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3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7157" y="15151"/>
                    <a:pt x="20583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7" name="Freihandform: Form 166">
              <a:extLst>
                <a:ext uri="{FF2B5EF4-FFF2-40B4-BE49-F238E27FC236}">
                  <a16:creationId xmlns:a16="http://schemas.microsoft.com/office/drawing/2014/main" id="{E79ED9BA-7ADC-44DB-ACD1-768C0D80A27A}"/>
                </a:ext>
              </a:extLst>
            </p:cNvPr>
            <p:cNvSpPr/>
            <p:nvPr/>
          </p:nvSpPr>
          <p:spPr>
            <a:xfrm>
              <a:off x="3584810" y="-108335"/>
              <a:ext cx="48025" cy="81831"/>
            </a:xfrm>
            <a:custGeom>
              <a:avLst/>
              <a:gdLst>
                <a:gd name="connsiteX0" fmla="*/ 48026 w 48025"/>
                <a:gd name="connsiteY0" fmla="*/ 1502 h 81831"/>
                <a:gd name="connsiteX1" fmla="*/ 45167 w 48025"/>
                <a:gd name="connsiteY1" fmla="*/ 20655 h 81831"/>
                <a:gd name="connsiteX2" fmla="*/ 34876 w 48025"/>
                <a:gd name="connsiteY2" fmla="*/ 18083 h 81831"/>
                <a:gd name="connsiteX3" fmla="*/ 18581 w 48025"/>
                <a:gd name="connsiteY3" fmla="*/ 40666 h 81831"/>
                <a:gd name="connsiteX4" fmla="*/ 18581 w 48025"/>
                <a:gd name="connsiteY4" fmla="*/ 81831 h 81831"/>
                <a:gd name="connsiteX5" fmla="*/ 0 w 48025"/>
                <a:gd name="connsiteY5" fmla="*/ 81831 h 81831"/>
                <a:gd name="connsiteX6" fmla="*/ 0 w 48025"/>
                <a:gd name="connsiteY6" fmla="*/ 1788 h 81831"/>
                <a:gd name="connsiteX7" fmla="*/ 18296 w 48025"/>
                <a:gd name="connsiteY7" fmla="*/ 1788 h 81831"/>
                <a:gd name="connsiteX8" fmla="*/ 18296 w 48025"/>
                <a:gd name="connsiteY8" fmla="*/ 12079 h 81831"/>
                <a:gd name="connsiteX9" fmla="*/ 18581 w 48025"/>
                <a:gd name="connsiteY9" fmla="*/ 12079 h 81831"/>
                <a:gd name="connsiteX10" fmla="*/ 39450 w 48025"/>
                <a:gd name="connsiteY10" fmla="*/ 73 h 81831"/>
                <a:gd name="connsiteX11" fmla="*/ 48026 w 48025"/>
                <a:gd name="connsiteY11" fmla="*/ 1502 h 81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025" h="81831">
                  <a:moveTo>
                    <a:pt x="48026" y="1502"/>
                  </a:moveTo>
                  <a:lnTo>
                    <a:pt x="45167" y="20655"/>
                  </a:lnTo>
                  <a:cubicBezTo>
                    <a:pt x="42308" y="19226"/>
                    <a:pt x="38878" y="18083"/>
                    <a:pt x="34876" y="18083"/>
                  </a:cubicBezTo>
                  <a:cubicBezTo>
                    <a:pt x="22012" y="18083"/>
                    <a:pt x="18581" y="28374"/>
                    <a:pt x="18581" y="40666"/>
                  </a:cubicBezTo>
                  <a:lnTo>
                    <a:pt x="18581" y="81831"/>
                  </a:lnTo>
                  <a:lnTo>
                    <a:pt x="0" y="81831"/>
                  </a:lnTo>
                  <a:lnTo>
                    <a:pt x="0" y="1788"/>
                  </a:lnTo>
                  <a:lnTo>
                    <a:pt x="18296" y="1788"/>
                  </a:lnTo>
                  <a:lnTo>
                    <a:pt x="18296" y="12079"/>
                  </a:lnTo>
                  <a:lnTo>
                    <a:pt x="18581" y="12079"/>
                  </a:lnTo>
                  <a:cubicBezTo>
                    <a:pt x="22869" y="4647"/>
                    <a:pt x="30302" y="73"/>
                    <a:pt x="39450" y="73"/>
                  </a:cubicBezTo>
                  <a:cubicBezTo>
                    <a:pt x="42023" y="-213"/>
                    <a:pt x="45167" y="359"/>
                    <a:pt x="48026" y="150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8" name="Freihandform: Form 167">
              <a:extLst>
                <a:ext uri="{FF2B5EF4-FFF2-40B4-BE49-F238E27FC236}">
                  <a16:creationId xmlns:a16="http://schemas.microsoft.com/office/drawing/2014/main" id="{535B2E40-5185-4931-ADD0-4942629E3028}"/>
                </a:ext>
              </a:extLst>
            </p:cNvPr>
            <p:cNvSpPr/>
            <p:nvPr/>
          </p:nvSpPr>
          <p:spPr>
            <a:xfrm>
              <a:off x="3641698" y="-108548"/>
              <a:ext cx="61747" cy="84045"/>
            </a:xfrm>
            <a:custGeom>
              <a:avLst/>
              <a:gdLst>
                <a:gd name="connsiteX0" fmla="*/ 8862 w 61747"/>
                <a:gd name="connsiteY0" fmla="*/ 59461 h 84045"/>
                <a:gd name="connsiteX1" fmla="*/ 31445 w 61747"/>
                <a:gd name="connsiteY1" fmla="*/ 68322 h 84045"/>
                <a:gd name="connsiteX2" fmla="*/ 43166 w 61747"/>
                <a:gd name="connsiteY2" fmla="*/ 60318 h 84045"/>
                <a:gd name="connsiteX3" fmla="*/ 3144 w 61747"/>
                <a:gd name="connsiteY3" fmla="*/ 24871 h 84045"/>
                <a:gd name="connsiteX4" fmla="*/ 33446 w 61747"/>
                <a:gd name="connsiteY4" fmla="*/ 0 h 84045"/>
                <a:gd name="connsiteX5" fmla="*/ 61176 w 61747"/>
                <a:gd name="connsiteY5" fmla="*/ 8290 h 84045"/>
                <a:gd name="connsiteX6" fmla="*/ 52314 w 61747"/>
                <a:gd name="connsiteY6" fmla="*/ 22869 h 84045"/>
                <a:gd name="connsiteX7" fmla="*/ 33161 w 61747"/>
                <a:gd name="connsiteY7" fmla="*/ 15723 h 84045"/>
                <a:gd name="connsiteX8" fmla="*/ 21726 w 61747"/>
                <a:gd name="connsiteY8" fmla="*/ 23155 h 84045"/>
                <a:gd name="connsiteX9" fmla="*/ 61747 w 61747"/>
                <a:gd name="connsiteY9" fmla="*/ 58603 h 84045"/>
                <a:gd name="connsiteX10" fmla="*/ 30874 w 61747"/>
                <a:gd name="connsiteY10" fmla="*/ 84045 h 84045"/>
                <a:gd name="connsiteX11" fmla="*/ 0 w 61747"/>
                <a:gd name="connsiteY11" fmla="*/ 74326 h 84045"/>
                <a:gd name="connsiteX12" fmla="*/ 8862 w 61747"/>
                <a:gd name="connsiteY12" fmla="*/ 5946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747" h="84045">
                  <a:moveTo>
                    <a:pt x="8862" y="59461"/>
                  </a:moveTo>
                  <a:cubicBezTo>
                    <a:pt x="16866" y="65464"/>
                    <a:pt x="24299" y="68322"/>
                    <a:pt x="31445" y="68322"/>
                  </a:cubicBezTo>
                  <a:cubicBezTo>
                    <a:pt x="38306" y="68322"/>
                    <a:pt x="43166" y="65178"/>
                    <a:pt x="43166" y="60318"/>
                  </a:cubicBezTo>
                  <a:cubicBezTo>
                    <a:pt x="43166" y="46597"/>
                    <a:pt x="3144" y="51456"/>
                    <a:pt x="3144" y="24871"/>
                  </a:cubicBezTo>
                  <a:cubicBezTo>
                    <a:pt x="3144" y="10005"/>
                    <a:pt x="15437" y="0"/>
                    <a:pt x="33446" y="0"/>
                  </a:cubicBezTo>
                  <a:cubicBezTo>
                    <a:pt x="43166" y="0"/>
                    <a:pt x="52600" y="2859"/>
                    <a:pt x="61176" y="8290"/>
                  </a:cubicBezTo>
                  <a:lnTo>
                    <a:pt x="52314" y="22869"/>
                  </a:lnTo>
                  <a:cubicBezTo>
                    <a:pt x="45453" y="18296"/>
                    <a:pt x="39164" y="15723"/>
                    <a:pt x="33161" y="15723"/>
                  </a:cubicBezTo>
                  <a:cubicBezTo>
                    <a:pt x="26300" y="15723"/>
                    <a:pt x="21726" y="18581"/>
                    <a:pt x="21726" y="23155"/>
                  </a:cubicBezTo>
                  <a:cubicBezTo>
                    <a:pt x="21726" y="36305"/>
                    <a:pt x="61747" y="31731"/>
                    <a:pt x="61747" y="58603"/>
                  </a:cubicBezTo>
                  <a:cubicBezTo>
                    <a:pt x="61747" y="73754"/>
                    <a:pt x="49455" y="84045"/>
                    <a:pt x="30874" y="84045"/>
                  </a:cubicBezTo>
                  <a:cubicBezTo>
                    <a:pt x="20297" y="84045"/>
                    <a:pt x="9434" y="80615"/>
                    <a:pt x="0" y="74326"/>
                  </a:cubicBezTo>
                  <a:lnTo>
                    <a:pt x="8862" y="5946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9" name="Freihandform: Form 168">
              <a:extLst>
                <a:ext uri="{FF2B5EF4-FFF2-40B4-BE49-F238E27FC236}">
                  <a16:creationId xmlns:a16="http://schemas.microsoft.com/office/drawing/2014/main" id="{0976CCBC-91D3-4C1C-A658-C18612120031}"/>
                </a:ext>
              </a:extLst>
            </p:cNvPr>
            <p:cNvSpPr/>
            <p:nvPr/>
          </p:nvSpPr>
          <p:spPr>
            <a:xfrm>
              <a:off x="3720884" y="-141994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296"/>
                    <a:pt x="0" y="11435"/>
                  </a:cubicBezTo>
                  <a:cubicBezTo>
                    <a:pt x="0" y="4860"/>
                    <a:pt x="5432" y="0"/>
                    <a:pt x="11721" y="0"/>
                  </a:cubicBezTo>
                  <a:cubicBezTo>
                    <a:pt x="18296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0" name="Freihandform: Form 169">
              <a:extLst>
                <a:ext uri="{FF2B5EF4-FFF2-40B4-BE49-F238E27FC236}">
                  <a16:creationId xmlns:a16="http://schemas.microsoft.com/office/drawing/2014/main" id="{035AA111-8BF2-4A02-965B-10CB5928B8E6}"/>
                </a:ext>
              </a:extLst>
            </p:cNvPr>
            <p:cNvSpPr/>
            <p:nvPr/>
          </p:nvSpPr>
          <p:spPr>
            <a:xfrm>
              <a:off x="3758046" y="-131989"/>
              <a:ext cx="49741" cy="107486"/>
            </a:xfrm>
            <a:custGeom>
              <a:avLst/>
              <a:gdLst>
                <a:gd name="connsiteX0" fmla="*/ 49741 w 49741"/>
                <a:gd name="connsiteY0" fmla="*/ 88619 h 107486"/>
                <a:gd name="connsiteX1" fmla="*/ 49741 w 49741"/>
                <a:gd name="connsiteY1" fmla="*/ 104628 h 107486"/>
                <a:gd name="connsiteX2" fmla="*/ 34018 w 49741"/>
                <a:gd name="connsiteY2" fmla="*/ 107486 h 107486"/>
                <a:gd name="connsiteX3" fmla="*/ 12292 w 49741"/>
                <a:gd name="connsiteY3" fmla="*/ 84903 h 107486"/>
                <a:gd name="connsiteX4" fmla="*/ 12292 w 49741"/>
                <a:gd name="connsiteY4" fmla="*/ 41165 h 107486"/>
                <a:gd name="connsiteX5" fmla="*/ 0 w 49741"/>
                <a:gd name="connsiteY5" fmla="*/ 41165 h 107486"/>
                <a:gd name="connsiteX6" fmla="*/ 0 w 49741"/>
                <a:gd name="connsiteY6" fmla="*/ 25728 h 107486"/>
                <a:gd name="connsiteX7" fmla="*/ 12006 w 49741"/>
                <a:gd name="connsiteY7" fmla="*/ 25728 h 107486"/>
                <a:gd name="connsiteX8" fmla="*/ 12006 w 49741"/>
                <a:gd name="connsiteY8" fmla="*/ 4002 h 107486"/>
                <a:gd name="connsiteX9" fmla="*/ 30588 w 49741"/>
                <a:gd name="connsiteY9" fmla="*/ 0 h 107486"/>
                <a:gd name="connsiteX10" fmla="*/ 30588 w 49741"/>
                <a:gd name="connsiteY10" fmla="*/ 26014 h 107486"/>
                <a:gd name="connsiteX11" fmla="*/ 49741 w 49741"/>
                <a:gd name="connsiteY11" fmla="*/ 26014 h 107486"/>
                <a:gd name="connsiteX12" fmla="*/ 49741 w 49741"/>
                <a:gd name="connsiteY12" fmla="*/ 41451 h 107486"/>
                <a:gd name="connsiteX13" fmla="*/ 30588 w 49741"/>
                <a:gd name="connsiteY13" fmla="*/ 41451 h 107486"/>
                <a:gd name="connsiteX14" fmla="*/ 30588 w 49741"/>
                <a:gd name="connsiteY14" fmla="*/ 80901 h 107486"/>
                <a:gd name="connsiteX15" fmla="*/ 39164 w 49741"/>
                <a:gd name="connsiteY15" fmla="*/ 91478 h 107486"/>
                <a:gd name="connsiteX16" fmla="*/ 49741 w 49741"/>
                <a:gd name="connsiteY16" fmla="*/ 88619 h 10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9741" h="107486">
                  <a:moveTo>
                    <a:pt x="49741" y="88619"/>
                  </a:moveTo>
                  <a:lnTo>
                    <a:pt x="49741" y="104628"/>
                  </a:lnTo>
                  <a:cubicBezTo>
                    <a:pt x="45739" y="106629"/>
                    <a:pt x="39450" y="107486"/>
                    <a:pt x="34018" y="107486"/>
                  </a:cubicBezTo>
                  <a:cubicBezTo>
                    <a:pt x="20011" y="107486"/>
                    <a:pt x="12292" y="99482"/>
                    <a:pt x="12292" y="84903"/>
                  </a:cubicBezTo>
                  <a:lnTo>
                    <a:pt x="12292" y="41165"/>
                  </a:lnTo>
                  <a:lnTo>
                    <a:pt x="0" y="41165"/>
                  </a:lnTo>
                  <a:lnTo>
                    <a:pt x="0" y="25728"/>
                  </a:lnTo>
                  <a:lnTo>
                    <a:pt x="12006" y="25728"/>
                  </a:lnTo>
                  <a:lnTo>
                    <a:pt x="12006" y="4002"/>
                  </a:lnTo>
                  <a:lnTo>
                    <a:pt x="30588" y="0"/>
                  </a:lnTo>
                  <a:lnTo>
                    <a:pt x="30588" y="26014"/>
                  </a:lnTo>
                  <a:lnTo>
                    <a:pt x="49741" y="26014"/>
                  </a:lnTo>
                  <a:lnTo>
                    <a:pt x="49741" y="41451"/>
                  </a:lnTo>
                  <a:lnTo>
                    <a:pt x="30588" y="41451"/>
                  </a:lnTo>
                  <a:lnTo>
                    <a:pt x="30588" y="80901"/>
                  </a:lnTo>
                  <a:cubicBezTo>
                    <a:pt x="30588" y="88333"/>
                    <a:pt x="33161" y="91478"/>
                    <a:pt x="39164" y="91478"/>
                  </a:cubicBezTo>
                  <a:cubicBezTo>
                    <a:pt x="42594" y="91192"/>
                    <a:pt x="46597" y="90048"/>
                    <a:pt x="49741" y="8861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1" name="Freihandform: Form 170">
              <a:extLst>
                <a:ext uri="{FF2B5EF4-FFF2-40B4-BE49-F238E27FC236}">
                  <a16:creationId xmlns:a16="http://schemas.microsoft.com/office/drawing/2014/main" id="{E30D49FB-3B99-401D-8FF3-F44F3B1B2497}"/>
                </a:ext>
              </a:extLst>
            </p:cNvPr>
            <p:cNvSpPr/>
            <p:nvPr/>
          </p:nvSpPr>
          <p:spPr>
            <a:xfrm>
              <a:off x="3822367" y="-140565"/>
              <a:ext cx="67750" cy="116062"/>
            </a:xfrm>
            <a:custGeom>
              <a:avLst/>
              <a:gdLst>
                <a:gd name="connsiteX0" fmla="*/ 34304 w 67750"/>
                <a:gd name="connsiteY0" fmla="*/ 64606 h 116062"/>
                <a:gd name="connsiteX1" fmla="*/ 49455 w 67750"/>
                <a:gd name="connsiteY1" fmla="*/ 66321 h 116062"/>
                <a:gd name="connsiteX2" fmla="*/ 49455 w 67750"/>
                <a:gd name="connsiteY2" fmla="*/ 63463 h 116062"/>
                <a:gd name="connsiteX3" fmla="*/ 31731 w 67750"/>
                <a:gd name="connsiteY3" fmla="*/ 48026 h 116062"/>
                <a:gd name="connsiteX4" fmla="*/ 11435 w 67750"/>
                <a:gd name="connsiteY4" fmla="*/ 52600 h 116062"/>
                <a:gd name="connsiteX5" fmla="*/ 7433 w 67750"/>
                <a:gd name="connsiteY5" fmla="*/ 36877 h 116062"/>
                <a:gd name="connsiteX6" fmla="*/ 33733 w 67750"/>
                <a:gd name="connsiteY6" fmla="*/ 32303 h 116062"/>
                <a:gd name="connsiteX7" fmla="*/ 67751 w 67750"/>
                <a:gd name="connsiteY7" fmla="*/ 63177 h 116062"/>
                <a:gd name="connsiteX8" fmla="*/ 67751 w 67750"/>
                <a:gd name="connsiteY8" fmla="*/ 114347 h 116062"/>
                <a:gd name="connsiteX9" fmla="*/ 50027 w 67750"/>
                <a:gd name="connsiteY9" fmla="*/ 114347 h 116062"/>
                <a:gd name="connsiteX10" fmla="*/ 50027 w 67750"/>
                <a:gd name="connsiteY10" fmla="*/ 105771 h 116062"/>
                <a:gd name="connsiteX11" fmla="*/ 49741 w 67750"/>
                <a:gd name="connsiteY11" fmla="*/ 105771 h 116062"/>
                <a:gd name="connsiteX12" fmla="*/ 26300 w 67750"/>
                <a:gd name="connsiteY12" fmla="*/ 116062 h 116062"/>
                <a:gd name="connsiteX13" fmla="*/ 0 w 67750"/>
                <a:gd name="connsiteY13" fmla="*/ 90620 h 116062"/>
                <a:gd name="connsiteX14" fmla="*/ 34304 w 67750"/>
                <a:gd name="connsiteY14" fmla="*/ 64606 h 116062"/>
                <a:gd name="connsiteX15" fmla="*/ 19153 w 67750"/>
                <a:gd name="connsiteY15" fmla="*/ 21726 h 116062"/>
                <a:gd name="connsiteX16" fmla="*/ 8004 w 67750"/>
                <a:gd name="connsiteY16" fmla="*/ 10863 h 116062"/>
                <a:gd name="connsiteX17" fmla="*/ 19153 w 67750"/>
                <a:gd name="connsiteY17" fmla="*/ 0 h 116062"/>
                <a:gd name="connsiteX18" fmla="*/ 30302 w 67750"/>
                <a:gd name="connsiteY18" fmla="*/ 10863 h 116062"/>
                <a:gd name="connsiteX19" fmla="*/ 19153 w 67750"/>
                <a:gd name="connsiteY19" fmla="*/ 21726 h 116062"/>
                <a:gd name="connsiteX20" fmla="*/ 31160 w 67750"/>
                <a:gd name="connsiteY20" fmla="*/ 102055 h 116062"/>
                <a:gd name="connsiteX21" fmla="*/ 49455 w 67750"/>
                <a:gd name="connsiteY21" fmla="*/ 92335 h 116062"/>
                <a:gd name="connsiteX22" fmla="*/ 49455 w 67750"/>
                <a:gd name="connsiteY22" fmla="*/ 78614 h 116062"/>
                <a:gd name="connsiteX23" fmla="*/ 36305 w 67750"/>
                <a:gd name="connsiteY23" fmla="*/ 77184 h 116062"/>
                <a:gd name="connsiteX24" fmla="*/ 17724 w 67750"/>
                <a:gd name="connsiteY24" fmla="*/ 90334 h 116062"/>
                <a:gd name="connsiteX25" fmla="*/ 31160 w 67750"/>
                <a:gd name="connsiteY25" fmla="*/ 102055 h 116062"/>
                <a:gd name="connsiteX26" fmla="*/ 51742 w 67750"/>
                <a:gd name="connsiteY26" fmla="*/ 21726 h 116062"/>
                <a:gd name="connsiteX27" fmla="*/ 40593 w 67750"/>
                <a:gd name="connsiteY27" fmla="*/ 10863 h 116062"/>
                <a:gd name="connsiteX28" fmla="*/ 51742 w 67750"/>
                <a:gd name="connsiteY28" fmla="*/ 0 h 116062"/>
                <a:gd name="connsiteX29" fmla="*/ 62891 w 67750"/>
                <a:gd name="connsiteY29" fmla="*/ 10863 h 116062"/>
                <a:gd name="connsiteX30" fmla="*/ 51742 w 67750"/>
                <a:gd name="connsiteY30" fmla="*/ 21726 h 116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7750" h="116062">
                  <a:moveTo>
                    <a:pt x="34304" y="64606"/>
                  </a:moveTo>
                  <a:cubicBezTo>
                    <a:pt x="39450" y="64606"/>
                    <a:pt x="44310" y="64892"/>
                    <a:pt x="49455" y="66321"/>
                  </a:cubicBezTo>
                  <a:lnTo>
                    <a:pt x="49455" y="63463"/>
                  </a:lnTo>
                  <a:cubicBezTo>
                    <a:pt x="49455" y="53171"/>
                    <a:pt x="43452" y="48026"/>
                    <a:pt x="31731" y="48026"/>
                  </a:cubicBezTo>
                  <a:cubicBezTo>
                    <a:pt x="25157" y="48026"/>
                    <a:pt x="18010" y="49455"/>
                    <a:pt x="11435" y="52600"/>
                  </a:cubicBezTo>
                  <a:lnTo>
                    <a:pt x="7433" y="36877"/>
                  </a:lnTo>
                  <a:cubicBezTo>
                    <a:pt x="14865" y="34018"/>
                    <a:pt x="24585" y="32303"/>
                    <a:pt x="33733" y="32303"/>
                  </a:cubicBezTo>
                  <a:cubicBezTo>
                    <a:pt x="56316" y="32303"/>
                    <a:pt x="67751" y="42880"/>
                    <a:pt x="67751" y="63177"/>
                  </a:cubicBezTo>
                  <a:lnTo>
                    <a:pt x="67751" y="114347"/>
                  </a:lnTo>
                  <a:lnTo>
                    <a:pt x="50027" y="114347"/>
                  </a:lnTo>
                  <a:lnTo>
                    <a:pt x="50027" y="105771"/>
                  </a:lnTo>
                  <a:lnTo>
                    <a:pt x="49741" y="105771"/>
                  </a:lnTo>
                  <a:cubicBezTo>
                    <a:pt x="42880" y="112918"/>
                    <a:pt x="35734" y="116062"/>
                    <a:pt x="26300" y="116062"/>
                  </a:cubicBezTo>
                  <a:cubicBezTo>
                    <a:pt x="10291" y="116062"/>
                    <a:pt x="0" y="106057"/>
                    <a:pt x="0" y="90620"/>
                  </a:cubicBezTo>
                  <a:cubicBezTo>
                    <a:pt x="0" y="73754"/>
                    <a:pt x="12006" y="64606"/>
                    <a:pt x="34304" y="64606"/>
                  </a:cubicBezTo>
                  <a:close/>
                  <a:moveTo>
                    <a:pt x="19153" y="21726"/>
                  </a:moveTo>
                  <a:cubicBezTo>
                    <a:pt x="13150" y="21726"/>
                    <a:pt x="8004" y="16580"/>
                    <a:pt x="8004" y="10863"/>
                  </a:cubicBezTo>
                  <a:cubicBezTo>
                    <a:pt x="8004" y="5146"/>
                    <a:pt x="13150" y="0"/>
                    <a:pt x="19153" y="0"/>
                  </a:cubicBezTo>
                  <a:cubicBezTo>
                    <a:pt x="25157" y="0"/>
                    <a:pt x="30302" y="5146"/>
                    <a:pt x="30302" y="10863"/>
                  </a:cubicBezTo>
                  <a:cubicBezTo>
                    <a:pt x="30302" y="16866"/>
                    <a:pt x="25157" y="21726"/>
                    <a:pt x="19153" y="21726"/>
                  </a:cubicBezTo>
                  <a:close/>
                  <a:moveTo>
                    <a:pt x="31160" y="102055"/>
                  </a:moveTo>
                  <a:cubicBezTo>
                    <a:pt x="38021" y="102055"/>
                    <a:pt x="44310" y="98625"/>
                    <a:pt x="49455" y="92335"/>
                  </a:cubicBezTo>
                  <a:lnTo>
                    <a:pt x="49455" y="78614"/>
                  </a:lnTo>
                  <a:cubicBezTo>
                    <a:pt x="45167" y="77470"/>
                    <a:pt x="40593" y="77184"/>
                    <a:pt x="36305" y="77184"/>
                  </a:cubicBezTo>
                  <a:cubicBezTo>
                    <a:pt x="24585" y="77184"/>
                    <a:pt x="17724" y="81758"/>
                    <a:pt x="17724" y="90334"/>
                  </a:cubicBezTo>
                  <a:cubicBezTo>
                    <a:pt x="17724" y="97481"/>
                    <a:pt x="22869" y="102055"/>
                    <a:pt x="31160" y="102055"/>
                  </a:cubicBezTo>
                  <a:close/>
                  <a:moveTo>
                    <a:pt x="51742" y="21726"/>
                  </a:moveTo>
                  <a:cubicBezTo>
                    <a:pt x="45739" y="21726"/>
                    <a:pt x="40593" y="16580"/>
                    <a:pt x="40593" y="10863"/>
                  </a:cubicBezTo>
                  <a:cubicBezTo>
                    <a:pt x="40593" y="5146"/>
                    <a:pt x="45739" y="0"/>
                    <a:pt x="51742" y="0"/>
                  </a:cubicBezTo>
                  <a:cubicBezTo>
                    <a:pt x="57745" y="0"/>
                    <a:pt x="62891" y="5146"/>
                    <a:pt x="62891" y="10863"/>
                  </a:cubicBezTo>
                  <a:cubicBezTo>
                    <a:pt x="62891" y="16866"/>
                    <a:pt x="57745" y="21726"/>
                    <a:pt x="51742" y="21726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2" name="Freihandform: Form 171">
              <a:extLst>
                <a:ext uri="{FF2B5EF4-FFF2-40B4-BE49-F238E27FC236}">
                  <a16:creationId xmlns:a16="http://schemas.microsoft.com/office/drawing/2014/main" id="{93C372F5-6FE4-4768-92C0-35A768942164}"/>
                </a:ext>
              </a:extLst>
            </p:cNvPr>
            <p:cNvSpPr/>
            <p:nvPr/>
          </p:nvSpPr>
          <p:spPr>
            <a:xfrm>
              <a:off x="3904697" y="-131989"/>
              <a:ext cx="49740" cy="107486"/>
            </a:xfrm>
            <a:custGeom>
              <a:avLst/>
              <a:gdLst>
                <a:gd name="connsiteX0" fmla="*/ 49741 w 49740"/>
                <a:gd name="connsiteY0" fmla="*/ 88619 h 107486"/>
                <a:gd name="connsiteX1" fmla="*/ 49741 w 49740"/>
                <a:gd name="connsiteY1" fmla="*/ 104628 h 107486"/>
                <a:gd name="connsiteX2" fmla="*/ 34018 w 49740"/>
                <a:gd name="connsiteY2" fmla="*/ 107486 h 107486"/>
                <a:gd name="connsiteX3" fmla="*/ 12292 w 49740"/>
                <a:gd name="connsiteY3" fmla="*/ 84903 h 107486"/>
                <a:gd name="connsiteX4" fmla="*/ 12292 w 49740"/>
                <a:gd name="connsiteY4" fmla="*/ 41165 h 107486"/>
                <a:gd name="connsiteX5" fmla="*/ 0 w 49740"/>
                <a:gd name="connsiteY5" fmla="*/ 41165 h 107486"/>
                <a:gd name="connsiteX6" fmla="*/ 0 w 49740"/>
                <a:gd name="connsiteY6" fmla="*/ 25728 h 107486"/>
                <a:gd name="connsiteX7" fmla="*/ 12006 w 49740"/>
                <a:gd name="connsiteY7" fmla="*/ 25728 h 107486"/>
                <a:gd name="connsiteX8" fmla="*/ 12006 w 49740"/>
                <a:gd name="connsiteY8" fmla="*/ 4002 h 107486"/>
                <a:gd name="connsiteX9" fmla="*/ 30588 w 49740"/>
                <a:gd name="connsiteY9" fmla="*/ 0 h 107486"/>
                <a:gd name="connsiteX10" fmla="*/ 30588 w 49740"/>
                <a:gd name="connsiteY10" fmla="*/ 26014 h 107486"/>
                <a:gd name="connsiteX11" fmla="*/ 49741 w 49740"/>
                <a:gd name="connsiteY11" fmla="*/ 26014 h 107486"/>
                <a:gd name="connsiteX12" fmla="*/ 49741 w 49740"/>
                <a:gd name="connsiteY12" fmla="*/ 41451 h 107486"/>
                <a:gd name="connsiteX13" fmla="*/ 30588 w 49740"/>
                <a:gd name="connsiteY13" fmla="*/ 41451 h 107486"/>
                <a:gd name="connsiteX14" fmla="*/ 30588 w 49740"/>
                <a:gd name="connsiteY14" fmla="*/ 80901 h 107486"/>
                <a:gd name="connsiteX15" fmla="*/ 39164 w 49740"/>
                <a:gd name="connsiteY15" fmla="*/ 91478 h 107486"/>
                <a:gd name="connsiteX16" fmla="*/ 49741 w 49740"/>
                <a:gd name="connsiteY16" fmla="*/ 88619 h 10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9740" h="107486">
                  <a:moveTo>
                    <a:pt x="49741" y="88619"/>
                  </a:moveTo>
                  <a:lnTo>
                    <a:pt x="49741" y="104628"/>
                  </a:lnTo>
                  <a:cubicBezTo>
                    <a:pt x="45739" y="106629"/>
                    <a:pt x="39450" y="107486"/>
                    <a:pt x="34018" y="107486"/>
                  </a:cubicBezTo>
                  <a:cubicBezTo>
                    <a:pt x="20011" y="107486"/>
                    <a:pt x="12292" y="99482"/>
                    <a:pt x="12292" y="84903"/>
                  </a:cubicBezTo>
                  <a:lnTo>
                    <a:pt x="12292" y="41165"/>
                  </a:lnTo>
                  <a:lnTo>
                    <a:pt x="0" y="41165"/>
                  </a:lnTo>
                  <a:lnTo>
                    <a:pt x="0" y="25728"/>
                  </a:lnTo>
                  <a:lnTo>
                    <a:pt x="12006" y="25728"/>
                  </a:lnTo>
                  <a:lnTo>
                    <a:pt x="12006" y="4002"/>
                  </a:lnTo>
                  <a:lnTo>
                    <a:pt x="30588" y="0"/>
                  </a:lnTo>
                  <a:lnTo>
                    <a:pt x="30588" y="26014"/>
                  </a:lnTo>
                  <a:lnTo>
                    <a:pt x="49741" y="26014"/>
                  </a:lnTo>
                  <a:lnTo>
                    <a:pt x="49741" y="41451"/>
                  </a:lnTo>
                  <a:lnTo>
                    <a:pt x="30588" y="41451"/>
                  </a:lnTo>
                  <a:lnTo>
                    <a:pt x="30588" y="80901"/>
                  </a:lnTo>
                  <a:cubicBezTo>
                    <a:pt x="30588" y="88333"/>
                    <a:pt x="33161" y="91478"/>
                    <a:pt x="39164" y="91478"/>
                  </a:cubicBezTo>
                  <a:cubicBezTo>
                    <a:pt x="42880" y="91192"/>
                    <a:pt x="46596" y="90048"/>
                    <a:pt x="49741" y="8861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3" name="Freihandform: Form 172">
              <a:extLst>
                <a:ext uri="{FF2B5EF4-FFF2-40B4-BE49-F238E27FC236}">
                  <a16:creationId xmlns:a16="http://schemas.microsoft.com/office/drawing/2014/main" id="{6ECAFD3F-DC1A-49C8-BBAE-CCE1DED8C939}"/>
                </a:ext>
              </a:extLst>
            </p:cNvPr>
            <p:cNvSpPr/>
            <p:nvPr/>
          </p:nvSpPr>
          <p:spPr>
            <a:xfrm>
              <a:off x="1649198" y="35815"/>
              <a:ext cx="77756" cy="110630"/>
            </a:xfrm>
            <a:custGeom>
              <a:avLst/>
              <a:gdLst>
                <a:gd name="connsiteX0" fmla="*/ 77756 w 77756"/>
                <a:gd name="connsiteY0" fmla="*/ 33447 h 110630"/>
                <a:gd name="connsiteX1" fmla="*/ 38020 w 77756"/>
                <a:gd name="connsiteY1" fmla="*/ 68323 h 110630"/>
                <a:gd name="connsiteX2" fmla="*/ 19725 w 77756"/>
                <a:gd name="connsiteY2" fmla="*/ 68323 h 110630"/>
                <a:gd name="connsiteX3" fmla="*/ 19725 w 77756"/>
                <a:gd name="connsiteY3" fmla="*/ 110631 h 110630"/>
                <a:gd name="connsiteX4" fmla="*/ 0 w 77756"/>
                <a:gd name="connsiteY4" fmla="*/ 110631 h 110630"/>
                <a:gd name="connsiteX5" fmla="*/ 0 w 77756"/>
                <a:gd name="connsiteY5" fmla="*/ 0 h 110630"/>
                <a:gd name="connsiteX6" fmla="*/ 39164 w 77756"/>
                <a:gd name="connsiteY6" fmla="*/ 0 h 110630"/>
                <a:gd name="connsiteX7" fmla="*/ 77756 w 77756"/>
                <a:gd name="connsiteY7" fmla="*/ 33447 h 110630"/>
                <a:gd name="connsiteX8" fmla="*/ 58031 w 77756"/>
                <a:gd name="connsiteY8" fmla="*/ 34304 h 110630"/>
                <a:gd name="connsiteX9" fmla="*/ 38306 w 77756"/>
                <a:gd name="connsiteY9" fmla="*/ 17438 h 110630"/>
                <a:gd name="connsiteX10" fmla="*/ 19725 w 77756"/>
                <a:gd name="connsiteY10" fmla="*/ 17438 h 110630"/>
                <a:gd name="connsiteX11" fmla="*/ 19725 w 77756"/>
                <a:gd name="connsiteY11" fmla="*/ 51170 h 110630"/>
                <a:gd name="connsiteX12" fmla="*/ 37735 w 77756"/>
                <a:gd name="connsiteY12" fmla="*/ 51170 h 110630"/>
                <a:gd name="connsiteX13" fmla="*/ 58031 w 77756"/>
                <a:gd name="connsiteY13" fmla="*/ 34304 h 110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7756" h="110630">
                  <a:moveTo>
                    <a:pt x="77756" y="33447"/>
                  </a:moveTo>
                  <a:cubicBezTo>
                    <a:pt x="77756" y="57460"/>
                    <a:pt x="61176" y="68323"/>
                    <a:pt x="38020" y="68323"/>
                  </a:cubicBezTo>
                  <a:lnTo>
                    <a:pt x="19725" y="68323"/>
                  </a:lnTo>
                  <a:lnTo>
                    <a:pt x="19725" y="110631"/>
                  </a:lnTo>
                  <a:lnTo>
                    <a:pt x="0" y="110631"/>
                  </a:lnTo>
                  <a:lnTo>
                    <a:pt x="0" y="0"/>
                  </a:lnTo>
                  <a:lnTo>
                    <a:pt x="39164" y="0"/>
                  </a:lnTo>
                  <a:cubicBezTo>
                    <a:pt x="61462" y="0"/>
                    <a:pt x="77756" y="9720"/>
                    <a:pt x="77756" y="33447"/>
                  </a:cubicBezTo>
                  <a:close/>
                  <a:moveTo>
                    <a:pt x="58031" y="34304"/>
                  </a:moveTo>
                  <a:cubicBezTo>
                    <a:pt x="58031" y="22869"/>
                    <a:pt x="50884" y="17438"/>
                    <a:pt x="38306" y="17438"/>
                  </a:cubicBezTo>
                  <a:lnTo>
                    <a:pt x="19725" y="17438"/>
                  </a:lnTo>
                  <a:lnTo>
                    <a:pt x="19725" y="51170"/>
                  </a:lnTo>
                  <a:lnTo>
                    <a:pt x="37735" y="51170"/>
                  </a:lnTo>
                  <a:cubicBezTo>
                    <a:pt x="50884" y="51170"/>
                    <a:pt x="58031" y="45453"/>
                    <a:pt x="58031" y="34304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4" name="Freihandform: Form 173">
              <a:extLst>
                <a:ext uri="{FF2B5EF4-FFF2-40B4-BE49-F238E27FC236}">
                  <a16:creationId xmlns:a16="http://schemas.microsoft.com/office/drawing/2014/main" id="{48A36F42-3BFC-491C-BE5A-6519DC868322}"/>
                </a:ext>
              </a:extLst>
            </p:cNvPr>
            <p:cNvSpPr/>
            <p:nvPr/>
          </p:nvSpPr>
          <p:spPr>
            <a:xfrm>
              <a:off x="1744678" y="29811"/>
              <a:ext cx="68608" cy="116920"/>
            </a:xfrm>
            <a:custGeom>
              <a:avLst/>
              <a:gdLst>
                <a:gd name="connsiteX0" fmla="*/ 68608 w 68608"/>
                <a:gd name="connsiteY0" fmla="*/ 116634 h 116920"/>
                <a:gd name="connsiteX1" fmla="*/ 50027 w 68608"/>
                <a:gd name="connsiteY1" fmla="*/ 116634 h 116920"/>
                <a:gd name="connsiteX2" fmla="*/ 50027 w 68608"/>
                <a:gd name="connsiteY2" fmla="*/ 70895 h 116920"/>
                <a:gd name="connsiteX3" fmla="*/ 35162 w 68608"/>
                <a:gd name="connsiteY3" fmla="*/ 51456 h 116920"/>
                <a:gd name="connsiteX4" fmla="*/ 18581 w 68608"/>
                <a:gd name="connsiteY4" fmla="*/ 70895 h 116920"/>
                <a:gd name="connsiteX5" fmla="*/ 18581 w 68608"/>
                <a:gd name="connsiteY5" fmla="*/ 116920 h 116920"/>
                <a:gd name="connsiteX6" fmla="*/ 0 w 68608"/>
                <a:gd name="connsiteY6" fmla="*/ 116920 h 116920"/>
                <a:gd name="connsiteX7" fmla="*/ 0 w 68608"/>
                <a:gd name="connsiteY7" fmla="*/ 4574 h 116920"/>
                <a:gd name="connsiteX8" fmla="*/ 18581 w 68608"/>
                <a:gd name="connsiteY8" fmla="*/ 0 h 116920"/>
                <a:gd name="connsiteX9" fmla="*/ 18581 w 68608"/>
                <a:gd name="connsiteY9" fmla="*/ 46597 h 116920"/>
                <a:gd name="connsiteX10" fmla="*/ 18867 w 68608"/>
                <a:gd name="connsiteY10" fmla="*/ 46597 h 116920"/>
                <a:gd name="connsiteX11" fmla="*/ 42308 w 68608"/>
                <a:gd name="connsiteY11" fmla="*/ 34876 h 116920"/>
                <a:gd name="connsiteX12" fmla="*/ 68608 w 68608"/>
                <a:gd name="connsiteY12" fmla="*/ 67179 h 116920"/>
                <a:gd name="connsiteX13" fmla="*/ 68608 w 68608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116920">
                  <a:moveTo>
                    <a:pt x="68608" y="116634"/>
                  </a:moveTo>
                  <a:lnTo>
                    <a:pt x="50027" y="116634"/>
                  </a:lnTo>
                  <a:lnTo>
                    <a:pt x="50027" y="70895"/>
                  </a:lnTo>
                  <a:cubicBezTo>
                    <a:pt x="50027" y="59175"/>
                    <a:pt x="46311" y="51456"/>
                    <a:pt x="35162" y="51456"/>
                  </a:cubicBezTo>
                  <a:cubicBezTo>
                    <a:pt x="22298" y="51456"/>
                    <a:pt x="18581" y="61748"/>
                    <a:pt x="18581" y="70895"/>
                  </a:cubicBezTo>
                  <a:lnTo>
                    <a:pt x="18581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7"/>
                  </a:lnTo>
                  <a:lnTo>
                    <a:pt x="18867" y="46597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5" name="Freihandform: Form 174">
              <a:extLst>
                <a:ext uri="{FF2B5EF4-FFF2-40B4-BE49-F238E27FC236}">
                  <a16:creationId xmlns:a16="http://schemas.microsoft.com/office/drawing/2014/main" id="{3693DCE3-71A5-4A47-9738-CD4D659B4EE3}"/>
                </a:ext>
              </a:extLst>
            </p:cNvPr>
            <p:cNvSpPr/>
            <p:nvPr/>
          </p:nvSpPr>
          <p:spPr>
            <a:xfrm>
              <a:off x="1834440" y="30955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010"/>
                    <a:pt x="0" y="11435"/>
                  </a:cubicBezTo>
                  <a:cubicBezTo>
                    <a:pt x="0" y="4860"/>
                    <a:pt x="5431" y="0"/>
                    <a:pt x="11721" y="0"/>
                  </a:cubicBezTo>
                  <a:cubicBezTo>
                    <a:pt x="18296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6" name="Freihandform: Form 175">
              <a:extLst>
                <a:ext uri="{FF2B5EF4-FFF2-40B4-BE49-F238E27FC236}">
                  <a16:creationId xmlns:a16="http://schemas.microsoft.com/office/drawing/2014/main" id="{21364D41-7C1D-4357-8DC8-A2DD8A499D59}"/>
                </a:ext>
              </a:extLst>
            </p:cNvPr>
            <p:cNvSpPr/>
            <p:nvPr/>
          </p:nvSpPr>
          <p:spPr>
            <a:xfrm>
              <a:off x="1880465" y="29525"/>
              <a:ext cx="18581" cy="116920"/>
            </a:xfrm>
            <a:custGeom>
              <a:avLst/>
              <a:gdLst>
                <a:gd name="connsiteX0" fmla="*/ 18581 w 18581"/>
                <a:gd name="connsiteY0" fmla="*/ 116920 h 116920"/>
                <a:gd name="connsiteX1" fmla="*/ 0 w 18581"/>
                <a:gd name="connsiteY1" fmla="*/ 116920 h 116920"/>
                <a:gd name="connsiteX2" fmla="*/ 0 w 18581"/>
                <a:gd name="connsiteY2" fmla="*/ 4288 h 116920"/>
                <a:gd name="connsiteX3" fmla="*/ 18581 w 18581"/>
                <a:gd name="connsiteY3" fmla="*/ 0 h 116920"/>
                <a:gd name="connsiteX4" fmla="*/ 18581 w 18581"/>
                <a:gd name="connsiteY4" fmla="*/ 116920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81" h="116920">
                  <a:moveTo>
                    <a:pt x="18581" y="116920"/>
                  </a:moveTo>
                  <a:lnTo>
                    <a:pt x="0" y="116920"/>
                  </a:lnTo>
                  <a:lnTo>
                    <a:pt x="0" y="4288"/>
                  </a:lnTo>
                  <a:lnTo>
                    <a:pt x="18581" y="0"/>
                  </a:lnTo>
                  <a:lnTo>
                    <a:pt x="18581" y="116920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7" name="Freihandform: Form 176">
              <a:extLst>
                <a:ext uri="{FF2B5EF4-FFF2-40B4-BE49-F238E27FC236}">
                  <a16:creationId xmlns:a16="http://schemas.microsoft.com/office/drawing/2014/main" id="{87EBE9B0-9706-4D68-B820-45821EF38E6B}"/>
                </a:ext>
              </a:extLst>
            </p:cNvPr>
            <p:cNvSpPr/>
            <p:nvPr/>
          </p:nvSpPr>
          <p:spPr>
            <a:xfrm>
              <a:off x="1919343" y="64401"/>
              <a:ext cx="77184" cy="84045"/>
            </a:xfrm>
            <a:custGeom>
              <a:avLst/>
              <a:gdLst>
                <a:gd name="connsiteX0" fmla="*/ 0 w 77184"/>
                <a:gd name="connsiteY0" fmla="*/ 42023 h 84045"/>
                <a:gd name="connsiteX1" fmla="*/ 38878 w 77184"/>
                <a:gd name="connsiteY1" fmla="*/ 0 h 84045"/>
                <a:gd name="connsiteX2" fmla="*/ 77184 w 77184"/>
                <a:gd name="connsiteY2" fmla="*/ 42023 h 84045"/>
                <a:gd name="connsiteX3" fmla="*/ 38878 w 77184"/>
                <a:gd name="connsiteY3" fmla="*/ 84045 h 84045"/>
                <a:gd name="connsiteX4" fmla="*/ 0 w 77184"/>
                <a:gd name="connsiteY4" fmla="*/ 42023 h 84045"/>
                <a:gd name="connsiteX5" fmla="*/ 58317 w 77184"/>
                <a:gd name="connsiteY5" fmla="*/ 42309 h 84045"/>
                <a:gd name="connsiteX6" fmla="*/ 38306 w 77184"/>
                <a:gd name="connsiteY6" fmla="*/ 17152 h 84045"/>
                <a:gd name="connsiteX7" fmla="*/ 18296 w 77184"/>
                <a:gd name="connsiteY7" fmla="*/ 42023 h 84045"/>
                <a:gd name="connsiteX8" fmla="*/ 38306 w 77184"/>
                <a:gd name="connsiteY8" fmla="*/ 67465 h 84045"/>
                <a:gd name="connsiteX9" fmla="*/ 58317 w 77184"/>
                <a:gd name="connsiteY9" fmla="*/ 42309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7184" h="84045">
                  <a:moveTo>
                    <a:pt x="0" y="42023"/>
                  </a:moveTo>
                  <a:cubicBezTo>
                    <a:pt x="0" y="16866"/>
                    <a:pt x="15437" y="0"/>
                    <a:pt x="38878" y="0"/>
                  </a:cubicBezTo>
                  <a:cubicBezTo>
                    <a:pt x="62033" y="0"/>
                    <a:pt x="77184" y="16580"/>
                    <a:pt x="77184" y="42023"/>
                  </a:cubicBezTo>
                  <a:cubicBezTo>
                    <a:pt x="77184" y="67179"/>
                    <a:pt x="62319" y="84045"/>
                    <a:pt x="38878" y="84045"/>
                  </a:cubicBezTo>
                  <a:cubicBezTo>
                    <a:pt x="15723" y="84045"/>
                    <a:pt x="0" y="67465"/>
                    <a:pt x="0" y="42023"/>
                  </a:cubicBezTo>
                  <a:close/>
                  <a:moveTo>
                    <a:pt x="58317" y="42309"/>
                  </a:moveTo>
                  <a:cubicBezTo>
                    <a:pt x="58317" y="26872"/>
                    <a:pt x="50599" y="17152"/>
                    <a:pt x="38306" y="17152"/>
                  </a:cubicBezTo>
                  <a:cubicBezTo>
                    <a:pt x="26014" y="17152"/>
                    <a:pt x="18296" y="26872"/>
                    <a:pt x="18296" y="42023"/>
                  </a:cubicBezTo>
                  <a:cubicBezTo>
                    <a:pt x="18296" y="57460"/>
                    <a:pt x="26014" y="67465"/>
                    <a:pt x="38306" y="67465"/>
                  </a:cubicBezTo>
                  <a:cubicBezTo>
                    <a:pt x="50885" y="67179"/>
                    <a:pt x="58317" y="57745"/>
                    <a:pt x="58317" y="4230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8" name="Freihandform: Form 177">
              <a:extLst>
                <a:ext uri="{FF2B5EF4-FFF2-40B4-BE49-F238E27FC236}">
                  <a16:creationId xmlns:a16="http://schemas.microsoft.com/office/drawing/2014/main" id="{A16E2C14-CB51-498C-8A0A-7E74DA2FC22D}"/>
                </a:ext>
              </a:extLst>
            </p:cNvPr>
            <p:cNvSpPr/>
            <p:nvPr/>
          </p:nvSpPr>
          <p:spPr>
            <a:xfrm>
              <a:off x="2008534" y="64401"/>
              <a:ext cx="61747" cy="84045"/>
            </a:xfrm>
            <a:custGeom>
              <a:avLst/>
              <a:gdLst>
                <a:gd name="connsiteX0" fmla="*/ 8862 w 61747"/>
                <a:gd name="connsiteY0" fmla="*/ 59461 h 84045"/>
                <a:gd name="connsiteX1" fmla="*/ 31445 w 61747"/>
                <a:gd name="connsiteY1" fmla="*/ 68323 h 84045"/>
                <a:gd name="connsiteX2" fmla="*/ 43166 w 61747"/>
                <a:gd name="connsiteY2" fmla="*/ 60318 h 84045"/>
                <a:gd name="connsiteX3" fmla="*/ 3145 w 61747"/>
                <a:gd name="connsiteY3" fmla="*/ 24871 h 84045"/>
                <a:gd name="connsiteX4" fmla="*/ 33447 w 61747"/>
                <a:gd name="connsiteY4" fmla="*/ 0 h 84045"/>
                <a:gd name="connsiteX5" fmla="*/ 61176 w 61747"/>
                <a:gd name="connsiteY5" fmla="*/ 8290 h 84045"/>
                <a:gd name="connsiteX6" fmla="*/ 52314 w 61747"/>
                <a:gd name="connsiteY6" fmla="*/ 22869 h 84045"/>
                <a:gd name="connsiteX7" fmla="*/ 33161 w 61747"/>
                <a:gd name="connsiteY7" fmla="*/ 15723 h 84045"/>
                <a:gd name="connsiteX8" fmla="*/ 21726 w 61747"/>
                <a:gd name="connsiteY8" fmla="*/ 23155 h 84045"/>
                <a:gd name="connsiteX9" fmla="*/ 61747 w 61747"/>
                <a:gd name="connsiteY9" fmla="*/ 58603 h 84045"/>
                <a:gd name="connsiteX10" fmla="*/ 30874 w 61747"/>
                <a:gd name="connsiteY10" fmla="*/ 84045 h 84045"/>
                <a:gd name="connsiteX11" fmla="*/ 0 w 61747"/>
                <a:gd name="connsiteY11" fmla="*/ 74326 h 84045"/>
                <a:gd name="connsiteX12" fmla="*/ 8862 w 61747"/>
                <a:gd name="connsiteY12" fmla="*/ 5946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747" h="84045">
                  <a:moveTo>
                    <a:pt x="8862" y="59461"/>
                  </a:moveTo>
                  <a:cubicBezTo>
                    <a:pt x="16580" y="65464"/>
                    <a:pt x="24299" y="68323"/>
                    <a:pt x="31445" y="68323"/>
                  </a:cubicBezTo>
                  <a:cubicBezTo>
                    <a:pt x="38306" y="68323"/>
                    <a:pt x="43166" y="65178"/>
                    <a:pt x="43166" y="60318"/>
                  </a:cubicBezTo>
                  <a:cubicBezTo>
                    <a:pt x="43166" y="46597"/>
                    <a:pt x="3145" y="51456"/>
                    <a:pt x="3145" y="24871"/>
                  </a:cubicBezTo>
                  <a:cubicBezTo>
                    <a:pt x="3145" y="10005"/>
                    <a:pt x="15437" y="0"/>
                    <a:pt x="33447" y="0"/>
                  </a:cubicBezTo>
                  <a:cubicBezTo>
                    <a:pt x="43166" y="0"/>
                    <a:pt x="52600" y="2859"/>
                    <a:pt x="61176" y="8290"/>
                  </a:cubicBezTo>
                  <a:lnTo>
                    <a:pt x="52314" y="22869"/>
                  </a:lnTo>
                  <a:cubicBezTo>
                    <a:pt x="45453" y="18296"/>
                    <a:pt x="39164" y="15723"/>
                    <a:pt x="33161" y="15723"/>
                  </a:cubicBezTo>
                  <a:cubicBezTo>
                    <a:pt x="26300" y="15723"/>
                    <a:pt x="21726" y="18581"/>
                    <a:pt x="21726" y="23155"/>
                  </a:cubicBezTo>
                  <a:cubicBezTo>
                    <a:pt x="21726" y="36305"/>
                    <a:pt x="61747" y="31731"/>
                    <a:pt x="61747" y="58603"/>
                  </a:cubicBezTo>
                  <a:cubicBezTo>
                    <a:pt x="61747" y="73754"/>
                    <a:pt x="49455" y="84045"/>
                    <a:pt x="30874" y="84045"/>
                  </a:cubicBezTo>
                  <a:cubicBezTo>
                    <a:pt x="20297" y="84045"/>
                    <a:pt x="9434" y="80615"/>
                    <a:pt x="0" y="74326"/>
                  </a:cubicBezTo>
                  <a:lnTo>
                    <a:pt x="8862" y="5946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9" name="Freihandform: Form 178">
              <a:extLst>
                <a:ext uri="{FF2B5EF4-FFF2-40B4-BE49-F238E27FC236}">
                  <a16:creationId xmlns:a16="http://schemas.microsoft.com/office/drawing/2014/main" id="{D5C32CF5-EEF3-4940-AC0D-840D455384A6}"/>
                </a:ext>
              </a:extLst>
            </p:cNvPr>
            <p:cNvSpPr/>
            <p:nvPr/>
          </p:nvSpPr>
          <p:spPr>
            <a:xfrm>
              <a:off x="2085433" y="64401"/>
              <a:ext cx="77184" cy="84045"/>
            </a:xfrm>
            <a:custGeom>
              <a:avLst/>
              <a:gdLst>
                <a:gd name="connsiteX0" fmla="*/ 0 w 77184"/>
                <a:gd name="connsiteY0" fmla="*/ 42023 h 84045"/>
                <a:gd name="connsiteX1" fmla="*/ 38878 w 77184"/>
                <a:gd name="connsiteY1" fmla="*/ 0 h 84045"/>
                <a:gd name="connsiteX2" fmla="*/ 77184 w 77184"/>
                <a:gd name="connsiteY2" fmla="*/ 42023 h 84045"/>
                <a:gd name="connsiteX3" fmla="*/ 38878 w 77184"/>
                <a:gd name="connsiteY3" fmla="*/ 84045 h 84045"/>
                <a:gd name="connsiteX4" fmla="*/ 0 w 77184"/>
                <a:gd name="connsiteY4" fmla="*/ 42023 h 84045"/>
                <a:gd name="connsiteX5" fmla="*/ 58317 w 77184"/>
                <a:gd name="connsiteY5" fmla="*/ 42309 h 84045"/>
                <a:gd name="connsiteX6" fmla="*/ 38306 w 77184"/>
                <a:gd name="connsiteY6" fmla="*/ 17152 h 84045"/>
                <a:gd name="connsiteX7" fmla="*/ 18296 w 77184"/>
                <a:gd name="connsiteY7" fmla="*/ 42023 h 84045"/>
                <a:gd name="connsiteX8" fmla="*/ 38306 w 77184"/>
                <a:gd name="connsiteY8" fmla="*/ 67465 h 84045"/>
                <a:gd name="connsiteX9" fmla="*/ 58317 w 77184"/>
                <a:gd name="connsiteY9" fmla="*/ 42309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7184" h="84045">
                  <a:moveTo>
                    <a:pt x="0" y="42023"/>
                  </a:moveTo>
                  <a:cubicBezTo>
                    <a:pt x="0" y="16866"/>
                    <a:pt x="15437" y="0"/>
                    <a:pt x="38878" y="0"/>
                  </a:cubicBezTo>
                  <a:cubicBezTo>
                    <a:pt x="62033" y="0"/>
                    <a:pt x="77184" y="16580"/>
                    <a:pt x="77184" y="42023"/>
                  </a:cubicBezTo>
                  <a:cubicBezTo>
                    <a:pt x="77184" y="67179"/>
                    <a:pt x="62319" y="84045"/>
                    <a:pt x="38878" y="84045"/>
                  </a:cubicBezTo>
                  <a:cubicBezTo>
                    <a:pt x="15723" y="84045"/>
                    <a:pt x="0" y="67465"/>
                    <a:pt x="0" y="42023"/>
                  </a:cubicBezTo>
                  <a:close/>
                  <a:moveTo>
                    <a:pt x="58317" y="42309"/>
                  </a:moveTo>
                  <a:cubicBezTo>
                    <a:pt x="58317" y="26872"/>
                    <a:pt x="50599" y="17152"/>
                    <a:pt x="38306" y="17152"/>
                  </a:cubicBezTo>
                  <a:cubicBezTo>
                    <a:pt x="26014" y="17152"/>
                    <a:pt x="18296" y="26872"/>
                    <a:pt x="18296" y="42023"/>
                  </a:cubicBezTo>
                  <a:cubicBezTo>
                    <a:pt x="18296" y="57460"/>
                    <a:pt x="26014" y="67465"/>
                    <a:pt x="38306" y="67465"/>
                  </a:cubicBezTo>
                  <a:cubicBezTo>
                    <a:pt x="50885" y="67179"/>
                    <a:pt x="58317" y="57745"/>
                    <a:pt x="58317" y="4230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0" name="Freihandform: Form 179">
              <a:extLst>
                <a:ext uri="{FF2B5EF4-FFF2-40B4-BE49-F238E27FC236}">
                  <a16:creationId xmlns:a16="http://schemas.microsoft.com/office/drawing/2014/main" id="{EDEC4895-2A5F-4C38-BAFB-222DA913F600}"/>
                </a:ext>
              </a:extLst>
            </p:cNvPr>
            <p:cNvSpPr/>
            <p:nvPr/>
          </p:nvSpPr>
          <p:spPr>
            <a:xfrm>
              <a:off x="2182914" y="64683"/>
              <a:ext cx="74611" cy="114065"/>
            </a:xfrm>
            <a:custGeom>
              <a:avLst/>
              <a:gdLst>
                <a:gd name="connsiteX0" fmla="*/ 74612 w 74611"/>
                <a:gd name="connsiteY0" fmla="*/ 41455 h 114065"/>
                <a:gd name="connsiteX1" fmla="*/ 42023 w 74611"/>
                <a:gd name="connsiteY1" fmla="*/ 83763 h 114065"/>
                <a:gd name="connsiteX2" fmla="*/ 18867 w 74611"/>
                <a:gd name="connsiteY2" fmla="*/ 73186 h 114065"/>
                <a:gd name="connsiteX3" fmla="*/ 18581 w 74611"/>
                <a:gd name="connsiteY3" fmla="*/ 73186 h 114065"/>
                <a:gd name="connsiteX4" fmla="*/ 18581 w 74611"/>
                <a:gd name="connsiteY4" fmla="*/ 109491 h 114065"/>
                <a:gd name="connsiteX5" fmla="*/ 0 w 74611"/>
                <a:gd name="connsiteY5" fmla="*/ 114065 h 114065"/>
                <a:gd name="connsiteX6" fmla="*/ 0 w 74611"/>
                <a:gd name="connsiteY6" fmla="*/ 2005 h 114065"/>
                <a:gd name="connsiteX7" fmla="*/ 18296 w 74611"/>
                <a:gd name="connsiteY7" fmla="*/ 2005 h 114065"/>
                <a:gd name="connsiteX8" fmla="*/ 18296 w 74611"/>
                <a:gd name="connsiteY8" fmla="*/ 11724 h 114065"/>
                <a:gd name="connsiteX9" fmla="*/ 18581 w 74611"/>
                <a:gd name="connsiteY9" fmla="*/ 11724 h 114065"/>
                <a:gd name="connsiteX10" fmla="*/ 42880 w 74611"/>
                <a:gd name="connsiteY10" fmla="*/ 4 h 114065"/>
                <a:gd name="connsiteX11" fmla="*/ 74612 w 74611"/>
                <a:gd name="connsiteY11" fmla="*/ 41455 h 114065"/>
                <a:gd name="connsiteX12" fmla="*/ 56030 w 74611"/>
                <a:gd name="connsiteY12" fmla="*/ 42026 h 114065"/>
                <a:gd name="connsiteX13" fmla="*/ 37449 w 74611"/>
                <a:gd name="connsiteY13" fmla="*/ 16584 h 114065"/>
                <a:gd name="connsiteX14" fmla="*/ 18581 w 74611"/>
                <a:gd name="connsiteY14" fmla="*/ 26875 h 114065"/>
                <a:gd name="connsiteX15" fmla="*/ 18581 w 74611"/>
                <a:gd name="connsiteY15" fmla="*/ 56320 h 114065"/>
                <a:gd name="connsiteX16" fmla="*/ 37735 w 74611"/>
                <a:gd name="connsiteY16" fmla="*/ 67183 h 114065"/>
                <a:gd name="connsiteX17" fmla="*/ 56030 w 74611"/>
                <a:gd name="connsiteY17" fmla="*/ 42026 h 114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611" h="114065">
                  <a:moveTo>
                    <a:pt x="74612" y="41455"/>
                  </a:moveTo>
                  <a:cubicBezTo>
                    <a:pt x="74612" y="67469"/>
                    <a:pt x="61462" y="83763"/>
                    <a:pt x="42023" y="83763"/>
                  </a:cubicBezTo>
                  <a:cubicBezTo>
                    <a:pt x="32303" y="83763"/>
                    <a:pt x="24013" y="79475"/>
                    <a:pt x="18867" y="73186"/>
                  </a:cubicBezTo>
                  <a:lnTo>
                    <a:pt x="18581" y="73186"/>
                  </a:lnTo>
                  <a:lnTo>
                    <a:pt x="18581" y="109491"/>
                  </a:lnTo>
                  <a:lnTo>
                    <a:pt x="0" y="114065"/>
                  </a:lnTo>
                  <a:lnTo>
                    <a:pt x="0" y="2005"/>
                  </a:lnTo>
                  <a:lnTo>
                    <a:pt x="18296" y="2005"/>
                  </a:lnTo>
                  <a:lnTo>
                    <a:pt x="18296" y="11724"/>
                  </a:lnTo>
                  <a:lnTo>
                    <a:pt x="18581" y="11724"/>
                  </a:lnTo>
                  <a:cubicBezTo>
                    <a:pt x="24299" y="4578"/>
                    <a:pt x="32875" y="4"/>
                    <a:pt x="42880" y="4"/>
                  </a:cubicBezTo>
                  <a:cubicBezTo>
                    <a:pt x="61462" y="-282"/>
                    <a:pt x="74612" y="15441"/>
                    <a:pt x="74612" y="41455"/>
                  </a:cubicBezTo>
                  <a:close/>
                  <a:moveTo>
                    <a:pt x="56030" y="42026"/>
                  </a:moveTo>
                  <a:cubicBezTo>
                    <a:pt x="56030" y="25446"/>
                    <a:pt x="49455" y="16584"/>
                    <a:pt x="37449" y="16584"/>
                  </a:cubicBezTo>
                  <a:cubicBezTo>
                    <a:pt x="30302" y="16584"/>
                    <a:pt x="24585" y="19729"/>
                    <a:pt x="18581" y="26875"/>
                  </a:cubicBezTo>
                  <a:lnTo>
                    <a:pt x="18581" y="56320"/>
                  </a:lnTo>
                  <a:cubicBezTo>
                    <a:pt x="24013" y="63467"/>
                    <a:pt x="30016" y="67183"/>
                    <a:pt x="37735" y="67183"/>
                  </a:cubicBezTo>
                  <a:cubicBezTo>
                    <a:pt x="49741" y="67183"/>
                    <a:pt x="56030" y="57749"/>
                    <a:pt x="56030" y="42026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1" name="Freihandform: Form 180">
              <a:extLst>
                <a:ext uri="{FF2B5EF4-FFF2-40B4-BE49-F238E27FC236}">
                  <a16:creationId xmlns:a16="http://schemas.microsoft.com/office/drawing/2014/main" id="{79ED392A-C69A-4600-B7D4-6713794E005D}"/>
                </a:ext>
              </a:extLst>
            </p:cNvPr>
            <p:cNvSpPr/>
            <p:nvPr/>
          </p:nvSpPr>
          <p:spPr>
            <a:xfrm>
              <a:off x="2278394" y="29811"/>
              <a:ext cx="68608" cy="116920"/>
            </a:xfrm>
            <a:custGeom>
              <a:avLst/>
              <a:gdLst>
                <a:gd name="connsiteX0" fmla="*/ 68608 w 68608"/>
                <a:gd name="connsiteY0" fmla="*/ 116634 h 116920"/>
                <a:gd name="connsiteX1" fmla="*/ 50027 w 68608"/>
                <a:gd name="connsiteY1" fmla="*/ 116634 h 116920"/>
                <a:gd name="connsiteX2" fmla="*/ 50027 w 68608"/>
                <a:gd name="connsiteY2" fmla="*/ 70895 h 116920"/>
                <a:gd name="connsiteX3" fmla="*/ 35162 w 68608"/>
                <a:gd name="connsiteY3" fmla="*/ 51456 h 116920"/>
                <a:gd name="connsiteX4" fmla="*/ 18581 w 68608"/>
                <a:gd name="connsiteY4" fmla="*/ 70895 h 116920"/>
                <a:gd name="connsiteX5" fmla="*/ 18581 w 68608"/>
                <a:gd name="connsiteY5" fmla="*/ 116920 h 116920"/>
                <a:gd name="connsiteX6" fmla="*/ 0 w 68608"/>
                <a:gd name="connsiteY6" fmla="*/ 116920 h 116920"/>
                <a:gd name="connsiteX7" fmla="*/ 0 w 68608"/>
                <a:gd name="connsiteY7" fmla="*/ 4574 h 116920"/>
                <a:gd name="connsiteX8" fmla="*/ 18581 w 68608"/>
                <a:gd name="connsiteY8" fmla="*/ 0 h 116920"/>
                <a:gd name="connsiteX9" fmla="*/ 18581 w 68608"/>
                <a:gd name="connsiteY9" fmla="*/ 46597 h 116920"/>
                <a:gd name="connsiteX10" fmla="*/ 18867 w 68608"/>
                <a:gd name="connsiteY10" fmla="*/ 46597 h 116920"/>
                <a:gd name="connsiteX11" fmla="*/ 42308 w 68608"/>
                <a:gd name="connsiteY11" fmla="*/ 34876 h 116920"/>
                <a:gd name="connsiteX12" fmla="*/ 68608 w 68608"/>
                <a:gd name="connsiteY12" fmla="*/ 67179 h 116920"/>
                <a:gd name="connsiteX13" fmla="*/ 68608 w 68608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116920">
                  <a:moveTo>
                    <a:pt x="68608" y="116634"/>
                  </a:moveTo>
                  <a:lnTo>
                    <a:pt x="50027" y="116634"/>
                  </a:lnTo>
                  <a:lnTo>
                    <a:pt x="50027" y="70895"/>
                  </a:lnTo>
                  <a:cubicBezTo>
                    <a:pt x="50027" y="59175"/>
                    <a:pt x="46311" y="51456"/>
                    <a:pt x="35162" y="51456"/>
                  </a:cubicBezTo>
                  <a:cubicBezTo>
                    <a:pt x="22298" y="51456"/>
                    <a:pt x="18581" y="61748"/>
                    <a:pt x="18581" y="70895"/>
                  </a:cubicBezTo>
                  <a:lnTo>
                    <a:pt x="18581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7"/>
                  </a:lnTo>
                  <a:lnTo>
                    <a:pt x="18867" y="46597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2" name="Freihandform: Form 181">
              <a:extLst>
                <a:ext uri="{FF2B5EF4-FFF2-40B4-BE49-F238E27FC236}">
                  <a16:creationId xmlns:a16="http://schemas.microsoft.com/office/drawing/2014/main" id="{096FE5BB-864C-4A4A-A3B1-E7628824E12E}"/>
                </a:ext>
              </a:extLst>
            </p:cNvPr>
            <p:cNvSpPr/>
            <p:nvPr/>
          </p:nvSpPr>
          <p:spPr>
            <a:xfrm>
              <a:off x="2368156" y="30955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010"/>
                    <a:pt x="0" y="11435"/>
                  </a:cubicBezTo>
                  <a:cubicBezTo>
                    <a:pt x="0" y="4860"/>
                    <a:pt x="5431" y="0"/>
                    <a:pt x="11721" y="0"/>
                  </a:cubicBezTo>
                  <a:cubicBezTo>
                    <a:pt x="18296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3" name="Freihandform: Form 182">
              <a:extLst>
                <a:ext uri="{FF2B5EF4-FFF2-40B4-BE49-F238E27FC236}">
                  <a16:creationId xmlns:a16="http://schemas.microsoft.com/office/drawing/2014/main" id="{2279A58E-7ED4-40A0-841E-1EE84B394CCE}"/>
                </a:ext>
              </a:extLst>
            </p:cNvPr>
            <p:cNvSpPr/>
            <p:nvPr/>
          </p:nvSpPr>
          <p:spPr>
            <a:xfrm>
              <a:off x="2406748" y="64401"/>
              <a:ext cx="61747" cy="84045"/>
            </a:xfrm>
            <a:custGeom>
              <a:avLst/>
              <a:gdLst>
                <a:gd name="connsiteX0" fmla="*/ 8862 w 61747"/>
                <a:gd name="connsiteY0" fmla="*/ 59461 h 84045"/>
                <a:gd name="connsiteX1" fmla="*/ 31445 w 61747"/>
                <a:gd name="connsiteY1" fmla="*/ 68323 h 84045"/>
                <a:gd name="connsiteX2" fmla="*/ 43166 w 61747"/>
                <a:gd name="connsiteY2" fmla="*/ 60318 h 84045"/>
                <a:gd name="connsiteX3" fmla="*/ 3145 w 61747"/>
                <a:gd name="connsiteY3" fmla="*/ 24871 h 84045"/>
                <a:gd name="connsiteX4" fmla="*/ 33447 w 61747"/>
                <a:gd name="connsiteY4" fmla="*/ 0 h 84045"/>
                <a:gd name="connsiteX5" fmla="*/ 61176 w 61747"/>
                <a:gd name="connsiteY5" fmla="*/ 8290 h 84045"/>
                <a:gd name="connsiteX6" fmla="*/ 52314 w 61747"/>
                <a:gd name="connsiteY6" fmla="*/ 22869 h 84045"/>
                <a:gd name="connsiteX7" fmla="*/ 33161 w 61747"/>
                <a:gd name="connsiteY7" fmla="*/ 15723 h 84045"/>
                <a:gd name="connsiteX8" fmla="*/ 21726 w 61747"/>
                <a:gd name="connsiteY8" fmla="*/ 23155 h 84045"/>
                <a:gd name="connsiteX9" fmla="*/ 61748 w 61747"/>
                <a:gd name="connsiteY9" fmla="*/ 58603 h 84045"/>
                <a:gd name="connsiteX10" fmla="*/ 30874 w 61747"/>
                <a:gd name="connsiteY10" fmla="*/ 84045 h 84045"/>
                <a:gd name="connsiteX11" fmla="*/ 0 w 61747"/>
                <a:gd name="connsiteY11" fmla="*/ 74326 h 84045"/>
                <a:gd name="connsiteX12" fmla="*/ 8862 w 61747"/>
                <a:gd name="connsiteY12" fmla="*/ 5946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747" h="84045">
                  <a:moveTo>
                    <a:pt x="8862" y="59461"/>
                  </a:moveTo>
                  <a:cubicBezTo>
                    <a:pt x="16866" y="65464"/>
                    <a:pt x="24299" y="68323"/>
                    <a:pt x="31445" y="68323"/>
                  </a:cubicBezTo>
                  <a:cubicBezTo>
                    <a:pt x="38306" y="68323"/>
                    <a:pt x="43166" y="65178"/>
                    <a:pt x="43166" y="60318"/>
                  </a:cubicBezTo>
                  <a:cubicBezTo>
                    <a:pt x="43166" y="46597"/>
                    <a:pt x="3145" y="51456"/>
                    <a:pt x="3145" y="24871"/>
                  </a:cubicBezTo>
                  <a:cubicBezTo>
                    <a:pt x="3145" y="10005"/>
                    <a:pt x="15437" y="0"/>
                    <a:pt x="33447" y="0"/>
                  </a:cubicBezTo>
                  <a:cubicBezTo>
                    <a:pt x="43166" y="0"/>
                    <a:pt x="52600" y="2859"/>
                    <a:pt x="61176" y="8290"/>
                  </a:cubicBezTo>
                  <a:lnTo>
                    <a:pt x="52314" y="22869"/>
                  </a:lnTo>
                  <a:cubicBezTo>
                    <a:pt x="45453" y="18296"/>
                    <a:pt x="39164" y="15723"/>
                    <a:pt x="33161" y="15723"/>
                  </a:cubicBezTo>
                  <a:cubicBezTo>
                    <a:pt x="26300" y="15723"/>
                    <a:pt x="21726" y="18581"/>
                    <a:pt x="21726" y="23155"/>
                  </a:cubicBezTo>
                  <a:cubicBezTo>
                    <a:pt x="21726" y="36305"/>
                    <a:pt x="61748" y="31731"/>
                    <a:pt x="61748" y="58603"/>
                  </a:cubicBezTo>
                  <a:cubicBezTo>
                    <a:pt x="61748" y="73754"/>
                    <a:pt x="49455" y="84045"/>
                    <a:pt x="30874" y="84045"/>
                  </a:cubicBezTo>
                  <a:cubicBezTo>
                    <a:pt x="20297" y="84045"/>
                    <a:pt x="9434" y="80615"/>
                    <a:pt x="0" y="74326"/>
                  </a:cubicBezTo>
                  <a:lnTo>
                    <a:pt x="8862" y="5946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4" name="Freihandform: Form 183">
              <a:extLst>
                <a:ext uri="{FF2B5EF4-FFF2-40B4-BE49-F238E27FC236}">
                  <a16:creationId xmlns:a16="http://schemas.microsoft.com/office/drawing/2014/main" id="{B566F93C-F565-4D5E-B0B4-8B6C2777D246}"/>
                </a:ext>
              </a:extLst>
            </p:cNvPr>
            <p:cNvSpPr/>
            <p:nvPr/>
          </p:nvSpPr>
          <p:spPr>
            <a:xfrm>
              <a:off x="2483647" y="64401"/>
              <a:ext cx="67464" cy="84045"/>
            </a:xfrm>
            <a:custGeom>
              <a:avLst/>
              <a:gdLst>
                <a:gd name="connsiteX0" fmla="*/ 66893 w 67464"/>
                <a:gd name="connsiteY0" fmla="*/ 71181 h 84045"/>
                <a:gd name="connsiteX1" fmla="*/ 38306 w 67464"/>
                <a:gd name="connsiteY1" fmla="*/ 84045 h 84045"/>
                <a:gd name="connsiteX2" fmla="*/ 0 w 67464"/>
                <a:gd name="connsiteY2" fmla="*/ 42309 h 84045"/>
                <a:gd name="connsiteX3" fmla="*/ 38592 w 67464"/>
                <a:gd name="connsiteY3" fmla="*/ 0 h 84045"/>
                <a:gd name="connsiteX4" fmla="*/ 67465 w 67464"/>
                <a:gd name="connsiteY4" fmla="*/ 13722 h 84045"/>
                <a:gd name="connsiteX5" fmla="*/ 54601 w 67464"/>
                <a:gd name="connsiteY5" fmla="*/ 26014 h 84045"/>
                <a:gd name="connsiteX6" fmla="*/ 38592 w 67464"/>
                <a:gd name="connsiteY6" fmla="*/ 17152 h 84045"/>
                <a:gd name="connsiteX7" fmla="*/ 18867 w 67464"/>
                <a:gd name="connsiteY7" fmla="*/ 42023 h 84045"/>
                <a:gd name="connsiteX8" fmla="*/ 38592 w 67464"/>
                <a:gd name="connsiteY8" fmla="*/ 66893 h 84045"/>
                <a:gd name="connsiteX9" fmla="*/ 55173 w 67464"/>
                <a:gd name="connsiteY9" fmla="*/ 58031 h 84045"/>
                <a:gd name="connsiteX10" fmla="*/ 66893 w 67464"/>
                <a:gd name="connsiteY10" fmla="*/ 7118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7464" h="84045">
                  <a:moveTo>
                    <a:pt x="66893" y="71181"/>
                  </a:moveTo>
                  <a:cubicBezTo>
                    <a:pt x="58889" y="80043"/>
                    <a:pt x="49741" y="84045"/>
                    <a:pt x="38306" y="84045"/>
                  </a:cubicBezTo>
                  <a:cubicBezTo>
                    <a:pt x="15437" y="84045"/>
                    <a:pt x="0" y="67465"/>
                    <a:pt x="0" y="42309"/>
                  </a:cubicBezTo>
                  <a:cubicBezTo>
                    <a:pt x="0" y="17152"/>
                    <a:pt x="15437" y="0"/>
                    <a:pt x="38592" y="0"/>
                  </a:cubicBezTo>
                  <a:cubicBezTo>
                    <a:pt x="50599" y="0"/>
                    <a:pt x="60318" y="4574"/>
                    <a:pt x="67465" y="13722"/>
                  </a:cubicBezTo>
                  <a:lnTo>
                    <a:pt x="54601" y="26014"/>
                  </a:lnTo>
                  <a:cubicBezTo>
                    <a:pt x="50027" y="20011"/>
                    <a:pt x="44881" y="17152"/>
                    <a:pt x="38592" y="17152"/>
                  </a:cubicBezTo>
                  <a:cubicBezTo>
                    <a:pt x="26872" y="17152"/>
                    <a:pt x="18867" y="26872"/>
                    <a:pt x="18867" y="42023"/>
                  </a:cubicBezTo>
                  <a:cubicBezTo>
                    <a:pt x="18867" y="56888"/>
                    <a:pt x="26872" y="66893"/>
                    <a:pt x="38592" y="66893"/>
                  </a:cubicBezTo>
                  <a:cubicBezTo>
                    <a:pt x="44881" y="66893"/>
                    <a:pt x="50027" y="64035"/>
                    <a:pt x="55173" y="58031"/>
                  </a:cubicBezTo>
                  <a:lnTo>
                    <a:pt x="66893" y="7118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5" name="Freihandform: Form 184">
              <a:extLst>
                <a:ext uri="{FF2B5EF4-FFF2-40B4-BE49-F238E27FC236}">
                  <a16:creationId xmlns:a16="http://schemas.microsoft.com/office/drawing/2014/main" id="{93E6C7E8-8E3A-4B02-8C67-5C1EB06EBA8C}"/>
                </a:ext>
              </a:extLst>
            </p:cNvPr>
            <p:cNvSpPr/>
            <p:nvPr/>
          </p:nvSpPr>
          <p:spPr>
            <a:xfrm>
              <a:off x="2567120" y="29811"/>
              <a:ext cx="68608" cy="116920"/>
            </a:xfrm>
            <a:custGeom>
              <a:avLst/>
              <a:gdLst>
                <a:gd name="connsiteX0" fmla="*/ 68608 w 68608"/>
                <a:gd name="connsiteY0" fmla="*/ 116634 h 116920"/>
                <a:gd name="connsiteX1" fmla="*/ 50027 w 68608"/>
                <a:gd name="connsiteY1" fmla="*/ 116634 h 116920"/>
                <a:gd name="connsiteX2" fmla="*/ 50027 w 68608"/>
                <a:gd name="connsiteY2" fmla="*/ 70895 h 116920"/>
                <a:gd name="connsiteX3" fmla="*/ 35162 w 68608"/>
                <a:gd name="connsiteY3" fmla="*/ 51456 h 116920"/>
                <a:gd name="connsiteX4" fmla="*/ 18581 w 68608"/>
                <a:gd name="connsiteY4" fmla="*/ 70895 h 116920"/>
                <a:gd name="connsiteX5" fmla="*/ 18581 w 68608"/>
                <a:gd name="connsiteY5" fmla="*/ 116920 h 116920"/>
                <a:gd name="connsiteX6" fmla="*/ 0 w 68608"/>
                <a:gd name="connsiteY6" fmla="*/ 116920 h 116920"/>
                <a:gd name="connsiteX7" fmla="*/ 0 w 68608"/>
                <a:gd name="connsiteY7" fmla="*/ 4574 h 116920"/>
                <a:gd name="connsiteX8" fmla="*/ 18581 w 68608"/>
                <a:gd name="connsiteY8" fmla="*/ 0 h 116920"/>
                <a:gd name="connsiteX9" fmla="*/ 18581 w 68608"/>
                <a:gd name="connsiteY9" fmla="*/ 46597 h 116920"/>
                <a:gd name="connsiteX10" fmla="*/ 18867 w 68608"/>
                <a:gd name="connsiteY10" fmla="*/ 46597 h 116920"/>
                <a:gd name="connsiteX11" fmla="*/ 42308 w 68608"/>
                <a:gd name="connsiteY11" fmla="*/ 34876 h 116920"/>
                <a:gd name="connsiteX12" fmla="*/ 68608 w 68608"/>
                <a:gd name="connsiteY12" fmla="*/ 67179 h 116920"/>
                <a:gd name="connsiteX13" fmla="*/ 68608 w 68608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116920">
                  <a:moveTo>
                    <a:pt x="68608" y="116634"/>
                  </a:moveTo>
                  <a:lnTo>
                    <a:pt x="50027" y="116634"/>
                  </a:lnTo>
                  <a:lnTo>
                    <a:pt x="50027" y="70895"/>
                  </a:lnTo>
                  <a:cubicBezTo>
                    <a:pt x="50027" y="59175"/>
                    <a:pt x="46311" y="51456"/>
                    <a:pt x="35162" y="51456"/>
                  </a:cubicBezTo>
                  <a:cubicBezTo>
                    <a:pt x="22298" y="51456"/>
                    <a:pt x="18581" y="61748"/>
                    <a:pt x="18581" y="70895"/>
                  </a:cubicBezTo>
                  <a:lnTo>
                    <a:pt x="18581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7"/>
                  </a:lnTo>
                  <a:lnTo>
                    <a:pt x="18867" y="46597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6" name="Freihandform: Form 185">
              <a:extLst>
                <a:ext uri="{FF2B5EF4-FFF2-40B4-BE49-F238E27FC236}">
                  <a16:creationId xmlns:a16="http://schemas.microsoft.com/office/drawing/2014/main" id="{2B654EBB-788B-48AE-B7ED-396BCD8B220A}"/>
                </a:ext>
              </a:extLst>
            </p:cNvPr>
            <p:cNvSpPr/>
            <p:nvPr/>
          </p:nvSpPr>
          <p:spPr>
            <a:xfrm>
              <a:off x="2655168" y="64687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1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3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1" y="46025"/>
                    <a:pt x="72611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2028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3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7157" y="15151"/>
                    <a:pt x="20583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7" name="Freihandform: Form 186">
              <a:extLst>
                <a:ext uri="{FF2B5EF4-FFF2-40B4-BE49-F238E27FC236}">
                  <a16:creationId xmlns:a16="http://schemas.microsoft.com/office/drawing/2014/main" id="{8DA75145-D387-4DC2-9454-DD755F2064DD}"/>
                </a:ext>
              </a:extLst>
            </p:cNvPr>
            <p:cNvSpPr/>
            <p:nvPr/>
          </p:nvSpPr>
          <p:spPr>
            <a:xfrm>
              <a:off x="2796386" y="36100"/>
              <a:ext cx="69465" cy="110630"/>
            </a:xfrm>
            <a:custGeom>
              <a:avLst/>
              <a:gdLst>
                <a:gd name="connsiteX0" fmla="*/ 69466 w 69465"/>
                <a:gd name="connsiteY0" fmla="*/ 18010 h 110630"/>
                <a:gd name="connsiteX1" fmla="*/ 19725 w 69465"/>
                <a:gd name="connsiteY1" fmla="*/ 18010 h 110630"/>
                <a:gd name="connsiteX2" fmla="*/ 19725 w 69465"/>
                <a:gd name="connsiteY2" fmla="*/ 45453 h 110630"/>
                <a:gd name="connsiteX3" fmla="*/ 56888 w 69465"/>
                <a:gd name="connsiteY3" fmla="*/ 45453 h 110630"/>
                <a:gd name="connsiteX4" fmla="*/ 56888 w 69465"/>
                <a:gd name="connsiteY4" fmla="*/ 63463 h 110630"/>
                <a:gd name="connsiteX5" fmla="*/ 19725 w 69465"/>
                <a:gd name="connsiteY5" fmla="*/ 63463 h 110630"/>
                <a:gd name="connsiteX6" fmla="*/ 19725 w 69465"/>
                <a:gd name="connsiteY6" fmla="*/ 110631 h 110630"/>
                <a:gd name="connsiteX7" fmla="*/ 0 w 69465"/>
                <a:gd name="connsiteY7" fmla="*/ 110631 h 110630"/>
                <a:gd name="connsiteX8" fmla="*/ 0 w 69465"/>
                <a:gd name="connsiteY8" fmla="*/ 0 h 110630"/>
                <a:gd name="connsiteX9" fmla="*/ 69466 w 69465"/>
                <a:gd name="connsiteY9" fmla="*/ 0 h 110630"/>
                <a:gd name="connsiteX10" fmla="*/ 69466 w 69465"/>
                <a:gd name="connsiteY10" fmla="*/ 18010 h 110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465" h="110630">
                  <a:moveTo>
                    <a:pt x="69466" y="18010"/>
                  </a:moveTo>
                  <a:lnTo>
                    <a:pt x="19725" y="18010"/>
                  </a:lnTo>
                  <a:lnTo>
                    <a:pt x="19725" y="45453"/>
                  </a:lnTo>
                  <a:lnTo>
                    <a:pt x="56888" y="45453"/>
                  </a:lnTo>
                  <a:lnTo>
                    <a:pt x="56888" y="63463"/>
                  </a:lnTo>
                  <a:lnTo>
                    <a:pt x="19725" y="63463"/>
                  </a:lnTo>
                  <a:lnTo>
                    <a:pt x="19725" y="110631"/>
                  </a:lnTo>
                  <a:lnTo>
                    <a:pt x="0" y="110631"/>
                  </a:lnTo>
                  <a:lnTo>
                    <a:pt x="0" y="0"/>
                  </a:lnTo>
                  <a:lnTo>
                    <a:pt x="69466" y="0"/>
                  </a:lnTo>
                  <a:lnTo>
                    <a:pt x="69466" y="18010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8" name="Freihandform: Form 187">
              <a:extLst>
                <a:ext uri="{FF2B5EF4-FFF2-40B4-BE49-F238E27FC236}">
                  <a16:creationId xmlns:a16="http://schemas.microsoft.com/office/drawing/2014/main" id="{45567739-E6F9-48AF-B14C-A364C113AD6A}"/>
                </a:ext>
              </a:extLst>
            </p:cNvPr>
            <p:cNvSpPr/>
            <p:nvPr/>
          </p:nvSpPr>
          <p:spPr>
            <a:xfrm>
              <a:off x="2869569" y="64687"/>
              <a:ext cx="67750" cy="83759"/>
            </a:xfrm>
            <a:custGeom>
              <a:avLst/>
              <a:gdLst>
                <a:gd name="connsiteX0" fmla="*/ 34304 w 67750"/>
                <a:gd name="connsiteY0" fmla="*/ 32303 h 83759"/>
                <a:gd name="connsiteX1" fmla="*/ 49455 w 67750"/>
                <a:gd name="connsiteY1" fmla="*/ 34018 h 83759"/>
                <a:gd name="connsiteX2" fmla="*/ 49455 w 67750"/>
                <a:gd name="connsiteY2" fmla="*/ 31160 h 83759"/>
                <a:gd name="connsiteX3" fmla="*/ 31731 w 67750"/>
                <a:gd name="connsiteY3" fmla="*/ 15723 h 83759"/>
                <a:gd name="connsiteX4" fmla="*/ 11435 w 67750"/>
                <a:gd name="connsiteY4" fmla="*/ 20297 h 83759"/>
                <a:gd name="connsiteX5" fmla="*/ 7433 w 67750"/>
                <a:gd name="connsiteY5" fmla="*/ 4574 h 83759"/>
                <a:gd name="connsiteX6" fmla="*/ 33732 w 67750"/>
                <a:gd name="connsiteY6" fmla="*/ 0 h 83759"/>
                <a:gd name="connsiteX7" fmla="*/ 67751 w 67750"/>
                <a:gd name="connsiteY7" fmla="*/ 30874 h 83759"/>
                <a:gd name="connsiteX8" fmla="*/ 67751 w 67750"/>
                <a:gd name="connsiteY8" fmla="*/ 82044 h 83759"/>
                <a:gd name="connsiteX9" fmla="*/ 50027 w 67750"/>
                <a:gd name="connsiteY9" fmla="*/ 82044 h 83759"/>
                <a:gd name="connsiteX10" fmla="*/ 50027 w 67750"/>
                <a:gd name="connsiteY10" fmla="*/ 73468 h 83759"/>
                <a:gd name="connsiteX11" fmla="*/ 49741 w 67750"/>
                <a:gd name="connsiteY11" fmla="*/ 73468 h 83759"/>
                <a:gd name="connsiteX12" fmla="*/ 26300 w 67750"/>
                <a:gd name="connsiteY12" fmla="*/ 83759 h 83759"/>
                <a:gd name="connsiteX13" fmla="*/ 0 w 67750"/>
                <a:gd name="connsiteY13" fmla="*/ 58317 h 83759"/>
                <a:gd name="connsiteX14" fmla="*/ 34304 w 67750"/>
                <a:gd name="connsiteY14" fmla="*/ 32303 h 83759"/>
                <a:gd name="connsiteX15" fmla="*/ 31160 w 67750"/>
                <a:gd name="connsiteY15" fmla="*/ 69752 h 83759"/>
                <a:gd name="connsiteX16" fmla="*/ 49455 w 67750"/>
                <a:gd name="connsiteY16" fmla="*/ 60032 h 83759"/>
                <a:gd name="connsiteX17" fmla="*/ 49455 w 67750"/>
                <a:gd name="connsiteY17" fmla="*/ 46025 h 83759"/>
                <a:gd name="connsiteX18" fmla="*/ 36305 w 67750"/>
                <a:gd name="connsiteY18" fmla="*/ 44595 h 83759"/>
                <a:gd name="connsiteX19" fmla="*/ 17724 w 67750"/>
                <a:gd name="connsiteY19" fmla="*/ 57745 h 83759"/>
                <a:gd name="connsiteX20" fmla="*/ 31160 w 67750"/>
                <a:gd name="connsiteY20" fmla="*/ 69752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7750" h="83759">
                  <a:moveTo>
                    <a:pt x="34304" y="32303"/>
                  </a:moveTo>
                  <a:cubicBezTo>
                    <a:pt x="39450" y="32303"/>
                    <a:pt x="44310" y="32589"/>
                    <a:pt x="49455" y="34018"/>
                  </a:cubicBezTo>
                  <a:lnTo>
                    <a:pt x="49455" y="31160"/>
                  </a:lnTo>
                  <a:cubicBezTo>
                    <a:pt x="49455" y="20868"/>
                    <a:pt x="43452" y="15723"/>
                    <a:pt x="31731" y="15723"/>
                  </a:cubicBezTo>
                  <a:cubicBezTo>
                    <a:pt x="25156" y="15723"/>
                    <a:pt x="18010" y="17152"/>
                    <a:pt x="11435" y="20297"/>
                  </a:cubicBezTo>
                  <a:lnTo>
                    <a:pt x="7433" y="4574"/>
                  </a:lnTo>
                  <a:cubicBezTo>
                    <a:pt x="14865" y="1715"/>
                    <a:pt x="24585" y="0"/>
                    <a:pt x="33732" y="0"/>
                  </a:cubicBezTo>
                  <a:cubicBezTo>
                    <a:pt x="56316" y="0"/>
                    <a:pt x="67751" y="10577"/>
                    <a:pt x="67751" y="30874"/>
                  </a:cubicBezTo>
                  <a:lnTo>
                    <a:pt x="67751" y="82044"/>
                  </a:lnTo>
                  <a:lnTo>
                    <a:pt x="50027" y="82044"/>
                  </a:lnTo>
                  <a:lnTo>
                    <a:pt x="50027" y="73468"/>
                  </a:lnTo>
                  <a:lnTo>
                    <a:pt x="49741" y="73468"/>
                  </a:lnTo>
                  <a:cubicBezTo>
                    <a:pt x="42880" y="80615"/>
                    <a:pt x="35734" y="83759"/>
                    <a:pt x="26300" y="83759"/>
                  </a:cubicBezTo>
                  <a:cubicBezTo>
                    <a:pt x="10291" y="83759"/>
                    <a:pt x="0" y="73754"/>
                    <a:pt x="0" y="58317"/>
                  </a:cubicBezTo>
                  <a:cubicBezTo>
                    <a:pt x="0" y="41451"/>
                    <a:pt x="12006" y="32303"/>
                    <a:pt x="34304" y="32303"/>
                  </a:cubicBezTo>
                  <a:close/>
                  <a:moveTo>
                    <a:pt x="31160" y="69752"/>
                  </a:moveTo>
                  <a:cubicBezTo>
                    <a:pt x="38021" y="69752"/>
                    <a:pt x="44310" y="66321"/>
                    <a:pt x="49455" y="60032"/>
                  </a:cubicBezTo>
                  <a:lnTo>
                    <a:pt x="49455" y="46025"/>
                  </a:lnTo>
                  <a:cubicBezTo>
                    <a:pt x="45167" y="44881"/>
                    <a:pt x="40593" y="44595"/>
                    <a:pt x="36305" y="44595"/>
                  </a:cubicBezTo>
                  <a:cubicBezTo>
                    <a:pt x="24585" y="44595"/>
                    <a:pt x="17724" y="49169"/>
                    <a:pt x="17724" y="57745"/>
                  </a:cubicBezTo>
                  <a:cubicBezTo>
                    <a:pt x="17724" y="65178"/>
                    <a:pt x="22869" y="69752"/>
                    <a:pt x="31160" y="6975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9" name="Freihandform: Form 188">
              <a:extLst>
                <a:ext uri="{FF2B5EF4-FFF2-40B4-BE49-F238E27FC236}">
                  <a16:creationId xmlns:a16="http://schemas.microsoft.com/office/drawing/2014/main" id="{D88D85A3-1320-4E5A-956A-C7CC10288354}"/>
                </a:ext>
              </a:extLst>
            </p:cNvPr>
            <p:cNvSpPr/>
            <p:nvPr/>
          </p:nvSpPr>
          <p:spPr>
            <a:xfrm>
              <a:off x="2961046" y="29811"/>
              <a:ext cx="70323" cy="116920"/>
            </a:xfrm>
            <a:custGeom>
              <a:avLst/>
              <a:gdLst>
                <a:gd name="connsiteX0" fmla="*/ 0 w 70323"/>
                <a:gd name="connsiteY0" fmla="*/ 4574 h 116920"/>
                <a:gd name="connsiteX1" fmla="*/ 18581 w 70323"/>
                <a:gd name="connsiteY1" fmla="*/ 0 h 116920"/>
                <a:gd name="connsiteX2" fmla="*/ 18581 w 70323"/>
                <a:gd name="connsiteY2" fmla="*/ 70324 h 116920"/>
                <a:gd name="connsiteX3" fmla="*/ 18867 w 70323"/>
                <a:gd name="connsiteY3" fmla="*/ 70324 h 116920"/>
                <a:gd name="connsiteX4" fmla="*/ 45167 w 70323"/>
                <a:gd name="connsiteY4" fmla="*/ 36877 h 116920"/>
                <a:gd name="connsiteX5" fmla="*/ 67465 w 70323"/>
                <a:gd name="connsiteY5" fmla="*/ 36877 h 116920"/>
                <a:gd name="connsiteX6" fmla="*/ 41165 w 70323"/>
                <a:gd name="connsiteY6" fmla="*/ 68323 h 116920"/>
                <a:gd name="connsiteX7" fmla="*/ 70324 w 70323"/>
                <a:gd name="connsiteY7" fmla="*/ 116920 h 116920"/>
                <a:gd name="connsiteX8" fmla="*/ 48026 w 70323"/>
                <a:gd name="connsiteY8" fmla="*/ 116920 h 116920"/>
                <a:gd name="connsiteX9" fmla="*/ 28015 w 70323"/>
                <a:gd name="connsiteY9" fmla="*/ 82330 h 116920"/>
                <a:gd name="connsiteX10" fmla="*/ 18867 w 70323"/>
                <a:gd name="connsiteY10" fmla="*/ 92621 h 116920"/>
                <a:gd name="connsiteX11" fmla="*/ 18867 w 70323"/>
                <a:gd name="connsiteY11" fmla="*/ 116920 h 116920"/>
                <a:gd name="connsiteX12" fmla="*/ 286 w 70323"/>
                <a:gd name="connsiteY12" fmla="*/ 116920 h 116920"/>
                <a:gd name="connsiteX13" fmla="*/ 286 w 70323"/>
                <a:gd name="connsiteY13" fmla="*/ 457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0323" h="116920">
                  <a:moveTo>
                    <a:pt x="0" y="4574"/>
                  </a:moveTo>
                  <a:lnTo>
                    <a:pt x="18581" y="0"/>
                  </a:lnTo>
                  <a:lnTo>
                    <a:pt x="18581" y="70324"/>
                  </a:lnTo>
                  <a:lnTo>
                    <a:pt x="18867" y="70324"/>
                  </a:lnTo>
                  <a:lnTo>
                    <a:pt x="45167" y="36877"/>
                  </a:lnTo>
                  <a:lnTo>
                    <a:pt x="67465" y="36877"/>
                  </a:lnTo>
                  <a:lnTo>
                    <a:pt x="41165" y="68323"/>
                  </a:lnTo>
                  <a:lnTo>
                    <a:pt x="70324" y="116920"/>
                  </a:lnTo>
                  <a:lnTo>
                    <a:pt x="48026" y="116920"/>
                  </a:lnTo>
                  <a:lnTo>
                    <a:pt x="28015" y="82330"/>
                  </a:lnTo>
                  <a:lnTo>
                    <a:pt x="18867" y="92621"/>
                  </a:lnTo>
                  <a:lnTo>
                    <a:pt x="18867" y="116920"/>
                  </a:lnTo>
                  <a:lnTo>
                    <a:pt x="286" y="116920"/>
                  </a:lnTo>
                  <a:lnTo>
                    <a:pt x="286" y="457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0" name="Freihandform: Form 189">
              <a:extLst>
                <a:ext uri="{FF2B5EF4-FFF2-40B4-BE49-F238E27FC236}">
                  <a16:creationId xmlns:a16="http://schemas.microsoft.com/office/drawing/2014/main" id="{D03D3903-8646-42DA-9C9F-28869ED06F7D}"/>
                </a:ext>
              </a:extLst>
            </p:cNvPr>
            <p:cNvSpPr/>
            <p:nvPr/>
          </p:nvSpPr>
          <p:spPr>
            <a:xfrm>
              <a:off x="3045092" y="66688"/>
              <a:ext cx="68894" cy="82044"/>
            </a:xfrm>
            <a:custGeom>
              <a:avLst/>
              <a:gdLst>
                <a:gd name="connsiteX0" fmla="*/ 18867 w 68894"/>
                <a:gd name="connsiteY0" fmla="*/ 48026 h 82044"/>
                <a:gd name="connsiteX1" fmla="*/ 34876 w 68894"/>
                <a:gd name="connsiteY1" fmla="*/ 64892 h 82044"/>
                <a:gd name="connsiteX2" fmla="*/ 50313 w 68894"/>
                <a:gd name="connsiteY2" fmla="*/ 48026 h 82044"/>
                <a:gd name="connsiteX3" fmla="*/ 50313 w 68894"/>
                <a:gd name="connsiteY3" fmla="*/ 0 h 82044"/>
                <a:gd name="connsiteX4" fmla="*/ 68894 w 68894"/>
                <a:gd name="connsiteY4" fmla="*/ 0 h 82044"/>
                <a:gd name="connsiteX5" fmla="*/ 68894 w 68894"/>
                <a:gd name="connsiteY5" fmla="*/ 48598 h 82044"/>
                <a:gd name="connsiteX6" fmla="*/ 35162 w 68894"/>
                <a:gd name="connsiteY6" fmla="*/ 82044 h 82044"/>
                <a:gd name="connsiteX7" fmla="*/ 0 w 68894"/>
                <a:gd name="connsiteY7" fmla="*/ 48883 h 82044"/>
                <a:gd name="connsiteX8" fmla="*/ 0 w 68894"/>
                <a:gd name="connsiteY8" fmla="*/ 286 h 82044"/>
                <a:gd name="connsiteX9" fmla="*/ 18581 w 68894"/>
                <a:gd name="connsiteY9" fmla="*/ 286 h 82044"/>
                <a:gd name="connsiteX10" fmla="*/ 18581 w 68894"/>
                <a:gd name="connsiteY10" fmla="*/ 48026 h 8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8894" h="82044">
                  <a:moveTo>
                    <a:pt x="18867" y="48026"/>
                  </a:moveTo>
                  <a:cubicBezTo>
                    <a:pt x="18867" y="58889"/>
                    <a:pt x="24299" y="64892"/>
                    <a:pt x="34876" y="64892"/>
                  </a:cubicBezTo>
                  <a:cubicBezTo>
                    <a:pt x="45167" y="64892"/>
                    <a:pt x="50313" y="59175"/>
                    <a:pt x="50313" y="48026"/>
                  </a:cubicBezTo>
                  <a:lnTo>
                    <a:pt x="50313" y="0"/>
                  </a:lnTo>
                  <a:lnTo>
                    <a:pt x="68894" y="0"/>
                  </a:lnTo>
                  <a:lnTo>
                    <a:pt x="68894" y="48598"/>
                  </a:lnTo>
                  <a:cubicBezTo>
                    <a:pt x="68894" y="69752"/>
                    <a:pt x="57174" y="82044"/>
                    <a:pt x="35162" y="82044"/>
                  </a:cubicBezTo>
                  <a:cubicBezTo>
                    <a:pt x="13436" y="82044"/>
                    <a:pt x="0" y="69752"/>
                    <a:pt x="0" y="48883"/>
                  </a:cubicBezTo>
                  <a:lnTo>
                    <a:pt x="0" y="286"/>
                  </a:lnTo>
                  <a:lnTo>
                    <a:pt x="18581" y="286"/>
                  </a:lnTo>
                  <a:lnTo>
                    <a:pt x="18581" y="48026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1" name="Freihandform: Form 190">
              <a:extLst>
                <a:ext uri="{FF2B5EF4-FFF2-40B4-BE49-F238E27FC236}">
                  <a16:creationId xmlns:a16="http://schemas.microsoft.com/office/drawing/2014/main" id="{6A41A2EA-CF5E-4FD2-AAFC-6B26378E9AED}"/>
                </a:ext>
              </a:extLst>
            </p:cNvPr>
            <p:cNvSpPr/>
            <p:nvPr/>
          </p:nvSpPr>
          <p:spPr>
            <a:xfrm>
              <a:off x="3138285" y="29525"/>
              <a:ext cx="18581" cy="116920"/>
            </a:xfrm>
            <a:custGeom>
              <a:avLst/>
              <a:gdLst>
                <a:gd name="connsiteX0" fmla="*/ 18581 w 18581"/>
                <a:gd name="connsiteY0" fmla="*/ 116920 h 116920"/>
                <a:gd name="connsiteX1" fmla="*/ 0 w 18581"/>
                <a:gd name="connsiteY1" fmla="*/ 116920 h 116920"/>
                <a:gd name="connsiteX2" fmla="*/ 0 w 18581"/>
                <a:gd name="connsiteY2" fmla="*/ 4288 h 116920"/>
                <a:gd name="connsiteX3" fmla="*/ 18581 w 18581"/>
                <a:gd name="connsiteY3" fmla="*/ 0 h 116920"/>
                <a:gd name="connsiteX4" fmla="*/ 18581 w 18581"/>
                <a:gd name="connsiteY4" fmla="*/ 116920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81" h="116920">
                  <a:moveTo>
                    <a:pt x="18581" y="116920"/>
                  </a:moveTo>
                  <a:lnTo>
                    <a:pt x="0" y="116920"/>
                  </a:lnTo>
                  <a:lnTo>
                    <a:pt x="0" y="4288"/>
                  </a:lnTo>
                  <a:lnTo>
                    <a:pt x="18581" y="0"/>
                  </a:lnTo>
                  <a:lnTo>
                    <a:pt x="18581" y="116920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2" name="Freihandform: Form 191">
              <a:extLst>
                <a:ext uri="{FF2B5EF4-FFF2-40B4-BE49-F238E27FC236}">
                  <a16:creationId xmlns:a16="http://schemas.microsoft.com/office/drawing/2014/main" id="{B9F5D600-DE00-4D21-8B19-5303749B3740}"/>
                </a:ext>
              </a:extLst>
            </p:cNvPr>
            <p:cNvSpPr/>
            <p:nvPr/>
          </p:nvSpPr>
          <p:spPr>
            <a:xfrm>
              <a:off x="3173160" y="40960"/>
              <a:ext cx="49741" cy="107486"/>
            </a:xfrm>
            <a:custGeom>
              <a:avLst/>
              <a:gdLst>
                <a:gd name="connsiteX0" fmla="*/ 49741 w 49741"/>
                <a:gd name="connsiteY0" fmla="*/ 88619 h 107486"/>
                <a:gd name="connsiteX1" fmla="*/ 49741 w 49741"/>
                <a:gd name="connsiteY1" fmla="*/ 104628 h 107486"/>
                <a:gd name="connsiteX2" fmla="*/ 34018 w 49741"/>
                <a:gd name="connsiteY2" fmla="*/ 107486 h 107486"/>
                <a:gd name="connsiteX3" fmla="*/ 12292 w 49741"/>
                <a:gd name="connsiteY3" fmla="*/ 84903 h 107486"/>
                <a:gd name="connsiteX4" fmla="*/ 12292 w 49741"/>
                <a:gd name="connsiteY4" fmla="*/ 41165 h 107486"/>
                <a:gd name="connsiteX5" fmla="*/ 0 w 49741"/>
                <a:gd name="connsiteY5" fmla="*/ 41165 h 107486"/>
                <a:gd name="connsiteX6" fmla="*/ 0 w 49741"/>
                <a:gd name="connsiteY6" fmla="*/ 25728 h 107486"/>
                <a:gd name="connsiteX7" fmla="*/ 12006 w 49741"/>
                <a:gd name="connsiteY7" fmla="*/ 25728 h 107486"/>
                <a:gd name="connsiteX8" fmla="*/ 12006 w 49741"/>
                <a:gd name="connsiteY8" fmla="*/ 4002 h 107486"/>
                <a:gd name="connsiteX9" fmla="*/ 30588 w 49741"/>
                <a:gd name="connsiteY9" fmla="*/ 0 h 107486"/>
                <a:gd name="connsiteX10" fmla="*/ 30588 w 49741"/>
                <a:gd name="connsiteY10" fmla="*/ 26014 h 107486"/>
                <a:gd name="connsiteX11" fmla="*/ 49741 w 49741"/>
                <a:gd name="connsiteY11" fmla="*/ 26014 h 107486"/>
                <a:gd name="connsiteX12" fmla="*/ 49741 w 49741"/>
                <a:gd name="connsiteY12" fmla="*/ 41451 h 107486"/>
                <a:gd name="connsiteX13" fmla="*/ 30588 w 49741"/>
                <a:gd name="connsiteY13" fmla="*/ 41451 h 107486"/>
                <a:gd name="connsiteX14" fmla="*/ 30588 w 49741"/>
                <a:gd name="connsiteY14" fmla="*/ 80901 h 107486"/>
                <a:gd name="connsiteX15" fmla="*/ 39164 w 49741"/>
                <a:gd name="connsiteY15" fmla="*/ 91478 h 107486"/>
                <a:gd name="connsiteX16" fmla="*/ 49741 w 49741"/>
                <a:gd name="connsiteY16" fmla="*/ 88619 h 10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9741" h="107486">
                  <a:moveTo>
                    <a:pt x="49741" y="88619"/>
                  </a:moveTo>
                  <a:lnTo>
                    <a:pt x="49741" y="104628"/>
                  </a:lnTo>
                  <a:cubicBezTo>
                    <a:pt x="45739" y="106629"/>
                    <a:pt x="39450" y="107486"/>
                    <a:pt x="34018" y="107486"/>
                  </a:cubicBezTo>
                  <a:cubicBezTo>
                    <a:pt x="20011" y="107486"/>
                    <a:pt x="12292" y="99482"/>
                    <a:pt x="12292" y="84903"/>
                  </a:cubicBezTo>
                  <a:lnTo>
                    <a:pt x="12292" y="41165"/>
                  </a:lnTo>
                  <a:lnTo>
                    <a:pt x="0" y="41165"/>
                  </a:lnTo>
                  <a:lnTo>
                    <a:pt x="0" y="25728"/>
                  </a:lnTo>
                  <a:lnTo>
                    <a:pt x="12006" y="25728"/>
                  </a:lnTo>
                  <a:lnTo>
                    <a:pt x="12006" y="4002"/>
                  </a:lnTo>
                  <a:lnTo>
                    <a:pt x="30588" y="0"/>
                  </a:lnTo>
                  <a:lnTo>
                    <a:pt x="30588" y="26014"/>
                  </a:lnTo>
                  <a:lnTo>
                    <a:pt x="49741" y="26014"/>
                  </a:lnTo>
                  <a:lnTo>
                    <a:pt x="49741" y="41451"/>
                  </a:lnTo>
                  <a:lnTo>
                    <a:pt x="30588" y="41451"/>
                  </a:lnTo>
                  <a:lnTo>
                    <a:pt x="30588" y="80901"/>
                  </a:lnTo>
                  <a:cubicBezTo>
                    <a:pt x="30588" y="88333"/>
                    <a:pt x="33161" y="91478"/>
                    <a:pt x="39164" y="91478"/>
                  </a:cubicBezTo>
                  <a:cubicBezTo>
                    <a:pt x="42880" y="91192"/>
                    <a:pt x="46596" y="90048"/>
                    <a:pt x="49741" y="8861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3" name="Freihandform: Form 192">
              <a:extLst>
                <a:ext uri="{FF2B5EF4-FFF2-40B4-BE49-F238E27FC236}">
                  <a16:creationId xmlns:a16="http://schemas.microsoft.com/office/drawing/2014/main" id="{19F06A48-DF8D-4CE0-A7D2-FE0E314ABB76}"/>
                </a:ext>
              </a:extLst>
            </p:cNvPr>
            <p:cNvSpPr/>
            <p:nvPr/>
          </p:nvSpPr>
          <p:spPr>
            <a:xfrm>
              <a:off x="3237481" y="32384"/>
              <a:ext cx="67750" cy="116062"/>
            </a:xfrm>
            <a:custGeom>
              <a:avLst/>
              <a:gdLst>
                <a:gd name="connsiteX0" fmla="*/ 34304 w 67750"/>
                <a:gd name="connsiteY0" fmla="*/ 64606 h 116062"/>
                <a:gd name="connsiteX1" fmla="*/ 49455 w 67750"/>
                <a:gd name="connsiteY1" fmla="*/ 66321 h 116062"/>
                <a:gd name="connsiteX2" fmla="*/ 49455 w 67750"/>
                <a:gd name="connsiteY2" fmla="*/ 63463 h 116062"/>
                <a:gd name="connsiteX3" fmla="*/ 31731 w 67750"/>
                <a:gd name="connsiteY3" fmla="*/ 48026 h 116062"/>
                <a:gd name="connsiteX4" fmla="*/ 11435 w 67750"/>
                <a:gd name="connsiteY4" fmla="*/ 52600 h 116062"/>
                <a:gd name="connsiteX5" fmla="*/ 7432 w 67750"/>
                <a:gd name="connsiteY5" fmla="*/ 36877 h 116062"/>
                <a:gd name="connsiteX6" fmla="*/ 33732 w 67750"/>
                <a:gd name="connsiteY6" fmla="*/ 32303 h 116062"/>
                <a:gd name="connsiteX7" fmla="*/ 67751 w 67750"/>
                <a:gd name="connsiteY7" fmla="*/ 63177 h 116062"/>
                <a:gd name="connsiteX8" fmla="*/ 67751 w 67750"/>
                <a:gd name="connsiteY8" fmla="*/ 114347 h 116062"/>
                <a:gd name="connsiteX9" fmla="*/ 50027 w 67750"/>
                <a:gd name="connsiteY9" fmla="*/ 114347 h 116062"/>
                <a:gd name="connsiteX10" fmla="*/ 50027 w 67750"/>
                <a:gd name="connsiteY10" fmla="*/ 105771 h 116062"/>
                <a:gd name="connsiteX11" fmla="*/ 49741 w 67750"/>
                <a:gd name="connsiteY11" fmla="*/ 105771 h 116062"/>
                <a:gd name="connsiteX12" fmla="*/ 26300 w 67750"/>
                <a:gd name="connsiteY12" fmla="*/ 116063 h 116062"/>
                <a:gd name="connsiteX13" fmla="*/ 0 w 67750"/>
                <a:gd name="connsiteY13" fmla="*/ 90620 h 116062"/>
                <a:gd name="connsiteX14" fmla="*/ 34304 w 67750"/>
                <a:gd name="connsiteY14" fmla="*/ 64606 h 116062"/>
                <a:gd name="connsiteX15" fmla="*/ 19153 w 67750"/>
                <a:gd name="connsiteY15" fmla="*/ 21726 h 116062"/>
                <a:gd name="connsiteX16" fmla="*/ 8004 w 67750"/>
                <a:gd name="connsiteY16" fmla="*/ 10863 h 116062"/>
                <a:gd name="connsiteX17" fmla="*/ 19153 w 67750"/>
                <a:gd name="connsiteY17" fmla="*/ 0 h 116062"/>
                <a:gd name="connsiteX18" fmla="*/ 30302 w 67750"/>
                <a:gd name="connsiteY18" fmla="*/ 10863 h 116062"/>
                <a:gd name="connsiteX19" fmla="*/ 19153 w 67750"/>
                <a:gd name="connsiteY19" fmla="*/ 21726 h 116062"/>
                <a:gd name="connsiteX20" fmla="*/ 31160 w 67750"/>
                <a:gd name="connsiteY20" fmla="*/ 102055 h 116062"/>
                <a:gd name="connsiteX21" fmla="*/ 49455 w 67750"/>
                <a:gd name="connsiteY21" fmla="*/ 92335 h 116062"/>
                <a:gd name="connsiteX22" fmla="*/ 49455 w 67750"/>
                <a:gd name="connsiteY22" fmla="*/ 78328 h 116062"/>
                <a:gd name="connsiteX23" fmla="*/ 36305 w 67750"/>
                <a:gd name="connsiteY23" fmla="*/ 76899 h 116062"/>
                <a:gd name="connsiteX24" fmla="*/ 17724 w 67750"/>
                <a:gd name="connsiteY24" fmla="*/ 90048 h 116062"/>
                <a:gd name="connsiteX25" fmla="*/ 31160 w 67750"/>
                <a:gd name="connsiteY25" fmla="*/ 102055 h 116062"/>
                <a:gd name="connsiteX26" fmla="*/ 52028 w 67750"/>
                <a:gd name="connsiteY26" fmla="*/ 21726 h 116062"/>
                <a:gd name="connsiteX27" fmla="*/ 40879 w 67750"/>
                <a:gd name="connsiteY27" fmla="*/ 10863 h 116062"/>
                <a:gd name="connsiteX28" fmla="*/ 52028 w 67750"/>
                <a:gd name="connsiteY28" fmla="*/ 0 h 116062"/>
                <a:gd name="connsiteX29" fmla="*/ 63177 w 67750"/>
                <a:gd name="connsiteY29" fmla="*/ 10863 h 116062"/>
                <a:gd name="connsiteX30" fmla="*/ 52028 w 67750"/>
                <a:gd name="connsiteY30" fmla="*/ 21726 h 116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7750" h="116062">
                  <a:moveTo>
                    <a:pt x="34304" y="64606"/>
                  </a:moveTo>
                  <a:cubicBezTo>
                    <a:pt x="39450" y="64606"/>
                    <a:pt x="44310" y="64892"/>
                    <a:pt x="49455" y="66321"/>
                  </a:cubicBezTo>
                  <a:lnTo>
                    <a:pt x="49455" y="63463"/>
                  </a:lnTo>
                  <a:cubicBezTo>
                    <a:pt x="49455" y="53171"/>
                    <a:pt x="43452" y="48026"/>
                    <a:pt x="31731" y="48026"/>
                  </a:cubicBezTo>
                  <a:cubicBezTo>
                    <a:pt x="25156" y="48026"/>
                    <a:pt x="18010" y="49455"/>
                    <a:pt x="11435" y="52600"/>
                  </a:cubicBezTo>
                  <a:lnTo>
                    <a:pt x="7432" y="36877"/>
                  </a:lnTo>
                  <a:cubicBezTo>
                    <a:pt x="14865" y="34018"/>
                    <a:pt x="24585" y="32303"/>
                    <a:pt x="33732" y="32303"/>
                  </a:cubicBezTo>
                  <a:cubicBezTo>
                    <a:pt x="56316" y="32303"/>
                    <a:pt x="67751" y="42880"/>
                    <a:pt x="67751" y="63177"/>
                  </a:cubicBezTo>
                  <a:lnTo>
                    <a:pt x="67751" y="114347"/>
                  </a:lnTo>
                  <a:lnTo>
                    <a:pt x="50027" y="114347"/>
                  </a:lnTo>
                  <a:lnTo>
                    <a:pt x="50027" y="105771"/>
                  </a:lnTo>
                  <a:lnTo>
                    <a:pt x="49741" y="105771"/>
                  </a:lnTo>
                  <a:cubicBezTo>
                    <a:pt x="42880" y="112918"/>
                    <a:pt x="35734" y="116063"/>
                    <a:pt x="26300" y="116063"/>
                  </a:cubicBezTo>
                  <a:cubicBezTo>
                    <a:pt x="10291" y="116063"/>
                    <a:pt x="0" y="106057"/>
                    <a:pt x="0" y="90620"/>
                  </a:cubicBezTo>
                  <a:cubicBezTo>
                    <a:pt x="0" y="73754"/>
                    <a:pt x="12006" y="64606"/>
                    <a:pt x="34304" y="64606"/>
                  </a:cubicBezTo>
                  <a:close/>
                  <a:moveTo>
                    <a:pt x="19153" y="21726"/>
                  </a:moveTo>
                  <a:cubicBezTo>
                    <a:pt x="13150" y="21726"/>
                    <a:pt x="8004" y="16580"/>
                    <a:pt x="8004" y="10863"/>
                  </a:cubicBezTo>
                  <a:cubicBezTo>
                    <a:pt x="8004" y="5146"/>
                    <a:pt x="13150" y="0"/>
                    <a:pt x="19153" y="0"/>
                  </a:cubicBezTo>
                  <a:cubicBezTo>
                    <a:pt x="25156" y="0"/>
                    <a:pt x="30302" y="5146"/>
                    <a:pt x="30302" y="10863"/>
                  </a:cubicBezTo>
                  <a:cubicBezTo>
                    <a:pt x="30302" y="16866"/>
                    <a:pt x="25156" y="21726"/>
                    <a:pt x="19153" y="21726"/>
                  </a:cubicBezTo>
                  <a:close/>
                  <a:moveTo>
                    <a:pt x="31160" y="102055"/>
                  </a:moveTo>
                  <a:cubicBezTo>
                    <a:pt x="38020" y="102055"/>
                    <a:pt x="44310" y="98625"/>
                    <a:pt x="49455" y="92335"/>
                  </a:cubicBezTo>
                  <a:lnTo>
                    <a:pt x="49455" y="78328"/>
                  </a:lnTo>
                  <a:cubicBezTo>
                    <a:pt x="45167" y="77184"/>
                    <a:pt x="40593" y="76899"/>
                    <a:pt x="36305" y="76899"/>
                  </a:cubicBezTo>
                  <a:cubicBezTo>
                    <a:pt x="24585" y="76899"/>
                    <a:pt x="17724" y="81472"/>
                    <a:pt x="17724" y="90048"/>
                  </a:cubicBezTo>
                  <a:cubicBezTo>
                    <a:pt x="18010" y="97481"/>
                    <a:pt x="23155" y="102055"/>
                    <a:pt x="31160" y="102055"/>
                  </a:cubicBezTo>
                  <a:close/>
                  <a:moveTo>
                    <a:pt x="52028" y="21726"/>
                  </a:moveTo>
                  <a:cubicBezTo>
                    <a:pt x="46025" y="21726"/>
                    <a:pt x="40879" y="16580"/>
                    <a:pt x="40879" y="10863"/>
                  </a:cubicBezTo>
                  <a:cubicBezTo>
                    <a:pt x="40879" y="5146"/>
                    <a:pt x="46025" y="0"/>
                    <a:pt x="52028" y="0"/>
                  </a:cubicBezTo>
                  <a:cubicBezTo>
                    <a:pt x="58031" y="0"/>
                    <a:pt x="63177" y="5146"/>
                    <a:pt x="63177" y="10863"/>
                  </a:cubicBezTo>
                  <a:cubicBezTo>
                    <a:pt x="63177" y="16866"/>
                    <a:pt x="57745" y="21726"/>
                    <a:pt x="52028" y="21726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4" name="Freihandform: Form 193">
              <a:extLst>
                <a:ext uri="{FF2B5EF4-FFF2-40B4-BE49-F238E27FC236}">
                  <a16:creationId xmlns:a16="http://schemas.microsoft.com/office/drawing/2014/main" id="{E76C37E2-19C3-4FEB-AD05-35C355ACC271}"/>
                </a:ext>
              </a:extLst>
            </p:cNvPr>
            <p:cNvSpPr/>
            <p:nvPr/>
          </p:nvSpPr>
          <p:spPr>
            <a:xfrm>
              <a:off x="3320097" y="40960"/>
              <a:ext cx="49740" cy="107486"/>
            </a:xfrm>
            <a:custGeom>
              <a:avLst/>
              <a:gdLst>
                <a:gd name="connsiteX0" fmla="*/ 49741 w 49740"/>
                <a:gd name="connsiteY0" fmla="*/ 88619 h 107486"/>
                <a:gd name="connsiteX1" fmla="*/ 49741 w 49740"/>
                <a:gd name="connsiteY1" fmla="*/ 104628 h 107486"/>
                <a:gd name="connsiteX2" fmla="*/ 34018 w 49740"/>
                <a:gd name="connsiteY2" fmla="*/ 107486 h 107486"/>
                <a:gd name="connsiteX3" fmla="*/ 12292 w 49740"/>
                <a:gd name="connsiteY3" fmla="*/ 84903 h 107486"/>
                <a:gd name="connsiteX4" fmla="*/ 12292 w 49740"/>
                <a:gd name="connsiteY4" fmla="*/ 41165 h 107486"/>
                <a:gd name="connsiteX5" fmla="*/ 0 w 49740"/>
                <a:gd name="connsiteY5" fmla="*/ 41165 h 107486"/>
                <a:gd name="connsiteX6" fmla="*/ 0 w 49740"/>
                <a:gd name="connsiteY6" fmla="*/ 25728 h 107486"/>
                <a:gd name="connsiteX7" fmla="*/ 12006 w 49740"/>
                <a:gd name="connsiteY7" fmla="*/ 25728 h 107486"/>
                <a:gd name="connsiteX8" fmla="*/ 12006 w 49740"/>
                <a:gd name="connsiteY8" fmla="*/ 4002 h 107486"/>
                <a:gd name="connsiteX9" fmla="*/ 30588 w 49740"/>
                <a:gd name="connsiteY9" fmla="*/ 0 h 107486"/>
                <a:gd name="connsiteX10" fmla="*/ 30588 w 49740"/>
                <a:gd name="connsiteY10" fmla="*/ 26014 h 107486"/>
                <a:gd name="connsiteX11" fmla="*/ 49741 w 49740"/>
                <a:gd name="connsiteY11" fmla="*/ 26014 h 107486"/>
                <a:gd name="connsiteX12" fmla="*/ 49741 w 49740"/>
                <a:gd name="connsiteY12" fmla="*/ 41451 h 107486"/>
                <a:gd name="connsiteX13" fmla="*/ 30588 w 49740"/>
                <a:gd name="connsiteY13" fmla="*/ 41451 h 107486"/>
                <a:gd name="connsiteX14" fmla="*/ 30588 w 49740"/>
                <a:gd name="connsiteY14" fmla="*/ 80901 h 107486"/>
                <a:gd name="connsiteX15" fmla="*/ 39164 w 49740"/>
                <a:gd name="connsiteY15" fmla="*/ 91478 h 107486"/>
                <a:gd name="connsiteX16" fmla="*/ 49741 w 49740"/>
                <a:gd name="connsiteY16" fmla="*/ 88619 h 10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9740" h="107486">
                  <a:moveTo>
                    <a:pt x="49741" y="88619"/>
                  </a:moveTo>
                  <a:lnTo>
                    <a:pt x="49741" y="104628"/>
                  </a:lnTo>
                  <a:cubicBezTo>
                    <a:pt x="45739" y="106629"/>
                    <a:pt x="39450" y="107486"/>
                    <a:pt x="34018" y="107486"/>
                  </a:cubicBezTo>
                  <a:cubicBezTo>
                    <a:pt x="20011" y="107486"/>
                    <a:pt x="12292" y="99482"/>
                    <a:pt x="12292" y="84903"/>
                  </a:cubicBezTo>
                  <a:lnTo>
                    <a:pt x="12292" y="41165"/>
                  </a:lnTo>
                  <a:lnTo>
                    <a:pt x="0" y="41165"/>
                  </a:lnTo>
                  <a:lnTo>
                    <a:pt x="0" y="25728"/>
                  </a:lnTo>
                  <a:lnTo>
                    <a:pt x="12006" y="25728"/>
                  </a:lnTo>
                  <a:lnTo>
                    <a:pt x="12006" y="4002"/>
                  </a:lnTo>
                  <a:lnTo>
                    <a:pt x="30588" y="0"/>
                  </a:lnTo>
                  <a:lnTo>
                    <a:pt x="30588" y="26014"/>
                  </a:lnTo>
                  <a:lnTo>
                    <a:pt x="49741" y="26014"/>
                  </a:lnTo>
                  <a:lnTo>
                    <a:pt x="49741" y="41451"/>
                  </a:lnTo>
                  <a:lnTo>
                    <a:pt x="30588" y="41451"/>
                  </a:lnTo>
                  <a:lnTo>
                    <a:pt x="30588" y="80901"/>
                  </a:lnTo>
                  <a:cubicBezTo>
                    <a:pt x="30588" y="88333"/>
                    <a:pt x="33161" y="91478"/>
                    <a:pt x="39164" y="91478"/>
                  </a:cubicBezTo>
                  <a:cubicBezTo>
                    <a:pt x="42880" y="91192"/>
                    <a:pt x="46596" y="90048"/>
                    <a:pt x="49741" y="8861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5" name="Freihandform: Form 194">
              <a:extLst>
                <a:ext uri="{FF2B5EF4-FFF2-40B4-BE49-F238E27FC236}">
                  <a16:creationId xmlns:a16="http://schemas.microsoft.com/office/drawing/2014/main" id="{1B071317-7674-418D-B895-174740E887AC}"/>
                </a:ext>
              </a:extLst>
            </p:cNvPr>
            <p:cNvSpPr/>
            <p:nvPr/>
          </p:nvSpPr>
          <p:spPr>
            <a:xfrm>
              <a:off x="3433872" y="66688"/>
              <a:ext cx="68894" cy="82044"/>
            </a:xfrm>
            <a:custGeom>
              <a:avLst/>
              <a:gdLst>
                <a:gd name="connsiteX0" fmla="*/ 18867 w 68894"/>
                <a:gd name="connsiteY0" fmla="*/ 48026 h 82044"/>
                <a:gd name="connsiteX1" fmla="*/ 34876 w 68894"/>
                <a:gd name="connsiteY1" fmla="*/ 64892 h 82044"/>
                <a:gd name="connsiteX2" fmla="*/ 50313 w 68894"/>
                <a:gd name="connsiteY2" fmla="*/ 48026 h 82044"/>
                <a:gd name="connsiteX3" fmla="*/ 50313 w 68894"/>
                <a:gd name="connsiteY3" fmla="*/ 0 h 82044"/>
                <a:gd name="connsiteX4" fmla="*/ 68894 w 68894"/>
                <a:gd name="connsiteY4" fmla="*/ 0 h 82044"/>
                <a:gd name="connsiteX5" fmla="*/ 68894 w 68894"/>
                <a:gd name="connsiteY5" fmla="*/ 48598 h 82044"/>
                <a:gd name="connsiteX6" fmla="*/ 35162 w 68894"/>
                <a:gd name="connsiteY6" fmla="*/ 82044 h 82044"/>
                <a:gd name="connsiteX7" fmla="*/ 0 w 68894"/>
                <a:gd name="connsiteY7" fmla="*/ 48883 h 82044"/>
                <a:gd name="connsiteX8" fmla="*/ 0 w 68894"/>
                <a:gd name="connsiteY8" fmla="*/ 286 h 82044"/>
                <a:gd name="connsiteX9" fmla="*/ 18581 w 68894"/>
                <a:gd name="connsiteY9" fmla="*/ 286 h 82044"/>
                <a:gd name="connsiteX10" fmla="*/ 18581 w 68894"/>
                <a:gd name="connsiteY10" fmla="*/ 48026 h 8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8894" h="82044">
                  <a:moveTo>
                    <a:pt x="18867" y="48026"/>
                  </a:moveTo>
                  <a:cubicBezTo>
                    <a:pt x="18867" y="58889"/>
                    <a:pt x="24299" y="64892"/>
                    <a:pt x="34876" y="64892"/>
                  </a:cubicBezTo>
                  <a:cubicBezTo>
                    <a:pt x="45167" y="64892"/>
                    <a:pt x="50313" y="59175"/>
                    <a:pt x="50313" y="48026"/>
                  </a:cubicBezTo>
                  <a:lnTo>
                    <a:pt x="50313" y="0"/>
                  </a:lnTo>
                  <a:lnTo>
                    <a:pt x="68894" y="0"/>
                  </a:lnTo>
                  <a:lnTo>
                    <a:pt x="68894" y="48598"/>
                  </a:lnTo>
                  <a:cubicBezTo>
                    <a:pt x="68894" y="69752"/>
                    <a:pt x="57174" y="82044"/>
                    <a:pt x="35162" y="82044"/>
                  </a:cubicBezTo>
                  <a:cubicBezTo>
                    <a:pt x="13436" y="82044"/>
                    <a:pt x="0" y="69752"/>
                    <a:pt x="0" y="48883"/>
                  </a:cubicBezTo>
                  <a:lnTo>
                    <a:pt x="0" y="286"/>
                  </a:lnTo>
                  <a:lnTo>
                    <a:pt x="18581" y="286"/>
                  </a:lnTo>
                  <a:lnTo>
                    <a:pt x="18581" y="48026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6" name="Freihandform: Form 195">
              <a:extLst>
                <a:ext uri="{FF2B5EF4-FFF2-40B4-BE49-F238E27FC236}">
                  <a16:creationId xmlns:a16="http://schemas.microsoft.com/office/drawing/2014/main" id="{4205895C-C798-479F-B85E-6DD6EA25ECEC}"/>
                </a:ext>
              </a:extLst>
            </p:cNvPr>
            <p:cNvSpPr/>
            <p:nvPr/>
          </p:nvSpPr>
          <p:spPr>
            <a:xfrm>
              <a:off x="3526779" y="64687"/>
              <a:ext cx="68608" cy="82044"/>
            </a:xfrm>
            <a:custGeom>
              <a:avLst/>
              <a:gdLst>
                <a:gd name="connsiteX0" fmla="*/ 68608 w 68608"/>
                <a:gd name="connsiteY0" fmla="*/ 81758 h 82044"/>
                <a:gd name="connsiteX1" fmla="*/ 50027 w 68608"/>
                <a:gd name="connsiteY1" fmla="*/ 81758 h 82044"/>
                <a:gd name="connsiteX2" fmla="*/ 50027 w 68608"/>
                <a:gd name="connsiteY2" fmla="*/ 36019 h 82044"/>
                <a:gd name="connsiteX3" fmla="*/ 35162 w 68608"/>
                <a:gd name="connsiteY3" fmla="*/ 16580 h 82044"/>
                <a:gd name="connsiteX4" fmla="*/ 18581 w 68608"/>
                <a:gd name="connsiteY4" fmla="*/ 36019 h 82044"/>
                <a:gd name="connsiteX5" fmla="*/ 18581 w 68608"/>
                <a:gd name="connsiteY5" fmla="*/ 82044 h 82044"/>
                <a:gd name="connsiteX6" fmla="*/ 0 w 68608"/>
                <a:gd name="connsiteY6" fmla="*/ 82044 h 82044"/>
                <a:gd name="connsiteX7" fmla="*/ 0 w 68608"/>
                <a:gd name="connsiteY7" fmla="*/ 2001 h 82044"/>
                <a:gd name="connsiteX8" fmla="*/ 18581 w 68608"/>
                <a:gd name="connsiteY8" fmla="*/ 2001 h 82044"/>
                <a:gd name="connsiteX9" fmla="*/ 18581 w 68608"/>
                <a:gd name="connsiteY9" fmla="*/ 11721 h 82044"/>
                <a:gd name="connsiteX10" fmla="*/ 18867 w 68608"/>
                <a:gd name="connsiteY10" fmla="*/ 11721 h 82044"/>
                <a:gd name="connsiteX11" fmla="*/ 42308 w 68608"/>
                <a:gd name="connsiteY11" fmla="*/ 0 h 82044"/>
                <a:gd name="connsiteX12" fmla="*/ 68608 w 68608"/>
                <a:gd name="connsiteY12" fmla="*/ 32303 h 82044"/>
                <a:gd name="connsiteX13" fmla="*/ 68608 w 68608"/>
                <a:gd name="connsiteY13" fmla="*/ 81758 h 8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82044">
                  <a:moveTo>
                    <a:pt x="68608" y="81758"/>
                  </a:moveTo>
                  <a:lnTo>
                    <a:pt x="50027" y="81758"/>
                  </a:lnTo>
                  <a:lnTo>
                    <a:pt x="50027" y="36019"/>
                  </a:lnTo>
                  <a:cubicBezTo>
                    <a:pt x="50027" y="24299"/>
                    <a:pt x="46596" y="16580"/>
                    <a:pt x="35162" y="16580"/>
                  </a:cubicBezTo>
                  <a:cubicBezTo>
                    <a:pt x="22012" y="16580"/>
                    <a:pt x="18581" y="27157"/>
                    <a:pt x="18581" y="36019"/>
                  </a:cubicBezTo>
                  <a:lnTo>
                    <a:pt x="18581" y="82044"/>
                  </a:lnTo>
                  <a:lnTo>
                    <a:pt x="0" y="82044"/>
                  </a:lnTo>
                  <a:lnTo>
                    <a:pt x="0" y="2001"/>
                  </a:lnTo>
                  <a:lnTo>
                    <a:pt x="18581" y="2001"/>
                  </a:lnTo>
                  <a:lnTo>
                    <a:pt x="18581" y="11721"/>
                  </a:lnTo>
                  <a:lnTo>
                    <a:pt x="18867" y="11721"/>
                  </a:lnTo>
                  <a:cubicBezTo>
                    <a:pt x="23727" y="4574"/>
                    <a:pt x="32017" y="0"/>
                    <a:pt x="42308" y="0"/>
                  </a:cubicBezTo>
                  <a:cubicBezTo>
                    <a:pt x="60604" y="0"/>
                    <a:pt x="68608" y="13436"/>
                    <a:pt x="68608" y="32303"/>
                  </a:cubicBezTo>
                  <a:lnTo>
                    <a:pt x="68608" y="81758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7" name="Freihandform: Form 196">
              <a:extLst>
                <a:ext uri="{FF2B5EF4-FFF2-40B4-BE49-F238E27FC236}">
                  <a16:creationId xmlns:a16="http://schemas.microsoft.com/office/drawing/2014/main" id="{A2FC205B-F480-4DBC-A765-0A475834F3A1}"/>
                </a:ext>
              </a:extLst>
            </p:cNvPr>
            <p:cNvSpPr/>
            <p:nvPr/>
          </p:nvSpPr>
          <p:spPr>
            <a:xfrm>
              <a:off x="3615112" y="29811"/>
              <a:ext cx="74611" cy="118921"/>
            </a:xfrm>
            <a:custGeom>
              <a:avLst/>
              <a:gdLst>
                <a:gd name="connsiteX0" fmla="*/ 0 w 74611"/>
                <a:gd name="connsiteY0" fmla="*/ 76613 h 118921"/>
                <a:gd name="connsiteX1" fmla="*/ 32589 w 74611"/>
                <a:gd name="connsiteY1" fmla="*/ 34876 h 118921"/>
                <a:gd name="connsiteX2" fmla="*/ 55744 w 74611"/>
                <a:gd name="connsiteY2" fmla="*/ 45739 h 118921"/>
                <a:gd name="connsiteX3" fmla="*/ 56030 w 74611"/>
                <a:gd name="connsiteY3" fmla="*/ 45739 h 118921"/>
                <a:gd name="connsiteX4" fmla="*/ 56030 w 74611"/>
                <a:gd name="connsiteY4" fmla="*/ 4574 h 118921"/>
                <a:gd name="connsiteX5" fmla="*/ 74612 w 74611"/>
                <a:gd name="connsiteY5" fmla="*/ 0 h 118921"/>
                <a:gd name="connsiteX6" fmla="*/ 74612 w 74611"/>
                <a:gd name="connsiteY6" fmla="*/ 116920 h 118921"/>
                <a:gd name="connsiteX7" fmla="*/ 56316 w 74611"/>
                <a:gd name="connsiteY7" fmla="*/ 116920 h 118921"/>
                <a:gd name="connsiteX8" fmla="*/ 56316 w 74611"/>
                <a:gd name="connsiteY8" fmla="*/ 107486 h 118921"/>
                <a:gd name="connsiteX9" fmla="*/ 56030 w 74611"/>
                <a:gd name="connsiteY9" fmla="*/ 107486 h 118921"/>
                <a:gd name="connsiteX10" fmla="*/ 32017 w 74611"/>
                <a:gd name="connsiteY10" fmla="*/ 118921 h 118921"/>
                <a:gd name="connsiteX11" fmla="*/ 0 w 74611"/>
                <a:gd name="connsiteY11" fmla="*/ 76613 h 118921"/>
                <a:gd name="connsiteX12" fmla="*/ 18581 w 74611"/>
                <a:gd name="connsiteY12" fmla="*/ 76613 h 118921"/>
                <a:gd name="connsiteX13" fmla="*/ 37163 w 74611"/>
                <a:gd name="connsiteY13" fmla="*/ 102341 h 118921"/>
                <a:gd name="connsiteX14" fmla="*/ 56316 w 74611"/>
                <a:gd name="connsiteY14" fmla="*/ 91764 h 118921"/>
                <a:gd name="connsiteX15" fmla="*/ 56316 w 74611"/>
                <a:gd name="connsiteY15" fmla="*/ 62605 h 118921"/>
                <a:gd name="connsiteX16" fmla="*/ 37163 w 74611"/>
                <a:gd name="connsiteY16" fmla="*/ 52028 h 118921"/>
                <a:gd name="connsiteX17" fmla="*/ 18581 w 74611"/>
                <a:gd name="connsiteY17" fmla="*/ 76613 h 118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611" h="118921">
                  <a:moveTo>
                    <a:pt x="0" y="76613"/>
                  </a:moveTo>
                  <a:cubicBezTo>
                    <a:pt x="0" y="50885"/>
                    <a:pt x="13150" y="34876"/>
                    <a:pt x="32589" y="34876"/>
                  </a:cubicBezTo>
                  <a:cubicBezTo>
                    <a:pt x="42594" y="34876"/>
                    <a:pt x="50599" y="39164"/>
                    <a:pt x="55744" y="45739"/>
                  </a:cubicBezTo>
                  <a:lnTo>
                    <a:pt x="56030" y="45739"/>
                  </a:lnTo>
                  <a:lnTo>
                    <a:pt x="56030" y="4574"/>
                  </a:lnTo>
                  <a:lnTo>
                    <a:pt x="74612" y="0"/>
                  </a:lnTo>
                  <a:lnTo>
                    <a:pt x="74612" y="116920"/>
                  </a:lnTo>
                  <a:lnTo>
                    <a:pt x="56316" y="116920"/>
                  </a:lnTo>
                  <a:lnTo>
                    <a:pt x="56316" y="107486"/>
                  </a:lnTo>
                  <a:lnTo>
                    <a:pt x="56030" y="107486"/>
                  </a:lnTo>
                  <a:cubicBezTo>
                    <a:pt x="50313" y="114633"/>
                    <a:pt x="42023" y="118921"/>
                    <a:pt x="32017" y="118921"/>
                  </a:cubicBezTo>
                  <a:cubicBezTo>
                    <a:pt x="13150" y="118635"/>
                    <a:pt x="0" y="102341"/>
                    <a:pt x="0" y="76613"/>
                  </a:cubicBezTo>
                  <a:close/>
                  <a:moveTo>
                    <a:pt x="18581" y="76613"/>
                  </a:moveTo>
                  <a:cubicBezTo>
                    <a:pt x="18581" y="92907"/>
                    <a:pt x="25442" y="102341"/>
                    <a:pt x="37163" y="102341"/>
                  </a:cubicBezTo>
                  <a:cubicBezTo>
                    <a:pt x="44310" y="102341"/>
                    <a:pt x="50313" y="98910"/>
                    <a:pt x="56316" y="91764"/>
                  </a:cubicBezTo>
                  <a:lnTo>
                    <a:pt x="56316" y="62605"/>
                  </a:lnTo>
                  <a:cubicBezTo>
                    <a:pt x="50885" y="55458"/>
                    <a:pt x="44881" y="52028"/>
                    <a:pt x="37163" y="52028"/>
                  </a:cubicBezTo>
                  <a:cubicBezTo>
                    <a:pt x="25157" y="51742"/>
                    <a:pt x="18581" y="60604"/>
                    <a:pt x="18581" y="76613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8" name="Freihandform: Form 197">
              <a:extLst>
                <a:ext uri="{FF2B5EF4-FFF2-40B4-BE49-F238E27FC236}">
                  <a16:creationId xmlns:a16="http://schemas.microsoft.com/office/drawing/2014/main" id="{69AE56F4-0BAC-4631-8D60-8514867BA36A}"/>
                </a:ext>
              </a:extLst>
            </p:cNvPr>
            <p:cNvSpPr/>
            <p:nvPr/>
          </p:nvSpPr>
          <p:spPr>
            <a:xfrm>
              <a:off x="1648912" y="209051"/>
              <a:ext cx="69751" cy="110630"/>
            </a:xfrm>
            <a:custGeom>
              <a:avLst/>
              <a:gdLst>
                <a:gd name="connsiteX0" fmla="*/ 69752 w 69751"/>
                <a:gd name="connsiteY0" fmla="*/ 18010 h 110630"/>
                <a:gd name="connsiteX1" fmla="*/ 19725 w 69751"/>
                <a:gd name="connsiteY1" fmla="*/ 18010 h 110630"/>
                <a:gd name="connsiteX2" fmla="*/ 19725 w 69751"/>
                <a:gd name="connsiteY2" fmla="*/ 45453 h 110630"/>
                <a:gd name="connsiteX3" fmla="*/ 56888 w 69751"/>
                <a:gd name="connsiteY3" fmla="*/ 45453 h 110630"/>
                <a:gd name="connsiteX4" fmla="*/ 56888 w 69751"/>
                <a:gd name="connsiteY4" fmla="*/ 63463 h 110630"/>
                <a:gd name="connsiteX5" fmla="*/ 19725 w 69751"/>
                <a:gd name="connsiteY5" fmla="*/ 63463 h 110630"/>
                <a:gd name="connsiteX6" fmla="*/ 19725 w 69751"/>
                <a:gd name="connsiteY6" fmla="*/ 110631 h 110630"/>
                <a:gd name="connsiteX7" fmla="*/ 0 w 69751"/>
                <a:gd name="connsiteY7" fmla="*/ 110631 h 110630"/>
                <a:gd name="connsiteX8" fmla="*/ 0 w 69751"/>
                <a:gd name="connsiteY8" fmla="*/ 0 h 110630"/>
                <a:gd name="connsiteX9" fmla="*/ 69466 w 69751"/>
                <a:gd name="connsiteY9" fmla="*/ 0 h 110630"/>
                <a:gd name="connsiteX10" fmla="*/ 69466 w 69751"/>
                <a:gd name="connsiteY10" fmla="*/ 18010 h 110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751" h="110630">
                  <a:moveTo>
                    <a:pt x="69752" y="18010"/>
                  </a:moveTo>
                  <a:lnTo>
                    <a:pt x="19725" y="18010"/>
                  </a:lnTo>
                  <a:lnTo>
                    <a:pt x="19725" y="45453"/>
                  </a:lnTo>
                  <a:lnTo>
                    <a:pt x="56888" y="45453"/>
                  </a:lnTo>
                  <a:lnTo>
                    <a:pt x="56888" y="63463"/>
                  </a:lnTo>
                  <a:lnTo>
                    <a:pt x="19725" y="63463"/>
                  </a:lnTo>
                  <a:lnTo>
                    <a:pt x="19725" y="110631"/>
                  </a:lnTo>
                  <a:lnTo>
                    <a:pt x="0" y="110631"/>
                  </a:lnTo>
                  <a:lnTo>
                    <a:pt x="0" y="0"/>
                  </a:lnTo>
                  <a:lnTo>
                    <a:pt x="69466" y="0"/>
                  </a:lnTo>
                  <a:lnTo>
                    <a:pt x="69466" y="18010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9" name="Freihandform: Form 198">
              <a:extLst>
                <a:ext uri="{FF2B5EF4-FFF2-40B4-BE49-F238E27FC236}">
                  <a16:creationId xmlns:a16="http://schemas.microsoft.com/office/drawing/2014/main" id="{267635ED-45CA-4D7D-BDE1-B603E9C8DC74}"/>
                </a:ext>
              </a:extLst>
            </p:cNvPr>
            <p:cNvSpPr/>
            <p:nvPr/>
          </p:nvSpPr>
          <p:spPr>
            <a:xfrm>
              <a:off x="1722094" y="237638"/>
              <a:ext cx="67750" cy="83759"/>
            </a:xfrm>
            <a:custGeom>
              <a:avLst/>
              <a:gdLst>
                <a:gd name="connsiteX0" fmla="*/ 34304 w 67750"/>
                <a:gd name="connsiteY0" fmla="*/ 32303 h 83759"/>
                <a:gd name="connsiteX1" fmla="*/ 49455 w 67750"/>
                <a:gd name="connsiteY1" fmla="*/ 34018 h 83759"/>
                <a:gd name="connsiteX2" fmla="*/ 49455 w 67750"/>
                <a:gd name="connsiteY2" fmla="*/ 31160 h 83759"/>
                <a:gd name="connsiteX3" fmla="*/ 31731 w 67750"/>
                <a:gd name="connsiteY3" fmla="*/ 15723 h 83759"/>
                <a:gd name="connsiteX4" fmla="*/ 11435 w 67750"/>
                <a:gd name="connsiteY4" fmla="*/ 20297 h 83759"/>
                <a:gd name="connsiteX5" fmla="*/ 7433 w 67750"/>
                <a:gd name="connsiteY5" fmla="*/ 4574 h 83759"/>
                <a:gd name="connsiteX6" fmla="*/ 33732 w 67750"/>
                <a:gd name="connsiteY6" fmla="*/ 0 h 83759"/>
                <a:gd name="connsiteX7" fmla="*/ 67751 w 67750"/>
                <a:gd name="connsiteY7" fmla="*/ 30874 h 83759"/>
                <a:gd name="connsiteX8" fmla="*/ 67751 w 67750"/>
                <a:gd name="connsiteY8" fmla="*/ 82044 h 83759"/>
                <a:gd name="connsiteX9" fmla="*/ 50027 w 67750"/>
                <a:gd name="connsiteY9" fmla="*/ 82044 h 83759"/>
                <a:gd name="connsiteX10" fmla="*/ 50027 w 67750"/>
                <a:gd name="connsiteY10" fmla="*/ 73468 h 83759"/>
                <a:gd name="connsiteX11" fmla="*/ 49741 w 67750"/>
                <a:gd name="connsiteY11" fmla="*/ 73468 h 83759"/>
                <a:gd name="connsiteX12" fmla="*/ 26300 w 67750"/>
                <a:gd name="connsiteY12" fmla="*/ 83759 h 83759"/>
                <a:gd name="connsiteX13" fmla="*/ 0 w 67750"/>
                <a:gd name="connsiteY13" fmla="*/ 58317 h 83759"/>
                <a:gd name="connsiteX14" fmla="*/ 34304 w 67750"/>
                <a:gd name="connsiteY14" fmla="*/ 32303 h 83759"/>
                <a:gd name="connsiteX15" fmla="*/ 31160 w 67750"/>
                <a:gd name="connsiteY15" fmla="*/ 69752 h 83759"/>
                <a:gd name="connsiteX16" fmla="*/ 49455 w 67750"/>
                <a:gd name="connsiteY16" fmla="*/ 60032 h 83759"/>
                <a:gd name="connsiteX17" fmla="*/ 49455 w 67750"/>
                <a:gd name="connsiteY17" fmla="*/ 46311 h 83759"/>
                <a:gd name="connsiteX18" fmla="*/ 36305 w 67750"/>
                <a:gd name="connsiteY18" fmla="*/ 44881 h 83759"/>
                <a:gd name="connsiteX19" fmla="*/ 17724 w 67750"/>
                <a:gd name="connsiteY19" fmla="*/ 58031 h 83759"/>
                <a:gd name="connsiteX20" fmla="*/ 31160 w 67750"/>
                <a:gd name="connsiteY20" fmla="*/ 69752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7750" h="83759">
                  <a:moveTo>
                    <a:pt x="34304" y="32303"/>
                  </a:moveTo>
                  <a:cubicBezTo>
                    <a:pt x="39450" y="32303"/>
                    <a:pt x="44310" y="32589"/>
                    <a:pt x="49455" y="34018"/>
                  </a:cubicBezTo>
                  <a:lnTo>
                    <a:pt x="49455" y="31160"/>
                  </a:lnTo>
                  <a:cubicBezTo>
                    <a:pt x="49455" y="20868"/>
                    <a:pt x="43452" y="15723"/>
                    <a:pt x="31731" y="15723"/>
                  </a:cubicBezTo>
                  <a:cubicBezTo>
                    <a:pt x="25156" y="15723"/>
                    <a:pt x="18010" y="17152"/>
                    <a:pt x="11435" y="20297"/>
                  </a:cubicBezTo>
                  <a:lnTo>
                    <a:pt x="7433" y="4574"/>
                  </a:lnTo>
                  <a:cubicBezTo>
                    <a:pt x="14865" y="1715"/>
                    <a:pt x="24585" y="0"/>
                    <a:pt x="33732" y="0"/>
                  </a:cubicBezTo>
                  <a:cubicBezTo>
                    <a:pt x="56316" y="0"/>
                    <a:pt x="67751" y="10577"/>
                    <a:pt x="67751" y="30874"/>
                  </a:cubicBezTo>
                  <a:lnTo>
                    <a:pt x="67751" y="82044"/>
                  </a:lnTo>
                  <a:lnTo>
                    <a:pt x="50027" y="82044"/>
                  </a:lnTo>
                  <a:lnTo>
                    <a:pt x="50027" y="73468"/>
                  </a:lnTo>
                  <a:lnTo>
                    <a:pt x="49741" y="73468"/>
                  </a:lnTo>
                  <a:cubicBezTo>
                    <a:pt x="42880" y="80615"/>
                    <a:pt x="35734" y="83759"/>
                    <a:pt x="26300" y="83759"/>
                  </a:cubicBezTo>
                  <a:cubicBezTo>
                    <a:pt x="10291" y="83759"/>
                    <a:pt x="0" y="73754"/>
                    <a:pt x="0" y="58317"/>
                  </a:cubicBezTo>
                  <a:cubicBezTo>
                    <a:pt x="0" y="41451"/>
                    <a:pt x="12006" y="32303"/>
                    <a:pt x="34304" y="32303"/>
                  </a:cubicBezTo>
                  <a:close/>
                  <a:moveTo>
                    <a:pt x="31160" y="69752"/>
                  </a:moveTo>
                  <a:cubicBezTo>
                    <a:pt x="38020" y="69752"/>
                    <a:pt x="44310" y="66321"/>
                    <a:pt x="49455" y="60032"/>
                  </a:cubicBezTo>
                  <a:lnTo>
                    <a:pt x="49455" y="46311"/>
                  </a:lnTo>
                  <a:cubicBezTo>
                    <a:pt x="45167" y="45167"/>
                    <a:pt x="40593" y="44881"/>
                    <a:pt x="36305" y="44881"/>
                  </a:cubicBezTo>
                  <a:cubicBezTo>
                    <a:pt x="24585" y="44881"/>
                    <a:pt x="17724" y="49455"/>
                    <a:pt x="17724" y="58031"/>
                  </a:cubicBezTo>
                  <a:cubicBezTo>
                    <a:pt x="18010" y="65178"/>
                    <a:pt x="23155" y="69752"/>
                    <a:pt x="31160" y="6975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0" name="Freihandform: Form 199">
              <a:extLst>
                <a:ext uri="{FF2B5EF4-FFF2-40B4-BE49-F238E27FC236}">
                  <a16:creationId xmlns:a16="http://schemas.microsoft.com/office/drawing/2014/main" id="{4E65E35C-CC48-4B60-A5C5-9B54FD845568}"/>
                </a:ext>
              </a:extLst>
            </p:cNvPr>
            <p:cNvSpPr/>
            <p:nvPr/>
          </p:nvSpPr>
          <p:spPr>
            <a:xfrm>
              <a:off x="1809570" y="237352"/>
              <a:ext cx="67464" cy="84045"/>
            </a:xfrm>
            <a:custGeom>
              <a:avLst/>
              <a:gdLst>
                <a:gd name="connsiteX0" fmla="*/ 66893 w 67464"/>
                <a:gd name="connsiteY0" fmla="*/ 71181 h 84045"/>
                <a:gd name="connsiteX1" fmla="*/ 38306 w 67464"/>
                <a:gd name="connsiteY1" fmla="*/ 84045 h 84045"/>
                <a:gd name="connsiteX2" fmla="*/ 0 w 67464"/>
                <a:gd name="connsiteY2" fmla="*/ 42309 h 84045"/>
                <a:gd name="connsiteX3" fmla="*/ 38592 w 67464"/>
                <a:gd name="connsiteY3" fmla="*/ 0 h 84045"/>
                <a:gd name="connsiteX4" fmla="*/ 67465 w 67464"/>
                <a:gd name="connsiteY4" fmla="*/ 13722 h 84045"/>
                <a:gd name="connsiteX5" fmla="*/ 54601 w 67464"/>
                <a:gd name="connsiteY5" fmla="*/ 26014 h 84045"/>
                <a:gd name="connsiteX6" fmla="*/ 38592 w 67464"/>
                <a:gd name="connsiteY6" fmla="*/ 17152 h 84045"/>
                <a:gd name="connsiteX7" fmla="*/ 18867 w 67464"/>
                <a:gd name="connsiteY7" fmla="*/ 42023 h 84045"/>
                <a:gd name="connsiteX8" fmla="*/ 38592 w 67464"/>
                <a:gd name="connsiteY8" fmla="*/ 66893 h 84045"/>
                <a:gd name="connsiteX9" fmla="*/ 55173 w 67464"/>
                <a:gd name="connsiteY9" fmla="*/ 58031 h 84045"/>
                <a:gd name="connsiteX10" fmla="*/ 66893 w 67464"/>
                <a:gd name="connsiteY10" fmla="*/ 7118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7464" h="84045">
                  <a:moveTo>
                    <a:pt x="66893" y="71181"/>
                  </a:moveTo>
                  <a:cubicBezTo>
                    <a:pt x="58889" y="80043"/>
                    <a:pt x="49741" y="84045"/>
                    <a:pt x="38306" y="84045"/>
                  </a:cubicBezTo>
                  <a:cubicBezTo>
                    <a:pt x="15437" y="84045"/>
                    <a:pt x="0" y="67465"/>
                    <a:pt x="0" y="42309"/>
                  </a:cubicBezTo>
                  <a:cubicBezTo>
                    <a:pt x="0" y="17152"/>
                    <a:pt x="15437" y="0"/>
                    <a:pt x="38592" y="0"/>
                  </a:cubicBezTo>
                  <a:cubicBezTo>
                    <a:pt x="50599" y="0"/>
                    <a:pt x="60318" y="4574"/>
                    <a:pt x="67465" y="13722"/>
                  </a:cubicBezTo>
                  <a:lnTo>
                    <a:pt x="54601" y="26014"/>
                  </a:lnTo>
                  <a:cubicBezTo>
                    <a:pt x="50027" y="20011"/>
                    <a:pt x="44881" y="17152"/>
                    <a:pt x="38592" y="17152"/>
                  </a:cubicBezTo>
                  <a:cubicBezTo>
                    <a:pt x="26872" y="17152"/>
                    <a:pt x="18867" y="26872"/>
                    <a:pt x="18867" y="42023"/>
                  </a:cubicBezTo>
                  <a:cubicBezTo>
                    <a:pt x="18867" y="56888"/>
                    <a:pt x="26872" y="66893"/>
                    <a:pt x="38592" y="66893"/>
                  </a:cubicBezTo>
                  <a:cubicBezTo>
                    <a:pt x="44881" y="66893"/>
                    <a:pt x="50027" y="64035"/>
                    <a:pt x="55173" y="58031"/>
                  </a:cubicBezTo>
                  <a:lnTo>
                    <a:pt x="66893" y="7118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1" name="Freihandform: Form 200">
              <a:extLst>
                <a:ext uri="{FF2B5EF4-FFF2-40B4-BE49-F238E27FC236}">
                  <a16:creationId xmlns:a16="http://schemas.microsoft.com/office/drawing/2014/main" id="{528ED8B8-344F-4ED7-810A-21695244E5AD}"/>
                </a:ext>
              </a:extLst>
            </p:cNvPr>
            <p:cNvSpPr/>
            <p:nvPr/>
          </p:nvSpPr>
          <p:spPr>
            <a:xfrm>
              <a:off x="1893329" y="202762"/>
              <a:ext cx="68608" cy="116920"/>
            </a:xfrm>
            <a:custGeom>
              <a:avLst/>
              <a:gdLst>
                <a:gd name="connsiteX0" fmla="*/ 68608 w 68608"/>
                <a:gd name="connsiteY0" fmla="*/ 116634 h 116920"/>
                <a:gd name="connsiteX1" fmla="*/ 50027 w 68608"/>
                <a:gd name="connsiteY1" fmla="*/ 116634 h 116920"/>
                <a:gd name="connsiteX2" fmla="*/ 50027 w 68608"/>
                <a:gd name="connsiteY2" fmla="*/ 70895 h 116920"/>
                <a:gd name="connsiteX3" fmla="*/ 35162 w 68608"/>
                <a:gd name="connsiteY3" fmla="*/ 51456 h 116920"/>
                <a:gd name="connsiteX4" fmla="*/ 18581 w 68608"/>
                <a:gd name="connsiteY4" fmla="*/ 70895 h 116920"/>
                <a:gd name="connsiteX5" fmla="*/ 18581 w 68608"/>
                <a:gd name="connsiteY5" fmla="*/ 116920 h 116920"/>
                <a:gd name="connsiteX6" fmla="*/ 0 w 68608"/>
                <a:gd name="connsiteY6" fmla="*/ 116920 h 116920"/>
                <a:gd name="connsiteX7" fmla="*/ 0 w 68608"/>
                <a:gd name="connsiteY7" fmla="*/ 4574 h 116920"/>
                <a:gd name="connsiteX8" fmla="*/ 18581 w 68608"/>
                <a:gd name="connsiteY8" fmla="*/ 0 h 116920"/>
                <a:gd name="connsiteX9" fmla="*/ 18581 w 68608"/>
                <a:gd name="connsiteY9" fmla="*/ 46596 h 116920"/>
                <a:gd name="connsiteX10" fmla="*/ 18867 w 68608"/>
                <a:gd name="connsiteY10" fmla="*/ 46596 h 116920"/>
                <a:gd name="connsiteX11" fmla="*/ 42308 w 68608"/>
                <a:gd name="connsiteY11" fmla="*/ 34876 h 116920"/>
                <a:gd name="connsiteX12" fmla="*/ 68608 w 68608"/>
                <a:gd name="connsiteY12" fmla="*/ 67179 h 116920"/>
                <a:gd name="connsiteX13" fmla="*/ 68608 w 68608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116920">
                  <a:moveTo>
                    <a:pt x="68608" y="116634"/>
                  </a:moveTo>
                  <a:lnTo>
                    <a:pt x="50027" y="116634"/>
                  </a:lnTo>
                  <a:lnTo>
                    <a:pt x="50027" y="70895"/>
                  </a:lnTo>
                  <a:cubicBezTo>
                    <a:pt x="50027" y="59175"/>
                    <a:pt x="46311" y="51456"/>
                    <a:pt x="35162" y="51456"/>
                  </a:cubicBezTo>
                  <a:cubicBezTo>
                    <a:pt x="22298" y="51456"/>
                    <a:pt x="18581" y="61748"/>
                    <a:pt x="18581" y="70895"/>
                  </a:cubicBezTo>
                  <a:lnTo>
                    <a:pt x="18581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6"/>
                  </a:lnTo>
                  <a:lnTo>
                    <a:pt x="18867" y="46596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2" name="Freihandform: Form 201">
              <a:extLst>
                <a:ext uri="{FF2B5EF4-FFF2-40B4-BE49-F238E27FC236}">
                  <a16:creationId xmlns:a16="http://schemas.microsoft.com/office/drawing/2014/main" id="{0381C199-12C5-4DFC-A594-30891ED44429}"/>
                </a:ext>
              </a:extLst>
            </p:cNvPr>
            <p:cNvSpPr/>
            <p:nvPr/>
          </p:nvSpPr>
          <p:spPr>
            <a:xfrm>
              <a:off x="1985665" y="202476"/>
              <a:ext cx="74611" cy="118921"/>
            </a:xfrm>
            <a:custGeom>
              <a:avLst/>
              <a:gdLst>
                <a:gd name="connsiteX0" fmla="*/ 74612 w 74611"/>
                <a:gd name="connsiteY0" fmla="*/ 76613 h 118921"/>
                <a:gd name="connsiteX1" fmla="*/ 42023 w 74611"/>
                <a:gd name="connsiteY1" fmla="*/ 118921 h 118921"/>
                <a:gd name="connsiteX2" fmla="*/ 18296 w 74611"/>
                <a:gd name="connsiteY2" fmla="*/ 107772 h 118921"/>
                <a:gd name="connsiteX3" fmla="*/ 18010 w 74611"/>
                <a:gd name="connsiteY3" fmla="*/ 107772 h 118921"/>
                <a:gd name="connsiteX4" fmla="*/ 18010 w 74611"/>
                <a:gd name="connsiteY4" fmla="*/ 116920 h 118921"/>
                <a:gd name="connsiteX5" fmla="*/ 0 w 74611"/>
                <a:gd name="connsiteY5" fmla="*/ 116920 h 118921"/>
                <a:gd name="connsiteX6" fmla="*/ 0 w 74611"/>
                <a:gd name="connsiteY6" fmla="*/ 4574 h 118921"/>
                <a:gd name="connsiteX7" fmla="*/ 18581 w 74611"/>
                <a:gd name="connsiteY7" fmla="*/ 0 h 118921"/>
                <a:gd name="connsiteX8" fmla="*/ 18581 w 74611"/>
                <a:gd name="connsiteY8" fmla="*/ 46311 h 118921"/>
                <a:gd name="connsiteX9" fmla="*/ 18867 w 74611"/>
                <a:gd name="connsiteY9" fmla="*/ 46311 h 118921"/>
                <a:gd name="connsiteX10" fmla="*/ 42308 w 74611"/>
                <a:gd name="connsiteY10" fmla="*/ 34876 h 118921"/>
                <a:gd name="connsiteX11" fmla="*/ 74612 w 74611"/>
                <a:gd name="connsiteY11" fmla="*/ 76613 h 118921"/>
                <a:gd name="connsiteX12" fmla="*/ 56316 w 74611"/>
                <a:gd name="connsiteY12" fmla="*/ 76899 h 118921"/>
                <a:gd name="connsiteX13" fmla="*/ 37735 w 74611"/>
                <a:gd name="connsiteY13" fmla="*/ 51742 h 118921"/>
                <a:gd name="connsiteX14" fmla="*/ 18867 w 74611"/>
                <a:gd name="connsiteY14" fmla="*/ 62033 h 118921"/>
                <a:gd name="connsiteX15" fmla="*/ 18867 w 74611"/>
                <a:gd name="connsiteY15" fmla="*/ 91192 h 118921"/>
                <a:gd name="connsiteX16" fmla="*/ 38020 w 74611"/>
                <a:gd name="connsiteY16" fmla="*/ 102055 h 118921"/>
                <a:gd name="connsiteX17" fmla="*/ 56316 w 74611"/>
                <a:gd name="connsiteY17" fmla="*/ 76899 h 118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611" h="118921">
                  <a:moveTo>
                    <a:pt x="74612" y="76613"/>
                  </a:moveTo>
                  <a:cubicBezTo>
                    <a:pt x="74612" y="102341"/>
                    <a:pt x="61462" y="118921"/>
                    <a:pt x="42023" y="118921"/>
                  </a:cubicBezTo>
                  <a:cubicBezTo>
                    <a:pt x="32017" y="118921"/>
                    <a:pt x="23727" y="114633"/>
                    <a:pt x="18296" y="107772"/>
                  </a:cubicBezTo>
                  <a:lnTo>
                    <a:pt x="18010" y="107772"/>
                  </a:lnTo>
                  <a:lnTo>
                    <a:pt x="18010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311"/>
                  </a:lnTo>
                  <a:lnTo>
                    <a:pt x="18867" y="46311"/>
                  </a:lnTo>
                  <a:cubicBezTo>
                    <a:pt x="24299" y="39164"/>
                    <a:pt x="32303" y="34876"/>
                    <a:pt x="42308" y="34876"/>
                  </a:cubicBezTo>
                  <a:cubicBezTo>
                    <a:pt x="61747" y="34876"/>
                    <a:pt x="74612" y="50599"/>
                    <a:pt x="74612" y="76613"/>
                  </a:cubicBezTo>
                  <a:close/>
                  <a:moveTo>
                    <a:pt x="56316" y="76899"/>
                  </a:moveTo>
                  <a:cubicBezTo>
                    <a:pt x="56316" y="60318"/>
                    <a:pt x="49455" y="51742"/>
                    <a:pt x="37735" y="51742"/>
                  </a:cubicBezTo>
                  <a:cubicBezTo>
                    <a:pt x="30588" y="51742"/>
                    <a:pt x="24585" y="54887"/>
                    <a:pt x="18867" y="62033"/>
                  </a:cubicBezTo>
                  <a:lnTo>
                    <a:pt x="18867" y="91192"/>
                  </a:lnTo>
                  <a:cubicBezTo>
                    <a:pt x="24299" y="98339"/>
                    <a:pt x="30302" y="102055"/>
                    <a:pt x="38020" y="102055"/>
                  </a:cubicBezTo>
                  <a:cubicBezTo>
                    <a:pt x="49741" y="102341"/>
                    <a:pt x="56316" y="92907"/>
                    <a:pt x="56316" y="7689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3" name="Freihandform: Form 202">
              <a:extLst>
                <a:ext uri="{FF2B5EF4-FFF2-40B4-BE49-F238E27FC236}">
                  <a16:creationId xmlns:a16="http://schemas.microsoft.com/office/drawing/2014/main" id="{4F10C4B1-9544-4A4D-B350-EBF3BA6357E7}"/>
                </a:ext>
              </a:extLst>
            </p:cNvPr>
            <p:cNvSpPr/>
            <p:nvPr/>
          </p:nvSpPr>
          <p:spPr>
            <a:xfrm>
              <a:off x="2076571" y="237638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1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3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1" y="46025"/>
                    <a:pt x="72611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2028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3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7157" y="15151"/>
                    <a:pt x="20583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4" name="Freihandform: Form 203">
              <a:extLst>
                <a:ext uri="{FF2B5EF4-FFF2-40B4-BE49-F238E27FC236}">
                  <a16:creationId xmlns:a16="http://schemas.microsoft.com/office/drawing/2014/main" id="{EA95D997-AE6E-4C3E-AF23-E20C66016EE9}"/>
                </a:ext>
              </a:extLst>
            </p:cNvPr>
            <p:cNvSpPr/>
            <p:nvPr/>
          </p:nvSpPr>
          <p:spPr>
            <a:xfrm>
              <a:off x="2170621" y="237352"/>
              <a:ext cx="48025" cy="82044"/>
            </a:xfrm>
            <a:custGeom>
              <a:avLst/>
              <a:gdLst>
                <a:gd name="connsiteX0" fmla="*/ 48026 w 48025"/>
                <a:gd name="connsiteY0" fmla="*/ 1715 h 82044"/>
                <a:gd name="connsiteX1" fmla="*/ 45167 w 48025"/>
                <a:gd name="connsiteY1" fmla="*/ 20868 h 82044"/>
                <a:gd name="connsiteX2" fmla="*/ 34876 w 48025"/>
                <a:gd name="connsiteY2" fmla="*/ 18296 h 82044"/>
                <a:gd name="connsiteX3" fmla="*/ 18581 w 48025"/>
                <a:gd name="connsiteY3" fmla="*/ 40879 h 82044"/>
                <a:gd name="connsiteX4" fmla="*/ 18581 w 48025"/>
                <a:gd name="connsiteY4" fmla="*/ 82044 h 82044"/>
                <a:gd name="connsiteX5" fmla="*/ 0 w 48025"/>
                <a:gd name="connsiteY5" fmla="*/ 82044 h 82044"/>
                <a:gd name="connsiteX6" fmla="*/ 0 w 48025"/>
                <a:gd name="connsiteY6" fmla="*/ 2001 h 82044"/>
                <a:gd name="connsiteX7" fmla="*/ 18296 w 48025"/>
                <a:gd name="connsiteY7" fmla="*/ 2001 h 82044"/>
                <a:gd name="connsiteX8" fmla="*/ 18296 w 48025"/>
                <a:gd name="connsiteY8" fmla="*/ 12006 h 82044"/>
                <a:gd name="connsiteX9" fmla="*/ 18581 w 48025"/>
                <a:gd name="connsiteY9" fmla="*/ 12006 h 82044"/>
                <a:gd name="connsiteX10" fmla="*/ 39450 w 48025"/>
                <a:gd name="connsiteY10" fmla="*/ 0 h 82044"/>
                <a:gd name="connsiteX11" fmla="*/ 48026 w 48025"/>
                <a:gd name="connsiteY11" fmla="*/ 1715 h 8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025" h="82044">
                  <a:moveTo>
                    <a:pt x="48026" y="1715"/>
                  </a:moveTo>
                  <a:lnTo>
                    <a:pt x="45167" y="20868"/>
                  </a:lnTo>
                  <a:cubicBezTo>
                    <a:pt x="42308" y="19439"/>
                    <a:pt x="38878" y="18296"/>
                    <a:pt x="34876" y="18296"/>
                  </a:cubicBezTo>
                  <a:cubicBezTo>
                    <a:pt x="22012" y="18296"/>
                    <a:pt x="18581" y="28587"/>
                    <a:pt x="18581" y="40879"/>
                  </a:cubicBezTo>
                  <a:lnTo>
                    <a:pt x="18581" y="82044"/>
                  </a:lnTo>
                  <a:lnTo>
                    <a:pt x="0" y="82044"/>
                  </a:lnTo>
                  <a:lnTo>
                    <a:pt x="0" y="2001"/>
                  </a:lnTo>
                  <a:lnTo>
                    <a:pt x="18296" y="2001"/>
                  </a:lnTo>
                  <a:lnTo>
                    <a:pt x="18296" y="12006"/>
                  </a:lnTo>
                  <a:lnTo>
                    <a:pt x="18581" y="12006"/>
                  </a:lnTo>
                  <a:cubicBezTo>
                    <a:pt x="22869" y="4574"/>
                    <a:pt x="30302" y="0"/>
                    <a:pt x="39450" y="0"/>
                  </a:cubicBezTo>
                  <a:cubicBezTo>
                    <a:pt x="42023" y="0"/>
                    <a:pt x="45167" y="572"/>
                    <a:pt x="48026" y="1715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5" name="Freihandform: Form 204">
              <a:extLst>
                <a:ext uri="{FF2B5EF4-FFF2-40B4-BE49-F238E27FC236}">
                  <a16:creationId xmlns:a16="http://schemas.microsoft.com/office/drawing/2014/main" id="{8B8EF6FA-627A-4F01-8DB1-3A5222791E60}"/>
                </a:ext>
              </a:extLst>
            </p:cNvPr>
            <p:cNvSpPr/>
            <p:nvPr/>
          </p:nvSpPr>
          <p:spPr>
            <a:xfrm>
              <a:off x="2228938" y="237638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1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3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1" y="46025"/>
                    <a:pt x="72611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1742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3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7158" y="15151"/>
                    <a:pt x="20297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6" name="Freihandform: Form 205">
              <a:extLst>
                <a:ext uri="{FF2B5EF4-FFF2-40B4-BE49-F238E27FC236}">
                  <a16:creationId xmlns:a16="http://schemas.microsoft.com/office/drawing/2014/main" id="{E73EF5F6-BF61-445B-BF37-654FE1C33588}"/>
                </a:ext>
              </a:extLst>
            </p:cNvPr>
            <p:cNvSpPr/>
            <p:nvPr/>
          </p:nvSpPr>
          <p:spPr>
            <a:xfrm>
              <a:off x="2319844" y="203905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010"/>
                    <a:pt x="0" y="11435"/>
                  </a:cubicBezTo>
                  <a:cubicBezTo>
                    <a:pt x="0" y="4860"/>
                    <a:pt x="5431" y="0"/>
                    <a:pt x="11721" y="0"/>
                  </a:cubicBezTo>
                  <a:cubicBezTo>
                    <a:pt x="18296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7" name="Freihandform: Form 206">
              <a:extLst>
                <a:ext uri="{FF2B5EF4-FFF2-40B4-BE49-F238E27FC236}">
                  <a16:creationId xmlns:a16="http://schemas.microsoft.com/office/drawing/2014/main" id="{C0DE013B-D5E0-4578-9B6B-315D8DB14205}"/>
                </a:ext>
              </a:extLst>
            </p:cNvPr>
            <p:cNvSpPr/>
            <p:nvPr/>
          </p:nvSpPr>
          <p:spPr>
            <a:xfrm>
              <a:off x="2361295" y="237352"/>
              <a:ext cx="67464" cy="84045"/>
            </a:xfrm>
            <a:custGeom>
              <a:avLst/>
              <a:gdLst>
                <a:gd name="connsiteX0" fmla="*/ 66893 w 67464"/>
                <a:gd name="connsiteY0" fmla="*/ 71181 h 84045"/>
                <a:gd name="connsiteX1" fmla="*/ 38306 w 67464"/>
                <a:gd name="connsiteY1" fmla="*/ 84045 h 84045"/>
                <a:gd name="connsiteX2" fmla="*/ 0 w 67464"/>
                <a:gd name="connsiteY2" fmla="*/ 42309 h 84045"/>
                <a:gd name="connsiteX3" fmla="*/ 38592 w 67464"/>
                <a:gd name="connsiteY3" fmla="*/ 0 h 84045"/>
                <a:gd name="connsiteX4" fmla="*/ 67465 w 67464"/>
                <a:gd name="connsiteY4" fmla="*/ 13722 h 84045"/>
                <a:gd name="connsiteX5" fmla="*/ 54601 w 67464"/>
                <a:gd name="connsiteY5" fmla="*/ 26014 h 84045"/>
                <a:gd name="connsiteX6" fmla="*/ 38592 w 67464"/>
                <a:gd name="connsiteY6" fmla="*/ 17152 h 84045"/>
                <a:gd name="connsiteX7" fmla="*/ 18867 w 67464"/>
                <a:gd name="connsiteY7" fmla="*/ 42023 h 84045"/>
                <a:gd name="connsiteX8" fmla="*/ 38592 w 67464"/>
                <a:gd name="connsiteY8" fmla="*/ 66893 h 84045"/>
                <a:gd name="connsiteX9" fmla="*/ 55172 w 67464"/>
                <a:gd name="connsiteY9" fmla="*/ 58031 h 84045"/>
                <a:gd name="connsiteX10" fmla="*/ 66893 w 67464"/>
                <a:gd name="connsiteY10" fmla="*/ 7118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7464" h="84045">
                  <a:moveTo>
                    <a:pt x="66893" y="71181"/>
                  </a:moveTo>
                  <a:cubicBezTo>
                    <a:pt x="58889" y="80043"/>
                    <a:pt x="49741" y="84045"/>
                    <a:pt x="38306" y="84045"/>
                  </a:cubicBezTo>
                  <a:cubicBezTo>
                    <a:pt x="15437" y="84045"/>
                    <a:pt x="0" y="67465"/>
                    <a:pt x="0" y="42309"/>
                  </a:cubicBezTo>
                  <a:cubicBezTo>
                    <a:pt x="0" y="17152"/>
                    <a:pt x="15437" y="0"/>
                    <a:pt x="38592" y="0"/>
                  </a:cubicBezTo>
                  <a:cubicBezTo>
                    <a:pt x="50599" y="0"/>
                    <a:pt x="60318" y="4574"/>
                    <a:pt x="67465" y="13722"/>
                  </a:cubicBezTo>
                  <a:lnTo>
                    <a:pt x="54601" y="26014"/>
                  </a:lnTo>
                  <a:cubicBezTo>
                    <a:pt x="50027" y="20011"/>
                    <a:pt x="44881" y="17152"/>
                    <a:pt x="38592" y="17152"/>
                  </a:cubicBezTo>
                  <a:cubicBezTo>
                    <a:pt x="26872" y="17152"/>
                    <a:pt x="18867" y="26872"/>
                    <a:pt x="18867" y="42023"/>
                  </a:cubicBezTo>
                  <a:cubicBezTo>
                    <a:pt x="18867" y="56888"/>
                    <a:pt x="26872" y="66893"/>
                    <a:pt x="38592" y="66893"/>
                  </a:cubicBezTo>
                  <a:cubicBezTo>
                    <a:pt x="44881" y="66893"/>
                    <a:pt x="50027" y="64035"/>
                    <a:pt x="55172" y="58031"/>
                  </a:cubicBezTo>
                  <a:lnTo>
                    <a:pt x="66893" y="7118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8" name="Freihandform: Form 207">
              <a:extLst>
                <a:ext uri="{FF2B5EF4-FFF2-40B4-BE49-F238E27FC236}">
                  <a16:creationId xmlns:a16="http://schemas.microsoft.com/office/drawing/2014/main" id="{E8596695-8763-49CD-ACA8-8C239ACC8015}"/>
                </a:ext>
              </a:extLst>
            </p:cNvPr>
            <p:cNvSpPr/>
            <p:nvPr/>
          </p:nvSpPr>
          <p:spPr>
            <a:xfrm>
              <a:off x="2444769" y="202762"/>
              <a:ext cx="68608" cy="116920"/>
            </a:xfrm>
            <a:custGeom>
              <a:avLst/>
              <a:gdLst>
                <a:gd name="connsiteX0" fmla="*/ 68608 w 68608"/>
                <a:gd name="connsiteY0" fmla="*/ 116634 h 116920"/>
                <a:gd name="connsiteX1" fmla="*/ 50027 w 68608"/>
                <a:gd name="connsiteY1" fmla="*/ 116634 h 116920"/>
                <a:gd name="connsiteX2" fmla="*/ 50027 w 68608"/>
                <a:gd name="connsiteY2" fmla="*/ 70895 h 116920"/>
                <a:gd name="connsiteX3" fmla="*/ 35162 w 68608"/>
                <a:gd name="connsiteY3" fmla="*/ 51456 h 116920"/>
                <a:gd name="connsiteX4" fmla="*/ 18581 w 68608"/>
                <a:gd name="connsiteY4" fmla="*/ 70895 h 116920"/>
                <a:gd name="connsiteX5" fmla="*/ 18581 w 68608"/>
                <a:gd name="connsiteY5" fmla="*/ 116920 h 116920"/>
                <a:gd name="connsiteX6" fmla="*/ 0 w 68608"/>
                <a:gd name="connsiteY6" fmla="*/ 116920 h 116920"/>
                <a:gd name="connsiteX7" fmla="*/ 0 w 68608"/>
                <a:gd name="connsiteY7" fmla="*/ 4574 h 116920"/>
                <a:gd name="connsiteX8" fmla="*/ 18581 w 68608"/>
                <a:gd name="connsiteY8" fmla="*/ 0 h 116920"/>
                <a:gd name="connsiteX9" fmla="*/ 18581 w 68608"/>
                <a:gd name="connsiteY9" fmla="*/ 46596 h 116920"/>
                <a:gd name="connsiteX10" fmla="*/ 18867 w 68608"/>
                <a:gd name="connsiteY10" fmla="*/ 46596 h 116920"/>
                <a:gd name="connsiteX11" fmla="*/ 42308 w 68608"/>
                <a:gd name="connsiteY11" fmla="*/ 34876 h 116920"/>
                <a:gd name="connsiteX12" fmla="*/ 68608 w 68608"/>
                <a:gd name="connsiteY12" fmla="*/ 67179 h 116920"/>
                <a:gd name="connsiteX13" fmla="*/ 68608 w 68608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116920">
                  <a:moveTo>
                    <a:pt x="68608" y="116634"/>
                  </a:moveTo>
                  <a:lnTo>
                    <a:pt x="50027" y="116634"/>
                  </a:lnTo>
                  <a:lnTo>
                    <a:pt x="50027" y="70895"/>
                  </a:lnTo>
                  <a:cubicBezTo>
                    <a:pt x="50027" y="59175"/>
                    <a:pt x="46311" y="51456"/>
                    <a:pt x="35162" y="51456"/>
                  </a:cubicBezTo>
                  <a:cubicBezTo>
                    <a:pt x="22298" y="51456"/>
                    <a:pt x="18581" y="61748"/>
                    <a:pt x="18581" y="70895"/>
                  </a:cubicBezTo>
                  <a:lnTo>
                    <a:pt x="18581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6"/>
                  </a:lnTo>
                  <a:lnTo>
                    <a:pt x="18867" y="46596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9" name="Freihandform: Form 208">
              <a:extLst>
                <a:ext uri="{FF2B5EF4-FFF2-40B4-BE49-F238E27FC236}">
                  <a16:creationId xmlns:a16="http://schemas.microsoft.com/office/drawing/2014/main" id="{EEAB3F08-40CD-4F6A-AB5A-A69E1BA0B0A9}"/>
                </a:ext>
              </a:extLst>
            </p:cNvPr>
            <p:cNvSpPr/>
            <p:nvPr/>
          </p:nvSpPr>
          <p:spPr>
            <a:xfrm>
              <a:off x="2576268" y="209051"/>
              <a:ext cx="82901" cy="110630"/>
            </a:xfrm>
            <a:custGeom>
              <a:avLst/>
              <a:gdLst>
                <a:gd name="connsiteX0" fmla="*/ 82902 w 82901"/>
                <a:gd name="connsiteY0" fmla="*/ 18296 h 110630"/>
                <a:gd name="connsiteX1" fmla="*/ 51456 w 82901"/>
                <a:gd name="connsiteY1" fmla="*/ 18296 h 110630"/>
                <a:gd name="connsiteX2" fmla="*/ 51456 w 82901"/>
                <a:gd name="connsiteY2" fmla="*/ 110631 h 110630"/>
                <a:gd name="connsiteX3" fmla="*/ 31731 w 82901"/>
                <a:gd name="connsiteY3" fmla="*/ 110631 h 110630"/>
                <a:gd name="connsiteX4" fmla="*/ 31731 w 82901"/>
                <a:gd name="connsiteY4" fmla="*/ 18296 h 110630"/>
                <a:gd name="connsiteX5" fmla="*/ 0 w 82901"/>
                <a:gd name="connsiteY5" fmla="*/ 18296 h 110630"/>
                <a:gd name="connsiteX6" fmla="*/ 0 w 82901"/>
                <a:gd name="connsiteY6" fmla="*/ 0 h 110630"/>
                <a:gd name="connsiteX7" fmla="*/ 82616 w 82901"/>
                <a:gd name="connsiteY7" fmla="*/ 0 h 110630"/>
                <a:gd name="connsiteX8" fmla="*/ 82616 w 82901"/>
                <a:gd name="connsiteY8" fmla="*/ 18296 h 110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2901" h="110630">
                  <a:moveTo>
                    <a:pt x="82902" y="18296"/>
                  </a:moveTo>
                  <a:lnTo>
                    <a:pt x="51456" y="18296"/>
                  </a:lnTo>
                  <a:lnTo>
                    <a:pt x="51456" y="110631"/>
                  </a:lnTo>
                  <a:lnTo>
                    <a:pt x="31731" y="110631"/>
                  </a:lnTo>
                  <a:lnTo>
                    <a:pt x="31731" y="18296"/>
                  </a:lnTo>
                  <a:lnTo>
                    <a:pt x="0" y="18296"/>
                  </a:lnTo>
                  <a:lnTo>
                    <a:pt x="0" y="0"/>
                  </a:lnTo>
                  <a:lnTo>
                    <a:pt x="82616" y="0"/>
                  </a:lnTo>
                  <a:lnTo>
                    <a:pt x="82616" y="18296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0" name="Freihandform: Form 209">
              <a:extLst>
                <a:ext uri="{FF2B5EF4-FFF2-40B4-BE49-F238E27FC236}">
                  <a16:creationId xmlns:a16="http://schemas.microsoft.com/office/drawing/2014/main" id="{CCD7B734-D929-4A4D-958A-0026E92F887D}"/>
                </a:ext>
              </a:extLst>
            </p:cNvPr>
            <p:cNvSpPr/>
            <p:nvPr/>
          </p:nvSpPr>
          <p:spPr>
            <a:xfrm>
              <a:off x="2675750" y="202762"/>
              <a:ext cx="68894" cy="116920"/>
            </a:xfrm>
            <a:custGeom>
              <a:avLst/>
              <a:gdLst>
                <a:gd name="connsiteX0" fmla="*/ 68894 w 68894"/>
                <a:gd name="connsiteY0" fmla="*/ 116634 h 116920"/>
                <a:gd name="connsiteX1" fmla="*/ 50313 w 68894"/>
                <a:gd name="connsiteY1" fmla="*/ 116634 h 116920"/>
                <a:gd name="connsiteX2" fmla="*/ 50313 w 68894"/>
                <a:gd name="connsiteY2" fmla="*/ 70895 h 116920"/>
                <a:gd name="connsiteX3" fmla="*/ 35448 w 68894"/>
                <a:gd name="connsiteY3" fmla="*/ 51456 h 116920"/>
                <a:gd name="connsiteX4" fmla="*/ 18867 w 68894"/>
                <a:gd name="connsiteY4" fmla="*/ 70895 h 116920"/>
                <a:gd name="connsiteX5" fmla="*/ 18867 w 68894"/>
                <a:gd name="connsiteY5" fmla="*/ 116920 h 116920"/>
                <a:gd name="connsiteX6" fmla="*/ 0 w 68894"/>
                <a:gd name="connsiteY6" fmla="*/ 116920 h 116920"/>
                <a:gd name="connsiteX7" fmla="*/ 0 w 68894"/>
                <a:gd name="connsiteY7" fmla="*/ 4574 h 116920"/>
                <a:gd name="connsiteX8" fmla="*/ 18581 w 68894"/>
                <a:gd name="connsiteY8" fmla="*/ 0 h 116920"/>
                <a:gd name="connsiteX9" fmla="*/ 18581 w 68894"/>
                <a:gd name="connsiteY9" fmla="*/ 46596 h 116920"/>
                <a:gd name="connsiteX10" fmla="*/ 18867 w 68894"/>
                <a:gd name="connsiteY10" fmla="*/ 46596 h 116920"/>
                <a:gd name="connsiteX11" fmla="*/ 42308 w 68894"/>
                <a:gd name="connsiteY11" fmla="*/ 34876 h 116920"/>
                <a:gd name="connsiteX12" fmla="*/ 68608 w 68894"/>
                <a:gd name="connsiteY12" fmla="*/ 67179 h 116920"/>
                <a:gd name="connsiteX13" fmla="*/ 68608 w 68894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894" h="116920">
                  <a:moveTo>
                    <a:pt x="68894" y="116634"/>
                  </a:moveTo>
                  <a:lnTo>
                    <a:pt x="50313" y="116634"/>
                  </a:lnTo>
                  <a:lnTo>
                    <a:pt x="50313" y="70895"/>
                  </a:lnTo>
                  <a:cubicBezTo>
                    <a:pt x="50313" y="59175"/>
                    <a:pt x="46596" y="51456"/>
                    <a:pt x="35448" y="51456"/>
                  </a:cubicBezTo>
                  <a:cubicBezTo>
                    <a:pt x="22584" y="51456"/>
                    <a:pt x="18867" y="61748"/>
                    <a:pt x="18867" y="70895"/>
                  </a:cubicBezTo>
                  <a:lnTo>
                    <a:pt x="18867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6"/>
                  </a:lnTo>
                  <a:lnTo>
                    <a:pt x="18867" y="46596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1" name="Freihandform: Form 210">
              <a:extLst>
                <a:ext uri="{FF2B5EF4-FFF2-40B4-BE49-F238E27FC236}">
                  <a16:creationId xmlns:a16="http://schemas.microsoft.com/office/drawing/2014/main" id="{CBAA0D63-904F-4DF6-8104-68839EF442CF}"/>
                </a:ext>
              </a:extLst>
            </p:cNvPr>
            <p:cNvSpPr/>
            <p:nvPr/>
          </p:nvSpPr>
          <p:spPr>
            <a:xfrm>
              <a:off x="2764083" y="237638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0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3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0" y="46025"/>
                    <a:pt x="72610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1742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3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6872" y="15151"/>
                    <a:pt x="20297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2" name="Freihandform: Form 211">
              <a:extLst>
                <a:ext uri="{FF2B5EF4-FFF2-40B4-BE49-F238E27FC236}">
                  <a16:creationId xmlns:a16="http://schemas.microsoft.com/office/drawing/2014/main" id="{21A2991D-4819-435B-B57E-21000520800E}"/>
                </a:ext>
              </a:extLst>
            </p:cNvPr>
            <p:cNvSpPr/>
            <p:nvPr/>
          </p:nvSpPr>
          <p:spPr>
            <a:xfrm>
              <a:off x="2853274" y="237352"/>
              <a:ext cx="77184" cy="84045"/>
            </a:xfrm>
            <a:custGeom>
              <a:avLst/>
              <a:gdLst>
                <a:gd name="connsiteX0" fmla="*/ 0 w 77184"/>
                <a:gd name="connsiteY0" fmla="*/ 42023 h 84045"/>
                <a:gd name="connsiteX1" fmla="*/ 38878 w 77184"/>
                <a:gd name="connsiteY1" fmla="*/ 0 h 84045"/>
                <a:gd name="connsiteX2" fmla="*/ 77184 w 77184"/>
                <a:gd name="connsiteY2" fmla="*/ 42023 h 84045"/>
                <a:gd name="connsiteX3" fmla="*/ 38878 w 77184"/>
                <a:gd name="connsiteY3" fmla="*/ 84045 h 84045"/>
                <a:gd name="connsiteX4" fmla="*/ 0 w 77184"/>
                <a:gd name="connsiteY4" fmla="*/ 42023 h 84045"/>
                <a:gd name="connsiteX5" fmla="*/ 58603 w 77184"/>
                <a:gd name="connsiteY5" fmla="*/ 42309 h 84045"/>
                <a:gd name="connsiteX6" fmla="*/ 38592 w 77184"/>
                <a:gd name="connsiteY6" fmla="*/ 17152 h 84045"/>
                <a:gd name="connsiteX7" fmla="*/ 18581 w 77184"/>
                <a:gd name="connsiteY7" fmla="*/ 42023 h 84045"/>
                <a:gd name="connsiteX8" fmla="*/ 38592 w 77184"/>
                <a:gd name="connsiteY8" fmla="*/ 67465 h 84045"/>
                <a:gd name="connsiteX9" fmla="*/ 58603 w 77184"/>
                <a:gd name="connsiteY9" fmla="*/ 42309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7184" h="84045">
                  <a:moveTo>
                    <a:pt x="0" y="42023"/>
                  </a:moveTo>
                  <a:cubicBezTo>
                    <a:pt x="0" y="16866"/>
                    <a:pt x="15437" y="0"/>
                    <a:pt x="38878" y="0"/>
                  </a:cubicBezTo>
                  <a:cubicBezTo>
                    <a:pt x="62033" y="0"/>
                    <a:pt x="77184" y="16580"/>
                    <a:pt x="77184" y="42023"/>
                  </a:cubicBezTo>
                  <a:cubicBezTo>
                    <a:pt x="77184" y="67179"/>
                    <a:pt x="62319" y="84045"/>
                    <a:pt x="38878" y="84045"/>
                  </a:cubicBezTo>
                  <a:cubicBezTo>
                    <a:pt x="15723" y="84045"/>
                    <a:pt x="0" y="67465"/>
                    <a:pt x="0" y="42023"/>
                  </a:cubicBezTo>
                  <a:close/>
                  <a:moveTo>
                    <a:pt x="58603" y="42309"/>
                  </a:moveTo>
                  <a:cubicBezTo>
                    <a:pt x="58603" y="26872"/>
                    <a:pt x="50884" y="17152"/>
                    <a:pt x="38592" y="17152"/>
                  </a:cubicBezTo>
                  <a:cubicBezTo>
                    <a:pt x="26300" y="17152"/>
                    <a:pt x="18581" y="26872"/>
                    <a:pt x="18581" y="42023"/>
                  </a:cubicBezTo>
                  <a:cubicBezTo>
                    <a:pt x="18581" y="57460"/>
                    <a:pt x="26300" y="67465"/>
                    <a:pt x="38592" y="67465"/>
                  </a:cubicBezTo>
                  <a:cubicBezTo>
                    <a:pt x="50884" y="67179"/>
                    <a:pt x="58603" y="57745"/>
                    <a:pt x="58603" y="4230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3" name="Freihandform: Form 212">
              <a:extLst>
                <a:ext uri="{FF2B5EF4-FFF2-40B4-BE49-F238E27FC236}">
                  <a16:creationId xmlns:a16="http://schemas.microsoft.com/office/drawing/2014/main" id="{F89EA3CC-AC26-4284-9947-7C42C56BB94F}"/>
                </a:ext>
              </a:extLst>
            </p:cNvPr>
            <p:cNvSpPr/>
            <p:nvPr/>
          </p:nvSpPr>
          <p:spPr>
            <a:xfrm>
              <a:off x="2950755" y="202476"/>
              <a:ext cx="18581" cy="116920"/>
            </a:xfrm>
            <a:custGeom>
              <a:avLst/>
              <a:gdLst>
                <a:gd name="connsiteX0" fmla="*/ 18581 w 18581"/>
                <a:gd name="connsiteY0" fmla="*/ 116920 h 116920"/>
                <a:gd name="connsiteX1" fmla="*/ 0 w 18581"/>
                <a:gd name="connsiteY1" fmla="*/ 116920 h 116920"/>
                <a:gd name="connsiteX2" fmla="*/ 0 w 18581"/>
                <a:gd name="connsiteY2" fmla="*/ 4288 h 116920"/>
                <a:gd name="connsiteX3" fmla="*/ 18581 w 18581"/>
                <a:gd name="connsiteY3" fmla="*/ 0 h 116920"/>
                <a:gd name="connsiteX4" fmla="*/ 18581 w 18581"/>
                <a:gd name="connsiteY4" fmla="*/ 116920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81" h="116920">
                  <a:moveTo>
                    <a:pt x="18581" y="116920"/>
                  </a:moveTo>
                  <a:lnTo>
                    <a:pt x="0" y="116920"/>
                  </a:lnTo>
                  <a:lnTo>
                    <a:pt x="0" y="4288"/>
                  </a:lnTo>
                  <a:lnTo>
                    <a:pt x="18581" y="0"/>
                  </a:lnTo>
                  <a:lnTo>
                    <a:pt x="18581" y="116920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4" name="Freihandform: Form 213">
              <a:extLst>
                <a:ext uri="{FF2B5EF4-FFF2-40B4-BE49-F238E27FC236}">
                  <a16:creationId xmlns:a16="http://schemas.microsoft.com/office/drawing/2014/main" id="{8504E0F2-E84A-454E-8511-A4D7D076AAEB}"/>
                </a:ext>
              </a:extLst>
            </p:cNvPr>
            <p:cNvSpPr/>
            <p:nvPr/>
          </p:nvSpPr>
          <p:spPr>
            <a:xfrm>
              <a:off x="2989633" y="237352"/>
              <a:ext cx="77184" cy="84045"/>
            </a:xfrm>
            <a:custGeom>
              <a:avLst/>
              <a:gdLst>
                <a:gd name="connsiteX0" fmla="*/ 0 w 77184"/>
                <a:gd name="connsiteY0" fmla="*/ 42023 h 84045"/>
                <a:gd name="connsiteX1" fmla="*/ 38878 w 77184"/>
                <a:gd name="connsiteY1" fmla="*/ 0 h 84045"/>
                <a:gd name="connsiteX2" fmla="*/ 77184 w 77184"/>
                <a:gd name="connsiteY2" fmla="*/ 42023 h 84045"/>
                <a:gd name="connsiteX3" fmla="*/ 38878 w 77184"/>
                <a:gd name="connsiteY3" fmla="*/ 84045 h 84045"/>
                <a:gd name="connsiteX4" fmla="*/ 0 w 77184"/>
                <a:gd name="connsiteY4" fmla="*/ 42023 h 84045"/>
                <a:gd name="connsiteX5" fmla="*/ 58603 w 77184"/>
                <a:gd name="connsiteY5" fmla="*/ 42309 h 84045"/>
                <a:gd name="connsiteX6" fmla="*/ 38592 w 77184"/>
                <a:gd name="connsiteY6" fmla="*/ 17152 h 84045"/>
                <a:gd name="connsiteX7" fmla="*/ 18581 w 77184"/>
                <a:gd name="connsiteY7" fmla="*/ 42023 h 84045"/>
                <a:gd name="connsiteX8" fmla="*/ 38592 w 77184"/>
                <a:gd name="connsiteY8" fmla="*/ 67465 h 84045"/>
                <a:gd name="connsiteX9" fmla="*/ 58603 w 77184"/>
                <a:gd name="connsiteY9" fmla="*/ 42309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7184" h="84045">
                  <a:moveTo>
                    <a:pt x="0" y="42023"/>
                  </a:moveTo>
                  <a:cubicBezTo>
                    <a:pt x="0" y="16866"/>
                    <a:pt x="15437" y="0"/>
                    <a:pt x="38878" y="0"/>
                  </a:cubicBezTo>
                  <a:cubicBezTo>
                    <a:pt x="62033" y="0"/>
                    <a:pt x="77184" y="16580"/>
                    <a:pt x="77184" y="42023"/>
                  </a:cubicBezTo>
                  <a:cubicBezTo>
                    <a:pt x="77184" y="67179"/>
                    <a:pt x="62319" y="84045"/>
                    <a:pt x="38878" y="84045"/>
                  </a:cubicBezTo>
                  <a:cubicBezTo>
                    <a:pt x="15723" y="84045"/>
                    <a:pt x="0" y="67465"/>
                    <a:pt x="0" y="42023"/>
                  </a:cubicBezTo>
                  <a:close/>
                  <a:moveTo>
                    <a:pt x="58603" y="42309"/>
                  </a:moveTo>
                  <a:cubicBezTo>
                    <a:pt x="58603" y="26872"/>
                    <a:pt x="50884" y="17152"/>
                    <a:pt x="38592" y="17152"/>
                  </a:cubicBezTo>
                  <a:cubicBezTo>
                    <a:pt x="26300" y="17152"/>
                    <a:pt x="18581" y="26872"/>
                    <a:pt x="18581" y="42023"/>
                  </a:cubicBezTo>
                  <a:cubicBezTo>
                    <a:pt x="18581" y="57460"/>
                    <a:pt x="26300" y="67465"/>
                    <a:pt x="38592" y="67465"/>
                  </a:cubicBezTo>
                  <a:cubicBezTo>
                    <a:pt x="51170" y="67179"/>
                    <a:pt x="58603" y="57745"/>
                    <a:pt x="58603" y="4230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5" name="Freihandform: Form 214">
              <a:extLst>
                <a:ext uri="{FF2B5EF4-FFF2-40B4-BE49-F238E27FC236}">
                  <a16:creationId xmlns:a16="http://schemas.microsoft.com/office/drawing/2014/main" id="{629B3326-D8C1-4221-9C9C-D9609C794873}"/>
                </a:ext>
              </a:extLst>
            </p:cNvPr>
            <p:cNvSpPr/>
            <p:nvPr/>
          </p:nvSpPr>
          <p:spPr>
            <a:xfrm>
              <a:off x="3082826" y="237352"/>
              <a:ext cx="74611" cy="114347"/>
            </a:xfrm>
            <a:custGeom>
              <a:avLst/>
              <a:gdLst>
                <a:gd name="connsiteX0" fmla="*/ 21440 w 74611"/>
                <a:gd name="connsiteY0" fmla="*/ 99768 h 114347"/>
                <a:gd name="connsiteX1" fmla="*/ 25442 w 74611"/>
                <a:gd name="connsiteY1" fmla="*/ 99482 h 114347"/>
                <a:gd name="connsiteX2" fmla="*/ 56316 w 74611"/>
                <a:gd name="connsiteY2" fmla="*/ 76613 h 114347"/>
                <a:gd name="connsiteX3" fmla="*/ 56316 w 74611"/>
                <a:gd name="connsiteY3" fmla="*/ 71467 h 114347"/>
                <a:gd name="connsiteX4" fmla="*/ 56030 w 74611"/>
                <a:gd name="connsiteY4" fmla="*/ 71467 h 114347"/>
                <a:gd name="connsiteX5" fmla="*/ 31731 w 74611"/>
                <a:gd name="connsiteY5" fmla="*/ 82616 h 114347"/>
                <a:gd name="connsiteX6" fmla="*/ 0 w 74611"/>
                <a:gd name="connsiteY6" fmla="*/ 42023 h 114347"/>
                <a:gd name="connsiteX7" fmla="*/ 32589 w 74611"/>
                <a:gd name="connsiteY7" fmla="*/ 0 h 114347"/>
                <a:gd name="connsiteX8" fmla="*/ 56030 w 74611"/>
                <a:gd name="connsiteY8" fmla="*/ 11149 h 114347"/>
                <a:gd name="connsiteX9" fmla="*/ 56316 w 74611"/>
                <a:gd name="connsiteY9" fmla="*/ 11149 h 114347"/>
                <a:gd name="connsiteX10" fmla="*/ 56316 w 74611"/>
                <a:gd name="connsiteY10" fmla="*/ 2001 h 114347"/>
                <a:gd name="connsiteX11" fmla="*/ 74611 w 74611"/>
                <a:gd name="connsiteY11" fmla="*/ 2001 h 114347"/>
                <a:gd name="connsiteX12" fmla="*/ 74611 w 74611"/>
                <a:gd name="connsiteY12" fmla="*/ 73754 h 114347"/>
                <a:gd name="connsiteX13" fmla="*/ 26586 w 74611"/>
                <a:gd name="connsiteY13" fmla="*/ 114061 h 114347"/>
                <a:gd name="connsiteX14" fmla="*/ 22583 w 74611"/>
                <a:gd name="connsiteY14" fmla="*/ 114347 h 114347"/>
                <a:gd name="connsiteX15" fmla="*/ 21440 w 74611"/>
                <a:gd name="connsiteY15" fmla="*/ 99768 h 114347"/>
                <a:gd name="connsiteX16" fmla="*/ 18867 w 74611"/>
                <a:gd name="connsiteY16" fmla="*/ 41737 h 114347"/>
                <a:gd name="connsiteX17" fmla="*/ 37449 w 74611"/>
                <a:gd name="connsiteY17" fmla="*/ 66607 h 114347"/>
                <a:gd name="connsiteX18" fmla="*/ 56316 w 74611"/>
                <a:gd name="connsiteY18" fmla="*/ 56030 h 114347"/>
                <a:gd name="connsiteX19" fmla="*/ 56316 w 74611"/>
                <a:gd name="connsiteY19" fmla="*/ 27443 h 114347"/>
                <a:gd name="connsiteX20" fmla="*/ 37163 w 74611"/>
                <a:gd name="connsiteY20" fmla="*/ 16866 h 114347"/>
                <a:gd name="connsiteX21" fmla="*/ 18867 w 74611"/>
                <a:gd name="connsiteY21" fmla="*/ 41737 h 114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74611" h="114347">
                  <a:moveTo>
                    <a:pt x="21440" y="99768"/>
                  </a:moveTo>
                  <a:lnTo>
                    <a:pt x="25442" y="99482"/>
                  </a:lnTo>
                  <a:cubicBezTo>
                    <a:pt x="49455" y="98625"/>
                    <a:pt x="56316" y="91764"/>
                    <a:pt x="56316" y="76613"/>
                  </a:cubicBezTo>
                  <a:lnTo>
                    <a:pt x="56316" y="71467"/>
                  </a:lnTo>
                  <a:lnTo>
                    <a:pt x="56030" y="71467"/>
                  </a:lnTo>
                  <a:cubicBezTo>
                    <a:pt x="50313" y="78614"/>
                    <a:pt x="41451" y="82616"/>
                    <a:pt x="31731" y="82616"/>
                  </a:cubicBezTo>
                  <a:cubicBezTo>
                    <a:pt x="12292" y="82616"/>
                    <a:pt x="0" y="66607"/>
                    <a:pt x="0" y="42023"/>
                  </a:cubicBezTo>
                  <a:cubicBezTo>
                    <a:pt x="0" y="16580"/>
                    <a:pt x="13150" y="0"/>
                    <a:pt x="32589" y="0"/>
                  </a:cubicBezTo>
                  <a:cubicBezTo>
                    <a:pt x="42308" y="0"/>
                    <a:pt x="50884" y="4002"/>
                    <a:pt x="56030" y="11149"/>
                  </a:cubicBezTo>
                  <a:lnTo>
                    <a:pt x="56316" y="11149"/>
                  </a:lnTo>
                  <a:lnTo>
                    <a:pt x="56316" y="2001"/>
                  </a:lnTo>
                  <a:lnTo>
                    <a:pt x="74611" y="2001"/>
                  </a:lnTo>
                  <a:lnTo>
                    <a:pt x="74611" y="73754"/>
                  </a:lnTo>
                  <a:cubicBezTo>
                    <a:pt x="74611" y="99768"/>
                    <a:pt x="61462" y="112632"/>
                    <a:pt x="26586" y="114061"/>
                  </a:cubicBezTo>
                  <a:lnTo>
                    <a:pt x="22583" y="114347"/>
                  </a:lnTo>
                  <a:lnTo>
                    <a:pt x="21440" y="99768"/>
                  </a:lnTo>
                  <a:close/>
                  <a:moveTo>
                    <a:pt x="18867" y="41737"/>
                  </a:moveTo>
                  <a:cubicBezTo>
                    <a:pt x="18867" y="57460"/>
                    <a:pt x="25728" y="66607"/>
                    <a:pt x="37449" y="66607"/>
                  </a:cubicBezTo>
                  <a:cubicBezTo>
                    <a:pt x="44595" y="66607"/>
                    <a:pt x="50599" y="63177"/>
                    <a:pt x="56316" y="56030"/>
                  </a:cubicBezTo>
                  <a:lnTo>
                    <a:pt x="56316" y="27443"/>
                  </a:lnTo>
                  <a:cubicBezTo>
                    <a:pt x="50884" y="20583"/>
                    <a:pt x="44595" y="16866"/>
                    <a:pt x="37163" y="16866"/>
                  </a:cubicBezTo>
                  <a:cubicBezTo>
                    <a:pt x="25728" y="16866"/>
                    <a:pt x="18867" y="26014"/>
                    <a:pt x="18867" y="41737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6" name="Freihandform: Form 215">
              <a:extLst>
                <a:ext uri="{FF2B5EF4-FFF2-40B4-BE49-F238E27FC236}">
                  <a16:creationId xmlns:a16="http://schemas.microsoft.com/office/drawing/2014/main" id="{E932421B-13ED-4207-B02A-36CAF0AAF962}"/>
                </a:ext>
              </a:extLst>
            </p:cNvPr>
            <p:cNvSpPr/>
            <p:nvPr/>
          </p:nvSpPr>
          <p:spPr>
            <a:xfrm>
              <a:off x="3180021" y="203905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5" y="22869"/>
                    <a:pt x="11721" y="22869"/>
                  </a:cubicBezTo>
                  <a:cubicBezTo>
                    <a:pt x="5146" y="22869"/>
                    <a:pt x="0" y="18010"/>
                    <a:pt x="0" y="11435"/>
                  </a:cubicBezTo>
                  <a:cubicBezTo>
                    <a:pt x="0" y="4860"/>
                    <a:pt x="5431" y="0"/>
                    <a:pt x="11721" y="0"/>
                  </a:cubicBezTo>
                  <a:cubicBezTo>
                    <a:pt x="18295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7" name="Freihandform: Form 216">
              <a:extLst>
                <a:ext uri="{FF2B5EF4-FFF2-40B4-BE49-F238E27FC236}">
                  <a16:creationId xmlns:a16="http://schemas.microsoft.com/office/drawing/2014/main" id="{318BCC35-943C-4820-A85C-5342A12FEE1B}"/>
                </a:ext>
              </a:extLst>
            </p:cNvPr>
            <p:cNvSpPr/>
            <p:nvPr/>
          </p:nvSpPr>
          <p:spPr>
            <a:xfrm>
              <a:off x="3220900" y="237638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0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2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0" y="46025"/>
                    <a:pt x="72610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1742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2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6871" y="15151"/>
                    <a:pt x="20297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29391653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bild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platzhalter 167">
            <a:extLst>
              <a:ext uri="{FF2B5EF4-FFF2-40B4-BE49-F238E27FC236}">
                <a16:creationId xmlns:a16="http://schemas.microsoft.com/office/drawing/2014/main" id="{91CA67B1-C872-42F5-99A5-C31B319F69A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1628775"/>
            <a:ext cx="12192000" cy="5229225"/>
          </a:xfrm>
          <a:gradFill>
            <a:gsLst>
              <a:gs pos="50000">
                <a:schemeClr val="accent4">
                  <a:alpha val="50000"/>
                </a:schemeClr>
              </a:gs>
              <a:gs pos="5000">
                <a:schemeClr val="accent4"/>
              </a:gs>
              <a:gs pos="100000">
                <a:schemeClr val="accent4">
                  <a:alpha val="20000"/>
                </a:schemeClr>
              </a:gs>
            </a:gsLst>
            <a:lin ang="5400000" scaled="1"/>
          </a:gradFill>
        </p:spPr>
        <p:txBody>
          <a:bodyPr vert="horz" wrap="square" lIns="540000" tIns="1188000" rIns="0" bIns="0" rtlCol="0" anchor="t" anchorCtr="0">
            <a:noAutofit/>
          </a:bodyPr>
          <a:lstStyle>
            <a:lvl1pPr>
              <a:defRPr lang="de-DE" sz="4000" b="1" dirty="0"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 </a:t>
            </a:r>
          </a:p>
        </p:txBody>
      </p:sp>
      <p:sp>
        <p:nvSpPr>
          <p:cNvPr id="165" name="Bildplatzhalter 60">
            <a:extLst>
              <a:ext uri="{FF2B5EF4-FFF2-40B4-BE49-F238E27FC236}">
                <a16:creationId xmlns:a16="http://schemas.microsoft.com/office/drawing/2014/main" id="{F018B551-27B5-4B00-BF39-7527999917A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628775"/>
            <a:ext cx="12192000" cy="5229226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r>
              <a:rPr lang="de-DE" dirty="0"/>
              <a:t>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C1DC1BF-B7B9-4143-AFEB-7D1D6C73E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0163" y="2913731"/>
            <a:ext cx="4979505" cy="1030539"/>
          </a:xfrm>
        </p:spPr>
        <p:txBody>
          <a:bodyPr wrap="none" tIns="0" rIns="0"/>
          <a:lstStyle>
            <a:lvl1pPr algn="l">
              <a:lnSpc>
                <a:spcPct val="110000"/>
              </a:lnSpc>
              <a:defRPr sz="66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Willkommen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929994FB-5DBF-40C3-99B7-BCB45F80FCBA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DB0B422D-422E-4796-8EA3-E0C93BC35646}"/>
              </a:ext>
            </a:extLst>
          </p:cNvPr>
          <p:cNvSpPr/>
          <p:nvPr/>
        </p:nvSpPr>
        <p:spPr>
          <a:xfrm>
            <a:off x="10056938" y="300703"/>
            <a:ext cx="1619125" cy="618155"/>
          </a:xfrm>
          <a:custGeom>
            <a:avLst/>
            <a:gdLst>
              <a:gd name="connsiteX0" fmla="*/ 0 w 1456912"/>
              <a:gd name="connsiteY0" fmla="*/ 51854 h 556225"/>
              <a:gd name="connsiteX1" fmla="*/ 28188 w 1456912"/>
              <a:gd name="connsiteY1" fmla="*/ 23666 h 556225"/>
              <a:gd name="connsiteX2" fmla="*/ 28188 w 1456912"/>
              <a:gd name="connsiteY2" fmla="*/ 535557 h 556225"/>
              <a:gd name="connsiteX3" fmla="*/ 0 w 1456912"/>
              <a:gd name="connsiteY3" fmla="*/ 535557 h 556225"/>
              <a:gd name="connsiteX4" fmla="*/ 0 w 1456912"/>
              <a:gd name="connsiteY4" fmla="*/ 51854 h 556225"/>
              <a:gd name="connsiteX5" fmla="*/ 84564 w 1456912"/>
              <a:gd name="connsiteY5" fmla="*/ 28188 h 556225"/>
              <a:gd name="connsiteX6" fmla="*/ 422811 w 1456912"/>
              <a:gd name="connsiteY6" fmla="*/ 28188 h 556225"/>
              <a:gd name="connsiteX7" fmla="*/ 422811 w 1456912"/>
              <a:gd name="connsiteY7" fmla="*/ 0 h 556225"/>
              <a:gd name="connsiteX8" fmla="*/ 56376 w 1456912"/>
              <a:gd name="connsiteY8" fmla="*/ 0 h 556225"/>
              <a:gd name="connsiteX9" fmla="*/ 56376 w 1456912"/>
              <a:gd name="connsiteY9" fmla="*/ 338244 h 556225"/>
              <a:gd name="connsiteX10" fmla="*/ 367711 w 1456912"/>
              <a:gd name="connsiteY10" fmla="*/ 338244 h 556225"/>
              <a:gd name="connsiteX11" fmla="*/ 367711 w 1456912"/>
              <a:gd name="connsiteY11" fmla="*/ 310062 h 556225"/>
              <a:gd name="connsiteX12" fmla="*/ 84564 w 1456912"/>
              <a:gd name="connsiteY12" fmla="*/ 310062 h 556225"/>
              <a:gd name="connsiteX13" fmla="*/ 84564 w 1456912"/>
              <a:gd name="connsiteY13" fmla="*/ 28188 h 556225"/>
              <a:gd name="connsiteX14" fmla="*/ 410152 w 1456912"/>
              <a:gd name="connsiteY14" fmla="*/ 253686 h 556225"/>
              <a:gd name="connsiteX15" fmla="*/ 140937 w 1456912"/>
              <a:gd name="connsiteY15" fmla="*/ 253686 h 556225"/>
              <a:gd name="connsiteX16" fmla="*/ 140937 w 1456912"/>
              <a:gd name="connsiteY16" fmla="*/ 140940 h 556225"/>
              <a:gd name="connsiteX17" fmla="*/ 371171 w 1456912"/>
              <a:gd name="connsiteY17" fmla="*/ 140940 h 556225"/>
              <a:gd name="connsiteX18" fmla="*/ 399359 w 1456912"/>
              <a:gd name="connsiteY18" fmla="*/ 112752 h 556225"/>
              <a:gd name="connsiteX19" fmla="*/ 140937 w 1456912"/>
              <a:gd name="connsiteY19" fmla="*/ 112752 h 556225"/>
              <a:gd name="connsiteX20" fmla="*/ 140937 w 1456912"/>
              <a:gd name="connsiteY20" fmla="*/ 84564 h 556225"/>
              <a:gd name="connsiteX21" fmla="*/ 422811 w 1456912"/>
              <a:gd name="connsiteY21" fmla="*/ 84564 h 556225"/>
              <a:gd name="connsiteX22" fmla="*/ 422811 w 1456912"/>
              <a:gd name="connsiteY22" fmla="*/ 56376 h 556225"/>
              <a:gd name="connsiteX23" fmla="*/ 112749 w 1456912"/>
              <a:gd name="connsiteY23" fmla="*/ 56376 h 556225"/>
              <a:gd name="connsiteX24" fmla="*/ 112749 w 1456912"/>
              <a:gd name="connsiteY24" fmla="*/ 281874 h 556225"/>
              <a:gd name="connsiteX25" fmla="*/ 382334 w 1456912"/>
              <a:gd name="connsiteY25" fmla="*/ 281874 h 556225"/>
              <a:gd name="connsiteX26" fmla="*/ 410152 w 1456912"/>
              <a:gd name="connsiteY26" fmla="*/ 253686 h 556225"/>
              <a:gd name="connsiteX27" fmla="*/ 56376 w 1456912"/>
              <a:gd name="connsiteY27" fmla="*/ 535557 h 556225"/>
              <a:gd name="connsiteX28" fmla="*/ 84564 w 1456912"/>
              <a:gd name="connsiteY28" fmla="*/ 535557 h 556225"/>
              <a:gd name="connsiteX29" fmla="*/ 84564 w 1456912"/>
              <a:gd name="connsiteY29" fmla="*/ 394620 h 556225"/>
              <a:gd name="connsiteX30" fmla="*/ 112752 w 1456912"/>
              <a:gd name="connsiteY30" fmla="*/ 394620 h 556225"/>
              <a:gd name="connsiteX31" fmla="*/ 112752 w 1456912"/>
              <a:gd name="connsiteY31" fmla="*/ 511890 h 556225"/>
              <a:gd name="connsiteX32" fmla="*/ 140940 w 1456912"/>
              <a:gd name="connsiteY32" fmla="*/ 483705 h 556225"/>
              <a:gd name="connsiteX33" fmla="*/ 140940 w 1456912"/>
              <a:gd name="connsiteY33" fmla="*/ 394620 h 556225"/>
              <a:gd name="connsiteX34" fmla="*/ 367714 w 1456912"/>
              <a:gd name="connsiteY34" fmla="*/ 394620 h 556225"/>
              <a:gd name="connsiteX35" fmla="*/ 367714 w 1456912"/>
              <a:gd name="connsiteY35" fmla="*/ 366435 h 556225"/>
              <a:gd name="connsiteX36" fmla="*/ 56376 w 1456912"/>
              <a:gd name="connsiteY36" fmla="*/ 366435 h 556225"/>
              <a:gd name="connsiteX37" fmla="*/ 56376 w 1456912"/>
              <a:gd name="connsiteY37" fmla="*/ 535557 h 556225"/>
              <a:gd name="connsiteX38" fmla="*/ 1428724 w 1456912"/>
              <a:gd name="connsiteY38" fmla="*/ 0 h 556225"/>
              <a:gd name="connsiteX39" fmla="*/ 1428724 w 1456912"/>
              <a:gd name="connsiteY39" fmla="*/ 324156 h 556225"/>
              <a:gd name="connsiteX40" fmla="*/ 1316539 w 1456912"/>
              <a:gd name="connsiteY40" fmla="*/ 514089 h 556225"/>
              <a:gd name="connsiteX41" fmla="*/ 1315903 w 1456912"/>
              <a:gd name="connsiteY41" fmla="*/ 513258 h 556225"/>
              <a:gd name="connsiteX42" fmla="*/ 1400536 w 1456912"/>
              <a:gd name="connsiteY42" fmla="*/ 351869 h 556225"/>
              <a:gd name="connsiteX43" fmla="*/ 1400536 w 1456912"/>
              <a:gd name="connsiteY43" fmla="*/ 3 h 556225"/>
              <a:gd name="connsiteX44" fmla="*/ 1372348 w 1456912"/>
              <a:gd name="connsiteY44" fmla="*/ 3 h 556225"/>
              <a:gd name="connsiteX45" fmla="*/ 1372348 w 1456912"/>
              <a:gd name="connsiteY45" fmla="*/ 351400 h 556225"/>
              <a:gd name="connsiteX46" fmla="*/ 1189132 w 1456912"/>
              <a:gd name="connsiteY46" fmla="*/ 528510 h 556225"/>
              <a:gd name="connsiteX47" fmla="*/ 1005916 w 1456912"/>
              <a:gd name="connsiteY47" fmla="*/ 351400 h 556225"/>
              <a:gd name="connsiteX48" fmla="*/ 1005916 w 1456912"/>
              <a:gd name="connsiteY48" fmla="*/ 23666 h 556225"/>
              <a:gd name="connsiteX49" fmla="*/ 977728 w 1456912"/>
              <a:gd name="connsiteY49" fmla="*/ 51854 h 556225"/>
              <a:gd name="connsiteX50" fmla="*/ 977728 w 1456912"/>
              <a:gd name="connsiteY50" fmla="*/ 351869 h 556225"/>
              <a:gd name="connsiteX51" fmla="*/ 1189132 w 1456912"/>
              <a:gd name="connsiteY51" fmla="*/ 556226 h 556225"/>
              <a:gd name="connsiteX52" fmla="*/ 1217320 w 1456912"/>
              <a:gd name="connsiteY52" fmla="*/ 556226 h 556225"/>
              <a:gd name="connsiteX53" fmla="*/ 1456912 w 1456912"/>
              <a:gd name="connsiteY53" fmla="*/ 324566 h 556225"/>
              <a:gd name="connsiteX54" fmla="*/ 1456912 w 1456912"/>
              <a:gd name="connsiteY54" fmla="*/ 0 h 556225"/>
              <a:gd name="connsiteX55" fmla="*/ 1428724 w 1456912"/>
              <a:gd name="connsiteY55" fmla="*/ 0 h 556225"/>
              <a:gd name="connsiteX56" fmla="*/ 1189132 w 1456912"/>
              <a:gd name="connsiteY56" fmla="*/ 500322 h 556225"/>
              <a:gd name="connsiteX57" fmla="*/ 1344160 w 1456912"/>
              <a:gd name="connsiteY57" fmla="*/ 351400 h 556225"/>
              <a:gd name="connsiteX58" fmla="*/ 1344160 w 1456912"/>
              <a:gd name="connsiteY58" fmla="*/ 351400 h 556225"/>
              <a:gd name="connsiteX59" fmla="*/ 1344160 w 1456912"/>
              <a:gd name="connsiteY59" fmla="*/ 23666 h 556225"/>
              <a:gd name="connsiteX60" fmla="*/ 1315972 w 1456912"/>
              <a:gd name="connsiteY60" fmla="*/ 51854 h 556225"/>
              <a:gd name="connsiteX61" fmla="*/ 1315972 w 1456912"/>
              <a:gd name="connsiteY61" fmla="*/ 324153 h 556225"/>
              <a:gd name="connsiteX62" fmla="*/ 1217317 w 1456912"/>
              <a:gd name="connsiteY62" fmla="*/ 415761 h 556225"/>
              <a:gd name="connsiteX63" fmla="*/ 1118662 w 1456912"/>
              <a:gd name="connsiteY63" fmla="*/ 324153 h 556225"/>
              <a:gd name="connsiteX64" fmla="*/ 1118662 w 1456912"/>
              <a:gd name="connsiteY64" fmla="*/ 3 h 556225"/>
              <a:gd name="connsiteX65" fmla="*/ 1090474 w 1456912"/>
              <a:gd name="connsiteY65" fmla="*/ 3 h 556225"/>
              <a:gd name="connsiteX66" fmla="*/ 1090474 w 1456912"/>
              <a:gd name="connsiteY66" fmla="*/ 324156 h 556225"/>
              <a:gd name="connsiteX67" fmla="*/ 1217317 w 1456912"/>
              <a:gd name="connsiteY67" fmla="*/ 443951 h 556225"/>
              <a:gd name="connsiteX68" fmla="*/ 1304349 w 1456912"/>
              <a:gd name="connsiteY68" fmla="*/ 404889 h 556225"/>
              <a:gd name="connsiteX69" fmla="*/ 1304982 w 1456912"/>
              <a:gd name="connsiteY69" fmla="*/ 405720 h 556225"/>
              <a:gd name="connsiteX70" fmla="*/ 1189129 w 1456912"/>
              <a:gd name="connsiteY70" fmla="*/ 472139 h 556225"/>
              <a:gd name="connsiteX71" fmla="*/ 1062303 w 1456912"/>
              <a:gd name="connsiteY71" fmla="*/ 352344 h 556225"/>
              <a:gd name="connsiteX72" fmla="*/ 1062286 w 1456912"/>
              <a:gd name="connsiteY72" fmla="*/ 352344 h 556225"/>
              <a:gd name="connsiteX73" fmla="*/ 1062286 w 1456912"/>
              <a:gd name="connsiteY73" fmla="*/ 3 h 556225"/>
              <a:gd name="connsiteX74" fmla="*/ 1034098 w 1456912"/>
              <a:gd name="connsiteY74" fmla="*/ 3 h 556225"/>
              <a:gd name="connsiteX75" fmla="*/ 1034098 w 1456912"/>
              <a:gd name="connsiteY75" fmla="*/ 352341 h 556225"/>
              <a:gd name="connsiteX76" fmla="*/ 1034113 w 1456912"/>
              <a:gd name="connsiteY76" fmla="*/ 352341 h 556225"/>
              <a:gd name="connsiteX77" fmla="*/ 1189132 w 1456912"/>
              <a:gd name="connsiteY77" fmla="*/ 500322 h 556225"/>
              <a:gd name="connsiteX78" fmla="*/ 562774 w 1456912"/>
              <a:gd name="connsiteY78" fmla="*/ 366435 h 556225"/>
              <a:gd name="connsiteX79" fmla="*/ 491494 w 1456912"/>
              <a:gd name="connsiteY79" fmla="*/ 535557 h 556225"/>
              <a:gd name="connsiteX80" fmla="*/ 519684 w 1456912"/>
              <a:gd name="connsiteY80" fmla="*/ 535554 h 556225"/>
              <a:gd name="connsiteX81" fmla="*/ 519682 w 1456912"/>
              <a:gd name="connsiteY81" fmla="*/ 535557 h 556225"/>
              <a:gd name="connsiteX82" fmla="*/ 519684 w 1456912"/>
              <a:gd name="connsiteY82" fmla="*/ 535557 h 556225"/>
              <a:gd name="connsiteX83" fmla="*/ 555322 w 1456912"/>
              <a:gd name="connsiteY83" fmla="*/ 450996 h 556225"/>
              <a:gd name="connsiteX84" fmla="*/ 794138 w 1456912"/>
              <a:gd name="connsiteY84" fmla="*/ 450996 h 556225"/>
              <a:gd name="connsiteX85" fmla="*/ 829744 w 1456912"/>
              <a:gd name="connsiteY85" fmla="*/ 535557 h 556225"/>
              <a:gd name="connsiteX86" fmla="*/ 857932 w 1456912"/>
              <a:gd name="connsiteY86" fmla="*/ 535557 h 556225"/>
              <a:gd name="connsiteX87" fmla="*/ 810457 w 1456912"/>
              <a:gd name="connsiteY87" fmla="*/ 422808 h 556225"/>
              <a:gd name="connsiteX88" fmla="*/ 567200 w 1456912"/>
              <a:gd name="connsiteY88" fmla="*/ 422808 h 556225"/>
              <a:gd name="connsiteX89" fmla="*/ 579078 w 1456912"/>
              <a:gd name="connsiteY89" fmla="*/ 394620 h 556225"/>
              <a:gd name="connsiteX90" fmla="*/ 826776 w 1456912"/>
              <a:gd name="connsiteY90" fmla="*/ 394620 h 556225"/>
              <a:gd name="connsiteX91" fmla="*/ 886120 w 1456912"/>
              <a:gd name="connsiteY91" fmla="*/ 535557 h 556225"/>
              <a:gd name="connsiteX92" fmla="*/ 914308 w 1456912"/>
              <a:gd name="connsiteY92" fmla="*/ 535557 h 556225"/>
              <a:gd name="connsiteX93" fmla="*/ 843097 w 1456912"/>
              <a:gd name="connsiteY93" fmla="*/ 366435 h 556225"/>
              <a:gd name="connsiteX94" fmla="*/ 562774 w 1456912"/>
              <a:gd name="connsiteY94" fmla="*/ 366435 h 556225"/>
              <a:gd name="connsiteX95" fmla="*/ 604248 w 1456912"/>
              <a:gd name="connsiteY95" fmla="*/ 0 h 556225"/>
              <a:gd name="connsiteX96" fmla="*/ 397091 w 1456912"/>
              <a:gd name="connsiteY96" fmla="*/ 491374 h 556225"/>
              <a:gd name="connsiteX97" fmla="*/ 415032 w 1456912"/>
              <a:gd name="connsiteY97" fmla="*/ 515732 h 556225"/>
              <a:gd name="connsiteX98" fmla="*/ 632437 w 1456912"/>
              <a:gd name="connsiteY98" fmla="*/ 0 h 556225"/>
              <a:gd name="connsiteX99" fmla="*/ 604248 w 1456912"/>
              <a:gd name="connsiteY99" fmla="*/ 0 h 556225"/>
              <a:gd name="connsiteX100" fmla="*/ 716998 w 1456912"/>
              <a:gd name="connsiteY100" fmla="*/ 3 h 556225"/>
              <a:gd name="connsiteX101" fmla="*/ 934130 w 1456912"/>
              <a:gd name="connsiteY101" fmla="*/ 515735 h 556225"/>
              <a:gd name="connsiteX102" fmla="*/ 952028 w 1456912"/>
              <a:gd name="connsiteY102" fmla="*/ 491377 h 556225"/>
              <a:gd name="connsiteX103" fmla="*/ 745186 w 1456912"/>
              <a:gd name="connsiteY103" fmla="*/ 3 h 556225"/>
              <a:gd name="connsiteX104" fmla="*/ 716998 w 1456912"/>
              <a:gd name="connsiteY104" fmla="*/ 3 h 556225"/>
              <a:gd name="connsiteX105" fmla="*/ 546409 w 1456912"/>
              <a:gd name="connsiteY105" fmla="*/ 338247 h 556225"/>
              <a:gd name="connsiteX106" fmla="*/ 463042 w 1456912"/>
              <a:gd name="connsiteY106" fmla="*/ 535557 h 556225"/>
              <a:gd name="connsiteX107" fmla="*/ 434854 w 1456912"/>
              <a:gd name="connsiteY107" fmla="*/ 535557 h 556225"/>
              <a:gd name="connsiteX108" fmla="*/ 646528 w 1456912"/>
              <a:gd name="connsiteY108" fmla="*/ 33467 h 556225"/>
              <a:gd name="connsiteX109" fmla="*/ 762988 w 1456912"/>
              <a:gd name="connsiteY109" fmla="*/ 310059 h 556225"/>
              <a:gd name="connsiteX110" fmla="*/ 791176 w 1456912"/>
              <a:gd name="connsiteY110" fmla="*/ 310059 h 556225"/>
              <a:gd name="connsiteX111" fmla="*/ 660624 w 1456912"/>
              <a:gd name="connsiteY111" fmla="*/ 3 h 556225"/>
              <a:gd name="connsiteX112" fmla="*/ 688812 w 1456912"/>
              <a:gd name="connsiteY112" fmla="*/ 3 h 556225"/>
              <a:gd name="connsiteX113" fmla="*/ 831231 w 1456912"/>
              <a:gd name="connsiteY113" fmla="*/ 338247 h 556225"/>
              <a:gd name="connsiteX114" fmla="*/ 546409 w 1456912"/>
              <a:gd name="connsiteY114" fmla="*/ 338247 h 556225"/>
              <a:gd name="connsiteX115" fmla="*/ 674788 w 1456912"/>
              <a:gd name="connsiteY115" fmla="*/ 167531 h 556225"/>
              <a:gd name="connsiteX116" fmla="*/ 614721 w 1456912"/>
              <a:gd name="connsiteY116" fmla="*/ 310062 h 556225"/>
              <a:gd name="connsiteX117" fmla="*/ 734800 w 1456912"/>
              <a:gd name="connsiteY117" fmla="*/ 310062 h 556225"/>
              <a:gd name="connsiteX118" fmla="*/ 674788 w 1456912"/>
              <a:gd name="connsiteY118" fmla="*/ 167531 h 556225"/>
              <a:gd name="connsiteX119" fmla="*/ 558275 w 1456912"/>
              <a:gd name="connsiteY119" fmla="*/ 310062 h 556225"/>
              <a:gd name="connsiteX120" fmla="*/ 586535 w 1456912"/>
              <a:gd name="connsiteY120" fmla="*/ 310062 h 556225"/>
              <a:gd name="connsiteX121" fmla="*/ 660703 w 1456912"/>
              <a:gd name="connsiteY121" fmla="*/ 134072 h 556225"/>
              <a:gd name="connsiteX122" fmla="*/ 646588 w 1456912"/>
              <a:gd name="connsiteY122" fmla="*/ 100553 h 556225"/>
              <a:gd name="connsiteX123" fmla="*/ 558275 w 1456912"/>
              <a:gd name="connsiteY123" fmla="*/ 310062 h 55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1456912" h="556225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chemeClr val="tx1"/>
          </a:solidFill>
          <a:ln w="289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A67BB0E1-5E7F-46E5-9D87-74249FA80151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735EC3F0-D52F-43D8-9D20-FC4F70B1922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D73E6E84-A759-4118-9971-2B614D3FE504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F1FCC803-A93B-423F-B835-B52876B2721B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94D29247-DB20-40F1-888F-155F9E5ABC8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5E32A3F3-E989-43F3-A16F-94173C632533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44D22F83-A0F5-4FE2-9D6C-012542F7E2B8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BA2BC1BF-6FE4-4475-BE69-6D37CBD516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88D7DDBE-C865-4F05-B6F5-3E2BBB15FDA7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5BF365C6-4DF1-469F-A081-5BB981472333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67" name="Gerader Verbinder 66">
              <a:extLst>
                <a:ext uri="{FF2B5EF4-FFF2-40B4-BE49-F238E27FC236}">
                  <a16:creationId xmlns:a16="http://schemas.microsoft.com/office/drawing/2014/main" id="{9CA1C573-E95F-4CC5-A4BE-0E74960DBC2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02A35681-195F-407A-BB6C-7E3B4E241132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BF6DC0B3-1B79-4824-B73B-DC9B7AA77A08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439D9EA3-D6F8-4D8A-8C91-B7BCDD4883C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EF8776E0-353D-4DBE-918C-2BE4D9ED22C0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EB1A981A-C15F-48BC-856D-45BFDE402164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3" name="Gerader Verbinder 72">
              <a:extLst>
                <a:ext uri="{FF2B5EF4-FFF2-40B4-BE49-F238E27FC236}">
                  <a16:creationId xmlns:a16="http://schemas.microsoft.com/office/drawing/2014/main" id="{CA1B7D91-52B4-4C4E-9872-DAE627C5BDA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DD5301F3-CDC0-4F62-A7F3-64DF1FAFB6C3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C5363AC9-A7FE-4ED9-A4AE-BF1F41479440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A5C058E5-1B77-4F37-8A90-6C2DB0C9F0D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3F3FD432-7B0C-441D-887D-260F088129D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11D3348D-CD05-48E5-89ED-528A62DA8118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8C904B9B-CFB8-4878-BE89-64B7783A68C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C15810B6-1DFF-43DE-849F-E24988A1AC21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CFDE3FDD-B76C-49E7-81B4-7302EAE01430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CC2966EC-F4C0-41FC-88ED-2E5F725EA0B2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92230FDE-430C-429C-A396-DFCEF2CE147E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53056242-C21F-4347-8E6E-305C959935E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A954A2AB-7A1B-4F20-8556-0C283B584BE2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C31D32E9-A207-4C49-AAE0-5A541EE5B56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Textfeld 86">
              <a:extLst>
                <a:ext uri="{FF2B5EF4-FFF2-40B4-BE49-F238E27FC236}">
                  <a16:creationId xmlns:a16="http://schemas.microsoft.com/office/drawing/2014/main" id="{0027A521-04C3-4807-A55B-38087BBBA705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150" name="Grafik 3">
            <a:extLst>
              <a:ext uri="{FF2B5EF4-FFF2-40B4-BE49-F238E27FC236}">
                <a16:creationId xmlns:a16="http://schemas.microsoft.com/office/drawing/2014/main" id="{ED3A60E3-070D-4FFE-ACC5-82C7C78F99CD}"/>
              </a:ext>
            </a:extLst>
          </p:cNvPr>
          <p:cNvGrpSpPr/>
          <p:nvPr userDrawn="1"/>
        </p:nvGrpSpPr>
        <p:grpSpPr>
          <a:xfrm>
            <a:off x="520163" y="293688"/>
            <a:ext cx="2654043" cy="328339"/>
            <a:chOff x="2090737" y="2524124"/>
            <a:chExt cx="7860982" cy="972502"/>
          </a:xfrm>
          <a:solidFill>
            <a:schemeClr val="tx1"/>
          </a:solidFill>
        </p:grpSpPr>
        <p:sp>
          <p:nvSpPr>
            <p:cNvPr id="151" name="Freihandform: Form 150">
              <a:extLst>
                <a:ext uri="{FF2B5EF4-FFF2-40B4-BE49-F238E27FC236}">
                  <a16:creationId xmlns:a16="http://schemas.microsoft.com/office/drawing/2014/main" id="{1378A6E8-5E61-40A1-ADC7-BB8241D78CAB}"/>
                </a:ext>
              </a:extLst>
            </p:cNvPr>
            <p:cNvSpPr/>
            <p:nvPr/>
          </p:nvSpPr>
          <p:spPr>
            <a:xfrm>
              <a:off x="2090737" y="2545079"/>
              <a:ext cx="231457" cy="369569"/>
            </a:xfrm>
            <a:custGeom>
              <a:avLst/>
              <a:gdLst>
                <a:gd name="connsiteX0" fmla="*/ 231458 w 231457"/>
                <a:gd name="connsiteY0" fmla="*/ 60960 h 369569"/>
                <a:gd name="connsiteX1" fmla="*/ 65723 w 231457"/>
                <a:gd name="connsiteY1" fmla="*/ 60960 h 369569"/>
                <a:gd name="connsiteX2" fmla="*/ 65723 w 231457"/>
                <a:gd name="connsiteY2" fmla="*/ 152400 h 369569"/>
                <a:gd name="connsiteX3" fmla="*/ 189548 w 231457"/>
                <a:gd name="connsiteY3" fmla="*/ 152400 h 369569"/>
                <a:gd name="connsiteX4" fmla="*/ 189548 w 231457"/>
                <a:gd name="connsiteY4" fmla="*/ 212408 h 369569"/>
                <a:gd name="connsiteX5" fmla="*/ 65723 w 231457"/>
                <a:gd name="connsiteY5" fmla="*/ 212408 h 369569"/>
                <a:gd name="connsiteX6" fmla="*/ 65723 w 231457"/>
                <a:gd name="connsiteY6" fmla="*/ 369570 h 369569"/>
                <a:gd name="connsiteX7" fmla="*/ 0 w 231457"/>
                <a:gd name="connsiteY7" fmla="*/ 369570 h 369569"/>
                <a:gd name="connsiteX8" fmla="*/ 0 w 231457"/>
                <a:gd name="connsiteY8" fmla="*/ 0 h 369569"/>
                <a:gd name="connsiteX9" fmla="*/ 231458 w 231457"/>
                <a:gd name="connsiteY9" fmla="*/ 0 h 369569"/>
                <a:gd name="connsiteX10" fmla="*/ 231458 w 231457"/>
                <a:gd name="connsiteY10" fmla="*/ 60960 h 369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1457" h="369569">
                  <a:moveTo>
                    <a:pt x="231458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8" y="152400"/>
                  </a:lnTo>
                  <a:lnTo>
                    <a:pt x="189548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2" name="Freihandform: Form 151">
              <a:extLst>
                <a:ext uri="{FF2B5EF4-FFF2-40B4-BE49-F238E27FC236}">
                  <a16:creationId xmlns:a16="http://schemas.microsoft.com/office/drawing/2014/main" id="{3479F7BA-6306-4887-99BC-614874E49D1B}"/>
                </a:ext>
              </a:extLst>
            </p:cNvPr>
            <p:cNvSpPr/>
            <p:nvPr/>
          </p:nvSpPr>
          <p:spPr>
            <a:xfrm>
              <a:off x="2357437" y="2641039"/>
              <a:ext cx="161925" cy="272657"/>
            </a:xfrm>
            <a:custGeom>
              <a:avLst/>
              <a:gdLst>
                <a:gd name="connsiteX0" fmla="*/ 161925 w 161925"/>
                <a:gd name="connsiteY0" fmla="*/ 5005 h 272657"/>
                <a:gd name="connsiteX1" fmla="*/ 152400 w 161925"/>
                <a:gd name="connsiteY1" fmla="*/ 68823 h 272657"/>
                <a:gd name="connsiteX2" fmla="*/ 118110 w 161925"/>
                <a:gd name="connsiteY2" fmla="*/ 60250 h 272657"/>
                <a:gd name="connsiteX3" fmla="*/ 63817 w 161925"/>
                <a:gd name="connsiteY3" fmla="*/ 135498 h 272657"/>
                <a:gd name="connsiteX4" fmla="*/ 63817 w 161925"/>
                <a:gd name="connsiteY4" fmla="*/ 272658 h 272657"/>
                <a:gd name="connsiteX5" fmla="*/ 0 w 161925"/>
                <a:gd name="connsiteY5" fmla="*/ 272658 h 272657"/>
                <a:gd name="connsiteX6" fmla="*/ 0 w 161925"/>
                <a:gd name="connsiteY6" fmla="*/ 5958 h 272657"/>
                <a:gd name="connsiteX7" fmla="*/ 60960 w 161925"/>
                <a:gd name="connsiteY7" fmla="*/ 5958 h 272657"/>
                <a:gd name="connsiteX8" fmla="*/ 60960 w 161925"/>
                <a:gd name="connsiteY8" fmla="*/ 40248 h 272657"/>
                <a:gd name="connsiteX9" fmla="*/ 61913 w 161925"/>
                <a:gd name="connsiteY9" fmla="*/ 40248 h 272657"/>
                <a:gd name="connsiteX10" fmla="*/ 131445 w 161925"/>
                <a:gd name="connsiteY10" fmla="*/ 243 h 272657"/>
                <a:gd name="connsiteX11" fmla="*/ 161925 w 161925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1925" h="272657">
                  <a:moveTo>
                    <a:pt x="161925" y="5005"/>
                  </a:moveTo>
                  <a:lnTo>
                    <a:pt x="152400" y="68823"/>
                  </a:lnTo>
                  <a:cubicBezTo>
                    <a:pt x="142875" y="64060"/>
                    <a:pt x="131445" y="60250"/>
                    <a:pt x="118110" y="60250"/>
                  </a:cubicBezTo>
                  <a:cubicBezTo>
                    <a:pt x="75248" y="60250"/>
                    <a:pt x="63817" y="94540"/>
                    <a:pt x="63817" y="135498"/>
                  </a:cubicBezTo>
                  <a:lnTo>
                    <a:pt x="63817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970" y="-710"/>
                    <a:pt x="152400" y="1195"/>
                    <a:pt x="161925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3" name="Freihandform: Form 152">
              <a:extLst>
                <a:ext uri="{FF2B5EF4-FFF2-40B4-BE49-F238E27FC236}">
                  <a16:creationId xmlns:a16="http://schemas.microsoft.com/office/drawing/2014/main" id="{EF595D11-B766-48E2-A8A5-40637E510CAF}"/>
                </a:ext>
              </a:extLst>
            </p:cNvPr>
            <p:cNvSpPr/>
            <p:nvPr/>
          </p:nvSpPr>
          <p:spPr>
            <a:xfrm>
              <a:off x="2563176" y="2528887"/>
              <a:ext cx="79057" cy="385762"/>
            </a:xfrm>
            <a:custGeom>
              <a:avLst/>
              <a:gdLst>
                <a:gd name="connsiteX0" fmla="*/ 79058 w 79057"/>
                <a:gd name="connsiteY0" fmla="*/ 38100 h 385762"/>
                <a:gd name="connsiteX1" fmla="*/ 39052 w 79057"/>
                <a:gd name="connsiteY1" fmla="*/ 76200 h 385762"/>
                <a:gd name="connsiteX2" fmla="*/ 0 w 79057"/>
                <a:gd name="connsiteY2" fmla="*/ 38100 h 385762"/>
                <a:gd name="connsiteX3" fmla="*/ 39052 w 79057"/>
                <a:gd name="connsiteY3" fmla="*/ 0 h 385762"/>
                <a:gd name="connsiteX4" fmla="*/ 79058 w 79057"/>
                <a:gd name="connsiteY4" fmla="*/ 38100 h 385762"/>
                <a:gd name="connsiteX5" fmla="*/ 70485 w 79057"/>
                <a:gd name="connsiteY5" fmla="*/ 385763 h 385762"/>
                <a:gd name="connsiteX6" fmla="*/ 8573 w 79057"/>
                <a:gd name="connsiteY6" fmla="*/ 385763 h 385762"/>
                <a:gd name="connsiteX7" fmla="*/ 8573 w 79057"/>
                <a:gd name="connsiteY7" fmla="*/ 119063 h 385762"/>
                <a:gd name="connsiteX8" fmla="*/ 70485 w 79057"/>
                <a:gd name="connsiteY8" fmla="*/ 119063 h 385762"/>
                <a:gd name="connsiteX9" fmla="*/ 70485 w 79057"/>
                <a:gd name="connsiteY9" fmla="*/ 385763 h 385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5762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0485" y="385763"/>
                  </a:moveTo>
                  <a:lnTo>
                    <a:pt x="8573" y="385763"/>
                  </a:lnTo>
                  <a:lnTo>
                    <a:pt x="8573" y="119063"/>
                  </a:lnTo>
                  <a:lnTo>
                    <a:pt x="70485" y="119063"/>
                  </a:lnTo>
                  <a:lnTo>
                    <a:pt x="70485" y="385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4" name="Freihandform: Form 153">
              <a:extLst>
                <a:ext uri="{FF2B5EF4-FFF2-40B4-BE49-F238E27FC236}">
                  <a16:creationId xmlns:a16="http://schemas.microsoft.com/office/drawing/2014/main" id="{E743C790-A8B5-4A61-98F2-B4924B52D41C}"/>
                </a:ext>
              </a:extLst>
            </p:cNvPr>
            <p:cNvSpPr/>
            <p:nvPr/>
          </p:nvSpPr>
          <p:spPr>
            <a:xfrm>
              <a:off x="2699384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3 h 279082"/>
                <a:gd name="connsiteX7" fmla="*/ 198120 w 242887"/>
                <a:gd name="connsiteY7" fmla="*/ 194310 h 279082"/>
                <a:gd name="connsiteX8" fmla="*/ 237173 w 242887"/>
                <a:gd name="connsiteY8" fmla="*/ 235268 h 279082"/>
                <a:gd name="connsiteX9" fmla="*/ 132398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7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5" name="Freihandform: Form 154">
              <a:extLst>
                <a:ext uri="{FF2B5EF4-FFF2-40B4-BE49-F238E27FC236}">
                  <a16:creationId xmlns:a16="http://schemas.microsoft.com/office/drawing/2014/main" id="{FDE4E84D-F997-44E9-A9A5-0A62D3B0C03B}"/>
                </a:ext>
              </a:extLst>
            </p:cNvPr>
            <p:cNvSpPr/>
            <p:nvPr/>
          </p:nvSpPr>
          <p:spPr>
            <a:xfrm>
              <a:off x="2997516" y="2524124"/>
              <a:ext cx="248602" cy="396239"/>
            </a:xfrm>
            <a:custGeom>
              <a:avLst/>
              <a:gdLst>
                <a:gd name="connsiteX0" fmla="*/ 0 w 248602"/>
                <a:gd name="connsiteY0" fmla="*/ 256223 h 396239"/>
                <a:gd name="connsiteX1" fmla="*/ 108585 w 248602"/>
                <a:gd name="connsiteY1" fmla="*/ 117157 h 396239"/>
                <a:gd name="connsiteX2" fmla="*/ 185738 w 248602"/>
                <a:gd name="connsiteY2" fmla="*/ 153352 h 396239"/>
                <a:gd name="connsiteX3" fmla="*/ 186690 w 248602"/>
                <a:gd name="connsiteY3" fmla="*/ 153352 h 396239"/>
                <a:gd name="connsiteX4" fmla="*/ 186690 w 248602"/>
                <a:gd name="connsiteY4" fmla="*/ 16193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8595 w 248602"/>
                <a:gd name="connsiteY7" fmla="*/ 389573 h 396239"/>
                <a:gd name="connsiteX8" fmla="*/ 188595 w 248602"/>
                <a:gd name="connsiteY8" fmla="*/ 358140 h 396239"/>
                <a:gd name="connsiteX9" fmla="*/ 187642 w 248602"/>
                <a:gd name="connsiteY9" fmla="*/ 358140 h 396239"/>
                <a:gd name="connsiteX10" fmla="*/ 107633 w 248602"/>
                <a:gd name="connsiteY10" fmla="*/ 396240 h 396239"/>
                <a:gd name="connsiteX11" fmla="*/ 0 w 248602"/>
                <a:gd name="connsiteY11" fmla="*/ 256223 h 396239"/>
                <a:gd name="connsiteX12" fmla="*/ 61913 w 248602"/>
                <a:gd name="connsiteY12" fmla="*/ 256223 h 396239"/>
                <a:gd name="connsiteX13" fmla="*/ 123825 w 248602"/>
                <a:gd name="connsiteY13" fmla="*/ 341948 h 396239"/>
                <a:gd name="connsiteX14" fmla="*/ 187642 w 248602"/>
                <a:gd name="connsiteY14" fmla="*/ 306705 h 396239"/>
                <a:gd name="connsiteX15" fmla="*/ 187642 w 248602"/>
                <a:gd name="connsiteY15" fmla="*/ 208598 h 396239"/>
                <a:gd name="connsiteX16" fmla="*/ 123825 w 248602"/>
                <a:gd name="connsiteY16" fmla="*/ 173355 h 396239"/>
                <a:gd name="connsiteX17" fmla="*/ 61913 w 248602"/>
                <a:gd name="connsiteY17" fmla="*/ 256223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6223"/>
                  </a:moveTo>
                  <a:cubicBezTo>
                    <a:pt x="0" y="170498"/>
                    <a:pt x="43815" y="117157"/>
                    <a:pt x="108585" y="117157"/>
                  </a:cubicBezTo>
                  <a:cubicBezTo>
                    <a:pt x="141923" y="117157"/>
                    <a:pt x="168592" y="131445"/>
                    <a:pt x="185738" y="153352"/>
                  </a:cubicBezTo>
                  <a:lnTo>
                    <a:pt x="186690" y="153352"/>
                  </a:lnTo>
                  <a:lnTo>
                    <a:pt x="186690" y="16193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8595" y="389573"/>
                  </a:lnTo>
                  <a:lnTo>
                    <a:pt x="188595" y="358140"/>
                  </a:lnTo>
                  <a:lnTo>
                    <a:pt x="187642" y="358140"/>
                  </a:lnTo>
                  <a:cubicBezTo>
                    <a:pt x="168592" y="381953"/>
                    <a:pt x="140970" y="396240"/>
                    <a:pt x="107633" y="396240"/>
                  </a:cubicBezTo>
                  <a:cubicBezTo>
                    <a:pt x="43815" y="396240"/>
                    <a:pt x="0" y="341948"/>
                    <a:pt x="0" y="256223"/>
                  </a:cubicBezTo>
                  <a:close/>
                  <a:moveTo>
                    <a:pt x="61913" y="256223"/>
                  </a:moveTo>
                  <a:cubicBezTo>
                    <a:pt x="61913" y="310515"/>
                    <a:pt x="84773" y="341948"/>
                    <a:pt x="123825" y="341948"/>
                  </a:cubicBezTo>
                  <a:cubicBezTo>
                    <a:pt x="147638" y="341948"/>
                    <a:pt x="167640" y="330517"/>
                    <a:pt x="187642" y="306705"/>
                  </a:cubicBezTo>
                  <a:lnTo>
                    <a:pt x="187642" y="208598"/>
                  </a:lnTo>
                  <a:cubicBezTo>
                    <a:pt x="169545" y="184785"/>
                    <a:pt x="149542" y="173355"/>
                    <a:pt x="123825" y="173355"/>
                  </a:cubicBezTo>
                  <a:cubicBezTo>
                    <a:pt x="82867" y="173355"/>
                    <a:pt x="61913" y="202883"/>
                    <a:pt x="61913" y="2562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6" name="Freihandform: Form 155">
              <a:extLst>
                <a:ext uri="{FF2B5EF4-FFF2-40B4-BE49-F238E27FC236}">
                  <a16:creationId xmlns:a16="http://schemas.microsoft.com/office/drawing/2014/main" id="{6DF73890-C5BF-4AFD-AC1C-B988B716B204}"/>
                </a:ext>
              </a:extLst>
            </p:cNvPr>
            <p:cNvSpPr/>
            <p:nvPr/>
          </p:nvSpPr>
          <p:spPr>
            <a:xfrm>
              <a:off x="3328987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7" name="Freihandform: Form 156">
              <a:extLst>
                <a:ext uri="{FF2B5EF4-FFF2-40B4-BE49-F238E27FC236}">
                  <a16:creationId xmlns:a16="http://schemas.microsoft.com/office/drawing/2014/main" id="{5F2960B7-B9B3-4301-AF83-0F6EB0017746}"/>
                </a:ext>
              </a:extLst>
            </p:cNvPr>
            <p:cNvSpPr/>
            <p:nvPr/>
          </p:nvSpPr>
          <p:spPr>
            <a:xfrm>
              <a:off x="3533774" y="2528887"/>
              <a:ext cx="79057" cy="385762"/>
            </a:xfrm>
            <a:custGeom>
              <a:avLst/>
              <a:gdLst>
                <a:gd name="connsiteX0" fmla="*/ 79058 w 79057"/>
                <a:gd name="connsiteY0" fmla="*/ 38100 h 385762"/>
                <a:gd name="connsiteX1" fmla="*/ 39053 w 79057"/>
                <a:gd name="connsiteY1" fmla="*/ 76200 h 385762"/>
                <a:gd name="connsiteX2" fmla="*/ 0 w 79057"/>
                <a:gd name="connsiteY2" fmla="*/ 38100 h 385762"/>
                <a:gd name="connsiteX3" fmla="*/ 39053 w 79057"/>
                <a:gd name="connsiteY3" fmla="*/ 0 h 385762"/>
                <a:gd name="connsiteX4" fmla="*/ 79058 w 79057"/>
                <a:gd name="connsiteY4" fmla="*/ 38100 h 385762"/>
                <a:gd name="connsiteX5" fmla="*/ 70485 w 79057"/>
                <a:gd name="connsiteY5" fmla="*/ 385763 h 385762"/>
                <a:gd name="connsiteX6" fmla="*/ 8572 w 79057"/>
                <a:gd name="connsiteY6" fmla="*/ 385763 h 385762"/>
                <a:gd name="connsiteX7" fmla="*/ 8572 w 79057"/>
                <a:gd name="connsiteY7" fmla="*/ 119063 h 385762"/>
                <a:gd name="connsiteX8" fmla="*/ 70485 w 79057"/>
                <a:gd name="connsiteY8" fmla="*/ 119063 h 385762"/>
                <a:gd name="connsiteX9" fmla="*/ 70485 w 79057"/>
                <a:gd name="connsiteY9" fmla="*/ 385763 h 385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5762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5763"/>
                  </a:moveTo>
                  <a:lnTo>
                    <a:pt x="8572" y="385763"/>
                  </a:lnTo>
                  <a:lnTo>
                    <a:pt x="8572" y="119063"/>
                  </a:lnTo>
                  <a:lnTo>
                    <a:pt x="70485" y="119063"/>
                  </a:lnTo>
                  <a:lnTo>
                    <a:pt x="70485" y="385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8" name="Freihandform: Form 157">
              <a:extLst>
                <a:ext uri="{FF2B5EF4-FFF2-40B4-BE49-F238E27FC236}">
                  <a16:creationId xmlns:a16="http://schemas.microsoft.com/office/drawing/2014/main" id="{379A8BCB-276B-48DE-8727-8FFE47B56DBA}"/>
                </a:ext>
              </a:extLst>
            </p:cNvPr>
            <p:cNvSpPr/>
            <p:nvPr/>
          </p:nvSpPr>
          <p:spPr>
            <a:xfrm>
              <a:off x="3671887" y="2640329"/>
              <a:ext cx="224790" cy="280034"/>
            </a:xfrm>
            <a:custGeom>
              <a:avLst/>
              <a:gdLst>
                <a:gd name="connsiteX0" fmla="*/ 222885 w 224790"/>
                <a:gd name="connsiteY0" fmla="*/ 237172 h 280034"/>
                <a:gd name="connsiteX1" fmla="*/ 127635 w 224790"/>
                <a:gd name="connsiteY1" fmla="*/ 280035 h 280034"/>
                <a:gd name="connsiteX2" fmla="*/ 0 w 224790"/>
                <a:gd name="connsiteY2" fmla="*/ 140970 h 280034"/>
                <a:gd name="connsiteX3" fmla="*/ 128588 w 224790"/>
                <a:gd name="connsiteY3" fmla="*/ 0 h 280034"/>
                <a:gd name="connsiteX4" fmla="*/ 224790 w 224790"/>
                <a:gd name="connsiteY4" fmla="*/ 45720 h 280034"/>
                <a:gd name="connsiteX5" fmla="*/ 181928 w 224790"/>
                <a:gd name="connsiteY5" fmla="*/ 86678 h 280034"/>
                <a:gd name="connsiteX6" fmla="*/ 128588 w 224790"/>
                <a:gd name="connsiteY6" fmla="*/ 57150 h 280034"/>
                <a:gd name="connsiteX7" fmla="*/ 62865 w 224790"/>
                <a:gd name="connsiteY7" fmla="*/ 140018 h 280034"/>
                <a:gd name="connsiteX8" fmla="*/ 128588 w 224790"/>
                <a:gd name="connsiteY8" fmla="*/ 222885 h 280034"/>
                <a:gd name="connsiteX9" fmla="*/ 183833 w 224790"/>
                <a:gd name="connsiteY9" fmla="*/ 193358 h 280034"/>
                <a:gd name="connsiteX10" fmla="*/ 222885 w 224790"/>
                <a:gd name="connsiteY10" fmla="*/ 237172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4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9" name="Freihandform: Form 158">
              <a:extLst>
                <a:ext uri="{FF2B5EF4-FFF2-40B4-BE49-F238E27FC236}">
                  <a16:creationId xmlns:a16="http://schemas.microsoft.com/office/drawing/2014/main" id="{A55528D5-0046-4FF1-9B16-39F1FE9700AA}"/>
                </a:ext>
              </a:extLst>
            </p:cNvPr>
            <p:cNvSpPr/>
            <p:nvPr/>
          </p:nvSpPr>
          <p:spPr>
            <a:xfrm>
              <a:off x="3950016" y="2524124"/>
              <a:ext cx="228600" cy="391477"/>
            </a:xfrm>
            <a:custGeom>
              <a:avLst/>
              <a:gdLst>
                <a:gd name="connsiteX0" fmla="*/ 228600 w 228600"/>
                <a:gd name="connsiteY0" fmla="*/ 390525 h 391477"/>
                <a:gd name="connsiteX1" fmla="*/ 166688 w 228600"/>
                <a:gd name="connsiteY1" fmla="*/ 390525 h 391477"/>
                <a:gd name="connsiteX2" fmla="*/ 166688 w 228600"/>
                <a:gd name="connsiteY2" fmla="*/ 238125 h 391477"/>
                <a:gd name="connsiteX3" fmla="*/ 117158 w 228600"/>
                <a:gd name="connsiteY3" fmla="*/ 173355 h 391477"/>
                <a:gd name="connsiteX4" fmla="*/ 61913 w 228600"/>
                <a:gd name="connsiteY4" fmla="*/ 238125 h 391477"/>
                <a:gd name="connsiteX5" fmla="*/ 61913 w 228600"/>
                <a:gd name="connsiteY5" fmla="*/ 391478 h 391477"/>
                <a:gd name="connsiteX6" fmla="*/ 0 w 228600"/>
                <a:gd name="connsiteY6" fmla="*/ 391478 h 391477"/>
                <a:gd name="connsiteX7" fmla="*/ 0 w 228600"/>
                <a:gd name="connsiteY7" fmla="*/ 16193 h 391477"/>
                <a:gd name="connsiteX8" fmla="*/ 61913 w 228600"/>
                <a:gd name="connsiteY8" fmla="*/ 0 h 391477"/>
                <a:gd name="connsiteX9" fmla="*/ 61913 w 228600"/>
                <a:gd name="connsiteY9" fmla="*/ 155258 h 391477"/>
                <a:gd name="connsiteX10" fmla="*/ 62865 w 228600"/>
                <a:gd name="connsiteY10" fmla="*/ 155258 h 391477"/>
                <a:gd name="connsiteX11" fmla="*/ 140970 w 228600"/>
                <a:gd name="connsiteY11" fmla="*/ 116205 h 391477"/>
                <a:gd name="connsiteX12" fmla="*/ 228600 w 228600"/>
                <a:gd name="connsiteY12" fmla="*/ 223838 h 391477"/>
                <a:gd name="connsiteX13" fmla="*/ 228600 w 228600"/>
                <a:gd name="connsiteY13" fmla="*/ 390525 h 391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91477">
                  <a:moveTo>
                    <a:pt x="228600" y="390525"/>
                  </a:moveTo>
                  <a:lnTo>
                    <a:pt x="166688" y="390525"/>
                  </a:lnTo>
                  <a:lnTo>
                    <a:pt x="166688" y="238125"/>
                  </a:lnTo>
                  <a:cubicBezTo>
                    <a:pt x="166688" y="199073"/>
                    <a:pt x="154305" y="173355"/>
                    <a:pt x="117158" y="173355"/>
                  </a:cubicBezTo>
                  <a:cubicBezTo>
                    <a:pt x="74295" y="173355"/>
                    <a:pt x="61913" y="207645"/>
                    <a:pt x="61913" y="238125"/>
                  </a:cubicBezTo>
                  <a:lnTo>
                    <a:pt x="61913" y="391478"/>
                  </a:lnTo>
                  <a:lnTo>
                    <a:pt x="0" y="391478"/>
                  </a:lnTo>
                  <a:lnTo>
                    <a:pt x="0" y="16193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9052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0" name="Freihandform: Form 159">
              <a:extLst>
                <a:ext uri="{FF2B5EF4-FFF2-40B4-BE49-F238E27FC236}">
                  <a16:creationId xmlns:a16="http://schemas.microsoft.com/office/drawing/2014/main" id="{74277C29-BB8B-49A5-95E2-39DD1E8C3296}"/>
                </a:ext>
              </a:extLst>
            </p:cNvPr>
            <p:cNvSpPr/>
            <p:nvPr/>
          </p:nvSpPr>
          <p:spPr>
            <a:xfrm>
              <a:off x="4251006" y="2721291"/>
              <a:ext cx="130492" cy="59055"/>
            </a:xfrm>
            <a:custGeom>
              <a:avLst/>
              <a:gdLst>
                <a:gd name="connsiteX0" fmla="*/ 130493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3 w 130492"/>
                <a:gd name="connsiteY3" fmla="*/ 0 h 59055"/>
                <a:gd name="connsiteX4" fmla="*/ 130493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1" name="Freihandform: Form 160">
              <a:extLst>
                <a:ext uri="{FF2B5EF4-FFF2-40B4-BE49-F238E27FC236}">
                  <a16:creationId xmlns:a16="http://schemas.microsoft.com/office/drawing/2014/main" id="{759A52F0-C4D1-4FDA-BD54-BE8E53644C3F}"/>
                </a:ext>
              </a:extLst>
            </p:cNvPr>
            <p:cNvSpPr/>
            <p:nvPr/>
          </p:nvSpPr>
          <p:spPr>
            <a:xfrm>
              <a:off x="4413884" y="2545079"/>
              <a:ext cx="343852" cy="368617"/>
            </a:xfrm>
            <a:custGeom>
              <a:avLst/>
              <a:gdLst>
                <a:gd name="connsiteX0" fmla="*/ 137160 w 343852"/>
                <a:gd name="connsiteY0" fmla="*/ 0 h 368617"/>
                <a:gd name="connsiteX1" fmla="*/ 206693 w 343852"/>
                <a:gd name="connsiteY1" fmla="*/ 0 h 368617"/>
                <a:gd name="connsiteX2" fmla="*/ 343853 w 343852"/>
                <a:gd name="connsiteY2" fmla="*/ 368618 h 368617"/>
                <a:gd name="connsiteX3" fmla="*/ 272415 w 343852"/>
                <a:gd name="connsiteY3" fmla="*/ 368618 h 368617"/>
                <a:gd name="connsiteX4" fmla="*/ 245745 w 343852"/>
                <a:gd name="connsiteY4" fmla="*/ 290512 h 368617"/>
                <a:gd name="connsiteX5" fmla="*/ 96203 w 343852"/>
                <a:gd name="connsiteY5" fmla="*/ 290512 h 368617"/>
                <a:gd name="connsiteX6" fmla="*/ 69533 w 343852"/>
                <a:gd name="connsiteY6" fmla="*/ 368618 h 368617"/>
                <a:gd name="connsiteX7" fmla="*/ 0 w 343852"/>
                <a:gd name="connsiteY7" fmla="*/ 368618 h 368617"/>
                <a:gd name="connsiteX8" fmla="*/ 137160 w 343852"/>
                <a:gd name="connsiteY8" fmla="*/ 0 h 368617"/>
                <a:gd name="connsiteX9" fmla="*/ 116205 w 343852"/>
                <a:gd name="connsiteY9" fmla="*/ 231458 h 368617"/>
                <a:gd name="connsiteX10" fmla="*/ 223838 w 343852"/>
                <a:gd name="connsiteY10" fmla="*/ 231458 h 368617"/>
                <a:gd name="connsiteX11" fmla="*/ 170497 w 343852"/>
                <a:gd name="connsiteY11" fmla="*/ 75247 h 368617"/>
                <a:gd name="connsiteX12" fmla="*/ 169545 w 343852"/>
                <a:gd name="connsiteY12" fmla="*/ 75247 h 368617"/>
                <a:gd name="connsiteX13" fmla="*/ 116205 w 343852"/>
                <a:gd name="connsiteY13" fmla="*/ 231458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3852" h="368617">
                  <a:moveTo>
                    <a:pt x="137160" y="0"/>
                  </a:moveTo>
                  <a:lnTo>
                    <a:pt x="206693" y="0"/>
                  </a:lnTo>
                  <a:lnTo>
                    <a:pt x="343853" y="368618"/>
                  </a:lnTo>
                  <a:lnTo>
                    <a:pt x="272415" y="368618"/>
                  </a:lnTo>
                  <a:lnTo>
                    <a:pt x="245745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7160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7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2" name="Freihandform: Form 161">
              <a:extLst>
                <a:ext uri="{FF2B5EF4-FFF2-40B4-BE49-F238E27FC236}">
                  <a16:creationId xmlns:a16="http://schemas.microsoft.com/office/drawing/2014/main" id="{CC342AEC-6092-465A-AF0C-445D72382700}"/>
                </a:ext>
              </a:extLst>
            </p:cNvPr>
            <p:cNvSpPr/>
            <p:nvPr/>
          </p:nvSpPr>
          <p:spPr>
            <a:xfrm>
              <a:off x="4812029" y="2525076"/>
              <a:ext cx="61912" cy="389572"/>
            </a:xfrm>
            <a:custGeom>
              <a:avLst/>
              <a:gdLst>
                <a:gd name="connsiteX0" fmla="*/ 61913 w 61912"/>
                <a:gd name="connsiteY0" fmla="*/ 389573 h 389572"/>
                <a:gd name="connsiteX1" fmla="*/ 0 w 61912"/>
                <a:gd name="connsiteY1" fmla="*/ 389573 h 389572"/>
                <a:gd name="connsiteX2" fmla="*/ 0 w 61912"/>
                <a:gd name="connsiteY2" fmla="*/ 14288 h 389572"/>
                <a:gd name="connsiteX3" fmla="*/ 61913 w 61912"/>
                <a:gd name="connsiteY3" fmla="*/ 0 h 389572"/>
                <a:gd name="connsiteX4" fmla="*/ 61913 w 61912"/>
                <a:gd name="connsiteY4" fmla="*/ 389573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9572">
                  <a:moveTo>
                    <a:pt x="61913" y="389573"/>
                  </a:moveTo>
                  <a:lnTo>
                    <a:pt x="0" y="389573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3" name="Freihandform: Form 162">
              <a:extLst>
                <a:ext uri="{FF2B5EF4-FFF2-40B4-BE49-F238E27FC236}">
                  <a16:creationId xmlns:a16="http://schemas.microsoft.com/office/drawing/2014/main" id="{9EDFEEFE-C724-49DC-AE55-7A6CECC836C8}"/>
                </a:ext>
              </a:extLst>
            </p:cNvPr>
            <p:cNvSpPr/>
            <p:nvPr/>
          </p:nvSpPr>
          <p:spPr>
            <a:xfrm>
              <a:off x="4941569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3818 w 242887"/>
                <a:gd name="connsiteY5" fmla="*/ 160972 h 279082"/>
                <a:gd name="connsiteX6" fmla="*/ 133350 w 242887"/>
                <a:gd name="connsiteY6" fmla="*/ 225743 h 279082"/>
                <a:gd name="connsiteX7" fmla="*/ 199073 w 242887"/>
                <a:gd name="connsiteY7" fmla="*/ 194310 h 279082"/>
                <a:gd name="connsiteX8" fmla="*/ 238125 w 242887"/>
                <a:gd name="connsiteY8" fmla="*/ 235268 h 279082"/>
                <a:gd name="connsiteX9" fmla="*/ 132398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3818" y="160972"/>
                  </a:lnTo>
                  <a:cubicBezTo>
                    <a:pt x="70485" y="201930"/>
                    <a:pt x="95250" y="225743"/>
                    <a:pt x="133350" y="225743"/>
                  </a:cubicBezTo>
                  <a:cubicBezTo>
                    <a:pt x="158115" y="225743"/>
                    <a:pt x="178118" y="216218"/>
                    <a:pt x="199073" y="194310"/>
                  </a:cubicBezTo>
                  <a:lnTo>
                    <a:pt x="238125" y="235268"/>
                  </a:lnTo>
                  <a:cubicBezTo>
                    <a:pt x="206693" y="264795"/>
                    <a:pt x="172403" y="279083"/>
                    <a:pt x="132398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3" y="74295"/>
                    <a:pt x="159068" y="50482"/>
                    <a:pt x="123825" y="50482"/>
                  </a:cubicBezTo>
                  <a:cubicBezTo>
                    <a:pt x="89535" y="50482"/>
                    <a:pt x="67628" y="74295"/>
                    <a:pt x="61913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4" name="Freihandform: Form 163">
              <a:extLst>
                <a:ext uri="{FF2B5EF4-FFF2-40B4-BE49-F238E27FC236}">
                  <a16:creationId xmlns:a16="http://schemas.microsoft.com/office/drawing/2014/main" id="{2D40B74F-6838-4A8C-B1AE-BAA26E839892}"/>
                </a:ext>
              </a:extLst>
            </p:cNvPr>
            <p:cNvSpPr/>
            <p:nvPr/>
          </p:nvSpPr>
          <p:spPr>
            <a:xfrm>
              <a:off x="5217794" y="2647949"/>
              <a:ext cx="255270" cy="266700"/>
            </a:xfrm>
            <a:custGeom>
              <a:avLst/>
              <a:gdLst>
                <a:gd name="connsiteX0" fmla="*/ 255270 w 255270"/>
                <a:gd name="connsiteY0" fmla="*/ 266700 h 266700"/>
                <a:gd name="connsiteX1" fmla="*/ 183833 w 255270"/>
                <a:gd name="connsiteY1" fmla="*/ 266700 h 266700"/>
                <a:gd name="connsiteX2" fmla="*/ 126683 w 255270"/>
                <a:gd name="connsiteY2" fmla="*/ 174308 h 266700"/>
                <a:gd name="connsiteX3" fmla="*/ 125730 w 255270"/>
                <a:gd name="connsiteY3" fmla="*/ 174308 h 266700"/>
                <a:gd name="connsiteX4" fmla="*/ 70485 w 255270"/>
                <a:gd name="connsiteY4" fmla="*/ 266700 h 266700"/>
                <a:gd name="connsiteX5" fmla="*/ 0 w 255270"/>
                <a:gd name="connsiteY5" fmla="*/ 266700 h 266700"/>
                <a:gd name="connsiteX6" fmla="*/ 91440 w 255270"/>
                <a:gd name="connsiteY6" fmla="*/ 128588 h 266700"/>
                <a:gd name="connsiteX7" fmla="*/ 6668 w 255270"/>
                <a:gd name="connsiteY7" fmla="*/ 0 h 266700"/>
                <a:gd name="connsiteX8" fmla="*/ 77153 w 255270"/>
                <a:gd name="connsiteY8" fmla="*/ 0 h 266700"/>
                <a:gd name="connsiteX9" fmla="*/ 127635 w 255270"/>
                <a:gd name="connsiteY9" fmla="*/ 81915 h 266700"/>
                <a:gd name="connsiteX10" fmla="*/ 128588 w 255270"/>
                <a:gd name="connsiteY10" fmla="*/ 81915 h 266700"/>
                <a:gd name="connsiteX11" fmla="*/ 178118 w 255270"/>
                <a:gd name="connsiteY11" fmla="*/ 0 h 266700"/>
                <a:gd name="connsiteX12" fmla="*/ 247650 w 255270"/>
                <a:gd name="connsiteY12" fmla="*/ 0 h 266700"/>
                <a:gd name="connsiteX13" fmla="*/ 163830 w 255270"/>
                <a:gd name="connsiteY13" fmla="*/ 127635 h 266700"/>
                <a:gd name="connsiteX14" fmla="*/ 255270 w 255270"/>
                <a:gd name="connsiteY14" fmla="*/ 26670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5270" h="266700">
                  <a:moveTo>
                    <a:pt x="255270" y="266700"/>
                  </a:moveTo>
                  <a:lnTo>
                    <a:pt x="183833" y="266700"/>
                  </a:lnTo>
                  <a:lnTo>
                    <a:pt x="126683" y="174308"/>
                  </a:lnTo>
                  <a:lnTo>
                    <a:pt x="125730" y="174308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8" y="0"/>
                  </a:lnTo>
                  <a:lnTo>
                    <a:pt x="77153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8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6" name="Freihandform: Form 165">
              <a:extLst>
                <a:ext uri="{FF2B5EF4-FFF2-40B4-BE49-F238E27FC236}">
                  <a16:creationId xmlns:a16="http://schemas.microsoft.com/office/drawing/2014/main" id="{6EFE6BDB-32E1-45FD-9979-18D01839B431}"/>
                </a:ext>
              </a:extLst>
            </p:cNvPr>
            <p:cNvSpPr/>
            <p:nvPr/>
          </p:nvSpPr>
          <p:spPr>
            <a:xfrm>
              <a:off x="5506402" y="2641281"/>
              <a:ext cx="225742" cy="279082"/>
            </a:xfrm>
            <a:custGeom>
              <a:avLst/>
              <a:gdLst>
                <a:gd name="connsiteX0" fmla="*/ 114300 w 225742"/>
                <a:gd name="connsiteY0" fmla="*/ 107632 h 279082"/>
                <a:gd name="connsiteX1" fmla="*/ 164782 w 225742"/>
                <a:gd name="connsiteY1" fmla="*/ 113347 h 279082"/>
                <a:gd name="connsiteX2" fmla="*/ 164782 w 225742"/>
                <a:gd name="connsiteY2" fmla="*/ 103822 h 279082"/>
                <a:gd name="connsiteX3" fmla="*/ 105728 w 225742"/>
                <a:gd name="connsiteY3" fmla="*/ 52388 h 279082"/>
                <a:gd name="connsiteX4" fmla="*/ 38100 w 225742"/>
                <a:gd name="connsiteY4" fmla="*/ 67628 h 279082"/>
                <a:gd name="connsiteX5" fmla="*/ 24765 w 225742"/>
                <a:gd name="connsiteY5" fmla="*/ 15240 h 279082"/>
                <a:gd name="connsiteX6" fmla="*/ 112395 w 225742"/>
                <a:gd name="connsiteY6" fmla="*/ 0 h 279082"/>
                <a:gd name="connsiteX7" fmla="*/ 225742 w 225742"/>
                <a:gd name="connsiteY7" fmla="*/ 102870 h 279082"/>
                <a:gd name="connsiteX8" fmla="*/ 225742 w 225742"/>
                <a:gd name="connsiteY8" fmla="*/ 273368 h 279082"/>
                <a:gd name="connsiteX9" fmla="*/ 166688 w 225742"/>
                <a:gd name="connsiteY9" fmla="*/ 273368 h 279082"/>
                <a:gd name="connsiteX10" fmla="*/ 166688 w 225742"/>
                <a:gd name="connsiteY10" fmla="*/ 244793 h 279082"/>
                <a:gd name="connsiteX11" fmla="*/ 165735 w 225742"/>
                <a:gd name="connsiteY11" fmla="*/ 244793 h 279082"/>
                <a:gd name="connsiteX12" fmla="*/ 87630 w 225742"/>
                <a:gd name="connsiteY12" fmla="*/ 279083 h 279082"/>
                <a:gd name="connsiteX13" fmla="*/ 0 w 225742"/>
                <a:gd name="connsiteY13" fmla="*/ 194310 h 279082"/>
                <a:gd name="connsiteX14" fmla="*/ 114300 w 225742"/>
                <a:gd name="connsiteY14" fmla="*/ 107632 h 279082"/>
                <a:gd name="connsiteX15" fmla="*/ 103822 w 225742"/>
                <a:gd name="connsiteY15" fmla="*/ 232410 h 279082"/>
                <a:gd name="connsiteX16" fmla="*/ 164782 w 225742"/>
                <a:gd name="connsiteY16" fmla="*/ 200025 h 279082"/>
                <a:gd name="connsiteX17" fmla="*/ 164782 w 225742"/>
                <a:gd name="connsiteY17" fmla="*/ 154305 h 279082"/>
                <a:gd name="connsiteX18" fmla="*/ 120967 w 225742"/>
                <a:gd name="connsiteY18" fmla="*/ 149543 h 279082"/>
                <a:gd name="connsiteX19" fmla="*/ 59055 w 225742"/>
                <a:gd name="connsiteY19" fmla="*/ 193358 h 279082"/>
                <a:gd name="connsiteX20" fmla="*/ 103822 w 225742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42" h="279082">
                  <a:moveTo>
                    <a:pt x="114300" y="107632"/>
                  </a:moveTo>
                  <a:cubicBezTo>
                    <a:pt x="131445" y="107632"/>
                    <a:pt x="147638" y="108585"/>
                    <a:pt x="164782" y="113347"/>
                  </a:cubicBezTo>
                  <a:lnTo>
                    <a:pt x="164782" y="103822"/>
                  </a:lnTo>
                  <a:cubicBezTo>
                    <a:pt x="164782" y="69532"/>
                    <a:pt x="144780" y="52388"/>
                    <a:pt x="105728" y="52388"/>
                  </a:cubicBezTo>
                  <a:cubicBezTo>
                    <a:pt x="83820" y="52388"/>
                    <a:pt x="60007" y="57150"/>
                    <a:pt x="38100" y="67628"/>
                  </a:cubicBezTo>
                  <a:lnTo>
                    <a:pt x="24765" y="15240"/>
                  </a:lnTo>
                  <a:cubicBezTo>
                    <a:pt x="49530" y="5715"/>
                    <a:pt x="81915" y="0"/>
                    <a:pt x="112395" y="0"/>
                  </a:cubicBezTo>
                  <a:cubicBezTo>
                    <a:pt x="187642" y="0"/>
                    <a:pt x="225742" y="35243"/>
                    <a:pt x="225742" y="102870"/>
                  </a:cubicBezTo>
                  <a:lnTo>
                    <a:pt x="225742" y="273368"/>
                  </a:lnTo>
                  <a:lnTo>
                    <a:pt x="166688" y="273368"/>
                  </a:lnTo>
                  <a:lnTo>
                    <a:pt x="166688" y="244793"/>
                  </a:lnTo>
                  <a:lnTo>
                    <a:pt x="165735" y="244793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2"/>
                    <a:pt x="114300" y="107632"/>
                  </a:cubicBezTo>
                  <a:close/>
                  <a:moveTo>
                    <a:pt x="103822" y="232410"/>
                  </a:moveTo>
                  <a:cubicBezTo>
                    <a:pt x="126682" y="232410"/>
                    <a:pt x="147638" y="220980"/>
                    <a:pt x="164782" y="200025"/>
                  </a:cubicBezTo>
                  <a:lnTo>
                    <a:pt x="164782" y="154305"/>
                  </a:lnTo>
                  <a:cubicBezTo>
                    <a:pt x="150495" y="150495"/>
                    <a:pt x="135255" y="149543"/>
                    <a:pt x="120967" y="149543"/>
                  </a:cubicBezTo>
                  <a:cubicBezTo>
                    <a:pt x="81915" y="149543"/>
                    <a:pt x="59055" y="164783"/>
                    <a:pt x="59055" y="193358"/>
                  </a:cubicBezTo>
                  <a:cubicBezTo>
                    <a:pt x="59055" y="217170"/>
                    <a:pt x="76200" y="232410"/>
                    <a:pt x="103822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7" name="Freihandform: Form 166">
              <a:extLst>
                <a:ext uri="{FF2B5EF4-FFF2-40B4-BE49-F238E27FC236}">
                  <a16:creationId xmlns:a16="http://schemas.microsoft.com/office/drawing/2014/main" id="{5C94FABB-C1B7-47AC-B5FA-ED08372AD0B7}"/>
                </a:ext>
              </a:extLst>
            </p:cNvPr>
            <p:cNvSpPr/>
            <p:nvPr/>
          </p:nvSpPr>
          <p:spPr>
            <a:xfrm>
              <a:off x="5812154" y="2642234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7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2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9" name="Freihandform: Form 168">
              <a:extLst>
                <a:ext uri="{FF2B5EF4-FFF2-40B4-BE49-F238E27FC236}">
                  <a16:creationId xmlns:a16="http://schemas.microsoft.com/office/drawing/2014/main" id="{1FF9302D-5100-41CD-9A94-BB9A327F043F}"/>
                </a:ext>
              </a:extLst>
            </p:cNvPr>
            <p:cNvSpPr/>
            <p:nvPr/>
          </p:nvSpPr>
          <p:spPr>
            <a:xfrm>
              <a:off x="6106477" y="2524124"/>
              <a:ext cx="248602" cy="396239"/>
            </a:xfrm>
            <a:custGeom>
              <a:avLst/>
              <a:gdLst>
                <a:gd name="connsiteX0" fmla="*/ 0 w 248602"/>
                <a:gd name="connsiteY0" fmla="*/ 256223 h 396239"/>
                <a:gd name="connsiteX1" fmla="*/ 108585 w 248602"/>
                <a:gd name="connsiteY1" fmla="*/ 117157 h 396239"/>
                <a:gd name="connsiteX2" fmla="*/ 185738 w 248602"/>
                <a:gd name="connsiteY2" fmla="*/ 153352 h 396239"/>
                <a:gd name="connsiteX3" fmla="*/ 186690 w 248602"/>
                <a:gd name="connsiteY3" fmla="*/ 153352 h 396239"/>
                <a:gd name="connsiteX4" fmla="*/ 186690 w 248602"/>
                <a:gd name="connsiteY4" fmla="*/ 16193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2 w 248602"/>
                <a:gd name="connsiteY7" fmla="*/ 389573 h 396239"/>
                <a:gd name="connsiteX8" fmla="*/ 187642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6223 h 396239"/>
                <a:gd name="connsiteX12" fmla="*/ 61913 w 248602"/>
                <a:gd name="connsiteY12" fmla="*/ 256223 h 396239"/>
                <a:gd name="connsiteX13" fmla="*/ 123825 w 248602"/>
                <a:gd name="connsiteY13" fmla="*/ 341948 h 396239"/>
                <a:gd name="connsiteX14" fmla="*/ 187642 w 248602"/>
                <a:gd name="connsiteY14" fmla="*/ 306705 h 396239"/>
                <a:gd name="connsiteX15" fmla="*/ 187642 w 248602"/>
                <a:gd name="connsiteY15" fmla="*/ 208598 h 396239"/>
                <a:gd name="connsiteX16" fmla="*/ 123825 w 248602"/>
                <a:gd name="connsiteY16" fmla="*/ 173355 h 396239"/>
                <a:gd name="connsiteX17" fmla="*/ 61913 w 248602"/>
                <a:gd name="connsiteY17" fmla="*/ 256223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6223"/>
                  </a:moveTo>
                  <a:cubicBezTo>
                    <a:pt x="0" y="170498"/>
                    <a:pt x="43815" y="117157"/>
                    <a:pt x="108585" y="117157"/>
                  </a:cubicBezTo>
                  <a:cubicBezTo>
                    <a:pt x="141922" y="117157"/>
                    <a:pt x="168592" y="131445"/>
                    <a:pt x="185738" y="153352"/>
                  </a:cubicBezTo>
                  <a:lnTo>
                    <a:pt x="186690" y="153352"/>
                  </a:lnTo>
                  <a:lnTo>
                    <a:pt x="186690" y="16193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6240"/>
                    <a:pt x="0" y="341948"/>
                    <a:pt x="0" y="256223"/>
                  </a:cubicBezTo>
                  <a:close/>
                  <a:moveTo>
                    <a:pt x="61913" y="256223"/>
                  </a:moveTo>
                  <a:cubicBezTo>
                    <a:pt x="61913" y="310515"/>
                    <a:pt x="84772" y="341948"/>
                    <a:pt x="123825" y="341948"/>
                  </a:cubicBezTo>
                  <a:cubicBezTo>
                    <a:pt x="147638" y="341948"/>
                    <a:pt x="167640" y="330517"/>
                    <a:pt x="187642" y="306705"/>
                  </a:cubicBezTo>
                  <a:lnTo>
                    <a:pt x="187642" y="208598"/>
                  </a:lnTo>
                  <a:cubicBezTo>
                    <a:pt x="169545" y="184785"/>
                    <a:pt x="149542" y="173355"/>
                    <a:pt x="123825" y="173355"/>
                  </a:cubicBezTo>
                  <a:cubicBezTo>
                    <a:pt x="83820" y="173355"/>
                    <a:pt x="61913" y="202883"/>
                    <a:pt x="61913" y="2562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0" name="Freihandform: Form 169">
              <a:extLst>
                <a:ext uri="{FF2B5EF4-FFF2-40B4-BE49-F238E27FC236}">
                  <a16:creationId xmlns:a16="http://schemas.microsoft.com/office/drawing/2014/main" id="{A61693B6-769C-484A-AF3B-52D595710058}"/>
                </a:ext>
              </a:extLst>
            </p:cNvPr>
            <p:cNvSpPr/>
            <p:nvPr/>
          </p:nvSpPr>
          <p:spPr>
            <a:xfrm>
              <a:off x="642365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3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8" y="50482"/>
                    <a:pt x="123825" y="50482"/>
                  </a:cubicBezTo>
                  <a:cubicBezTo>
                    <a:pt x="89535" y="50482"/>
                    <a:pt x="67628" y="74295"/>
                    <a:pt x="61913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1" name="Freihandform: Form 170">
              <a:extLst>
                <a:ext uri="{FF2B5EF4-FFF2-40B4-BE49-F238E27FC236}">
                  <a16:creationId xmlns:a16="http://schemas.microsoft.com/office/drawing/2014/main" id="{00650D62-B6A8-41BD-A957-E488D5B8C256}"/>
                </a:ext>
              </a:extLst>
            </p:cNvPr>
            <p:cNvSpPr/>
            <p:nvPr/>
          </p:nvSpPr>
          <p:spPr>
            <a:xfrm>
              <a:off x="6737031" y="2641039"/>
              <a:ext cx="160019" cy="272657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39065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2" name="Freihandform: Form 171">
              <a:extLst>
                <a:ext uri="{FF2B5EF4-FFF2-40B4-BE49-F238E27FC236}">
                  <a16:creationId xmlns:a16="http://schemas.microsoft.com/office/drawing/2014/main" id="{83D60748-9F3D-48CB-B7CE-1BC2FFB4FD82}"/>
                </a:ext>
              </a:extLst>
            </p:cNvPr>
            <p:cNvSpPr/>
            <p:nvPr/>
          </p:nvSpPr>
          <p:spPr>
            <a:xfrm>
              <a:off x="6936104" y="2721291"/>
              <a:ext cx="130492" cy="59055"/>
            </a:xfrm>
            <a:custGeom>
              <a:avLst/>
              <a:gdLst>
                <a:gd name="connsiteX0" fmla="*/ 130493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3 w 130492"/>
                <a:gd name="connsiteY3" fmla="*/ 0 h 59055"/>
                <a:gd name="connsiteX4" fmla="*/ 130493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3" name="Freihandform: Form 172">
              <a:extLst>
                <a:ext uri="{FF2B5EF4-FFF2-40B4-BE49-F238E27FC236}">
                  <a16:creationId xmlns:a16="http://schemas.microsoft.com/office/drawing/2014/main" id="{41A547D1-B041-4771-A00B-E50A5006049F}"/>
                </a:ext>
              </a:extLst>
            </p:cNvPr>
            <p:cNvSpPr/>
            <p:nvPr/>
          </p:nvSpPr>
          <p:spPr>
            <a:xfrm>
              <a:off x="7145654" y="2545079"/>
              <a:ext cx="288607" cy="375284"/>
            </a:xfrm>
            <a:custGeom>
              <a:avLst/>
              <a:gdLst>
                <a:gd name="connsiteX0" fmla="*/ 288607 w 288607"/>
                <a:gd name="connsiteY0" fmla="*/ 222885 h 375284"/>
                <a:gd name="connsiteX1" fmla="*/ 143827 w 288607"/>
                <a:gd name="connsiteY1" fmla="*/ 375285 h 375284"/>
                <a:gd name="connsiteX2" fmla="*/ 0 w 288607"/>
                <a:gd name="connsiteY2" fmla="*/ 222885 h 375284"/>
                <a:gd name="connsiteX3" fmla="*/ 0 w 288607"/>
                <a:gd name="connsiteY3" fmla="*/ 0 h 375284"/>
                <a:gd name="connsiteX4" fmla="*/ 66675 w 288607"/>
                <a:gd name="connsiteY4" fmla="*/ 0 h 375284"/>
                <a:gd name="connsiteX5" fmla="*/ 66675 w 288607"/>
                <a:gd name="connsiteY5" fmla="*/ 219075 h 375284"/>
                <a:gd name="connsiteX6" fmla="*/ 144780 w 288607"/>
                <a:gd name="connsiteY6" fmla="*/ 312420 h 375284"/>
                <a:gd name="connsiteX7" fmla="*/ 220980 w 288607"/>
                <a:gd name="connsiteY7" fmla="*/ 219075 h 375284"/>
                <a:gd name="connsiteX8" fmla="*/ 220980 w 288607"/>
                <a:gd name="connsiteY8" fmla="*/ 0 h 375284"/>
                <a:gd name="connsiteX9" fmla="*/ 287655 w 288607"/>
                <a:gd name="connsiteY9" fmla="*/ 0 h 375284"/>
                <a:gd name="connsiteX10" fmla="*/ 287655 w 288607"/>
                <a:gd name="connsiteY10" fmla="*/ 222885 h 375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88607" h="375284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2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4" name="Freihandform: Form 173">
              <a:extLst>
                <a:ext uri="{FF2B5EF4-FFF2-40B4-BE49-F238E27FC236}">
                  <a16:creationId xmlns:a16="http://schemas.microsoft.com/office/drawing/2014/main" id="{B477AD55-72FE-4E4A-92CF-09386353BBA2}"/>
                </a:ext>
              </a:extLst>
            </p:cNvPr>
            <p:cNvSpPr/>
            <p:nvPr/>
          </p:nvSpPr>
          <p:spPr>
            <a:xfrm>
              <a:off x="7517129" y="2642234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7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5" name="Freihandform: Form 174">
              <a:extLst>
                <a:ext uri="{FF2B5EF4-FFF2-40B4-BE49-F238E27FC236}">
                  <a16:creationId xmlns:a16="http://schemas.microsoft.com/office/drawing/2014/main" id="{E024DD0A-0FBB-4B47-ABC6-6E54E8031F66}"/>
                </a:ext>
              </a:extLst>
            </p:cNvPr>
            <p:cNvSpPr/>
            <p:nvPr/>
          </p:nvSpPr>
          <p:spPr>
            <a:xfrm>
              <a:off x="7816214" y="2528887"/>
              <a:ext cx="79057" cy="385762"/>
            </a:xfrm>
            <a:custGeom>
              <a:avLst/>
              <a:gdLst>
                <a:gd name="connsiteX0" fmla="*/ 79058 w 79057"/>
                <a:gd name="connsiteY0" fmla="*/ 38100 h 385762"/>
                <a:gd name="connsiteX1" fmla="*/ 39053 w 79057"/>
                <a:gd name="connsiteY1" fmla="*/ 76200 h 385762"/>
                <a:gd name="connsiteX2" fmla="*/ 0 w 79057"/>
                <a:gd name="connsiteY2" fmla="*/ 38100 h 385762"/>
                <a:gd name="connsiteX3" fmla="*/ 39053 w 79057"/>
                <a:gd name="connsiteY3" fmla="*/ 0 h 385762"/>
                <a:gd name="connsiteX4" fmla="*/ 79058 w 79057"/>
                <a:gd name="connsiteY4" fmla="*/ 38100 h 385762"/>
                <a:gd name="connsiteX5" fmla="*/ 70485 w 79057"/>
                <a:gd name="connsiteY5" fmla="*/ 385763 h 385762"/>
                <a:gd name="connsiteX6" fmla="*/ 8573 w 79057"/>
                <a:gd name="connsiteY6" fmla="*/ 385763 h 385762"/>
                <a:gd name="connsiteX7" fmla="*/ 8573 w 79057"/>
                <a:gd name="connsiteY7" fmla="*/ 119063 h 385762"/>
                <a:gd name="connsiteX8" fmla="*/ 70485 w 79057"/>
                <a:gd name="connsiteY8" fmla="*/ 119063 h 385762"/>
                <a:gd name="connsiteX9" fmla="*/ 70485 w 79057"/>
                <a:gd name="connsiteY9" fmla="*/ 385763 h 385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5762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5763"/>
                  </a:moveTo>
                  <a:lnTo>
                    <a:pt x="8573" y="385763"/>
                  </a:lnTo>
                  <a:lnTo>
                    <a:pt x="8573" y="119063"/>
                  </a:lnTo>
                  <a:lnTo>
                    <a:pt x="70485" y="119063"/>
                  </a:lnTo>
                  <a:lnTo>
                    <a:pt x="70485" y="385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6" name="Freihandform: Form 175">
              <a:extLst>
                <a:ext uri="{FF2B5EF4-FFF2-40B4-BE49-F238E27FC236}">
                  <a16:creationId xmlns:a16="http://schemas.microsoft.com/office/drawing/2014/main" id="{55F1AD1F-64BF-48B4-9755-282432ADFACC}"/>
                </a:ext>
              </a:extLst>
            </p:cNvPr>
            <p:cNvSpPr/>
            <p:nvPr/>
          </p:nvSpPr>
          <p:spPr>
            <a:xfrm>
              <a:off x="7940039" y="2647949"/>
              <a:ext cx="259080" cy="266700"/>
            </a:xfrm>
            <a:custGeom>
              <a:avLst/>
              <a:gdLst>
                <a:gd name="connsiteX0" fmla="*/ 259080 w 259080"/>
                <a:gd name="connsiteY0" fmla="*/ 0 h 266700"/>
                <a:gd name="connsiteX1" fmla="*/ 161925 w 259080"/>
                <a:gd name="connsiteY1" fmla="*/ 266700 h 266700"/>
                <a:gd name="connsiteX2" fmla="*/ 97155 w 259080"/>
                <a:gd name="connsiteY2" fmla="*/ 266700 h 266700"/>
                <a:gd name="connsiteX3" fmla="*/ 0 w 259080"/>
                <a:gd name="connsiteY3" fmla="*/ 0 h 266700"/>
                <a:gd name="connsiteX4" fmla="*/ 68580 w 259080"/>
                <a:gd name="connsiteY4" fmla="*/ 0 h 266700"/>
                <a:gd name="connsiteX5" fmla="*/ 129540 w 259080"/>
                <a:gd name="connsiteY5" fmla="*/ 193358 h 266700"/>
                <a:gd name="connsiteX6" fmla="*/ 130493 w 259080"/>
                <a:gd name="connsiteY6" fmla="*/ 193358 h 266700"/>
                <a:gd name="connsiteX7" fmla="*/ 191453 w 259080"/>
                <a:gd name="connsiteY7" fmla="*/ 0 h 266700"/>
                <a:gd name="connsiteX8" fmla="*/ 259080 w 259080"/>
                <a:gd name="connsiteY8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9080" h="266700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3" y="193358"/>
                  </a:lnTo>
                  <a:lnTo>
                    <a:pt x="191453" y="0"/>
                  </a:lnTo>
                  <a:lnTo>
                    <a:pt x="25908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7" name="Freihandform: Form 176">
              <a:extLst>
                <a:ext uri="{FF2B5EF4-FFF2-40B4-BE49-F238E27FC236}">
                  <a16:creationId xmlns:a16="http://schemas.microsoft.com/office/drawing/2014/main" id="{FDB4DDC7-6C61-4939-92CA-01D3FB477652}"/>
                </a:ext>
              </a:extLst>
            </p:cNvPr>
            <p:cNvSpPr/>
            <p:nvPr/>
          </p:nvSpPr>
          <p:spPr>
            <a:xfrm>
              <a:off x="8227694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3818 w 242887"/>
                <a:gd name="connsiteY5" fmla="*/ 160972 h 279082"/>
                <a:gd name="connsiteX6" fmla="*/ 133350 w 242887"/>
                <a:gd name="connsiteY6" fmla="*/ 225743 h 279082"/>
                <a:gd name="connsiteX7" fmla="*/ 199073 w 242887"/>
                <a:gd name="connsiteY7" fmla="*/ 194310 h 279082"/>
                <a:gd name="connsiteX8" fmla="*/ 238125 w 242887"/>
                <a:gd name="connsiteY8" fmla="*/ 235268 h 279082"/>
                <a:gd name="connsiteX9" fmla="*/ 132398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3818" y="160972"/>
                  </a:lnTo>
                  <a:cubicBezTo>
                    <a:pt x="70485" y="201930"/>
                    <a:pt x="95250" y="225743"/>
                    <a:pt x="133350" y="225743"/>
                  </a:cubicBezTo>
                  <a:cubicBezTo>
                    <a:pt x="158115" y="225743"/>
                    <a:pt x="178118" y="216218"/>
                    <a:pt x="199073" y="194310"/>
                  </a:cubicBezTo>
                  <a:lnTo>
                    <a:pt x="238125" y="235268"/>
                  </a:lnTo>
                  <a:cubicBezTo>
                    <a:pt x="206693" y="264795"/>
                    <a:pt x="172403" y="279083"/>
                    <a:pt x="132398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3" y="74295"/>
                    <a:pt x="159068" y="50482"/>
                    <a:pt x="123825" y="50482"/>
                  </a:cubicBezTo>
                  <a:cubicBezTo>
                    <a:pt x="89535" y="50482"/>
                    <a:pt x="67628" y="74295"/>
                    <a:pt x="61913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8" name="Freihandform: Form 177">
              <a:extLst>
                <a:ext uri="{FF2B5EF4-FFF2-40B4-BE49-F238E27FC236}">
                  <a16:creationId xmlns:a16="http://schemas.microsoft.com/office/drawing/2014/main" id="{60736FBD-FA52-4AE9-8827-E3DF4E4F7CF5}"/>
                </a:ext>
              </a:extLst>
            </p:cNvPr>
            <p:cNvSpPr/>
            <p:nvPr/>
          </p:nvSpPr>
          <p:spPr>
            <a:xfrm>
              <a:off x="8539162" y="2641039"/>
              <a:ext cx="161925" cy="272657"/>
            </a:xfrm>
            <a:custGeom>
              <a:avLst/>
              <a:gdLst>
                <a:gd name="connsiteX0" fmla="*/ 161925 w 161925"/>
                <a:gd name="connsiteY0" fmla="*/ 5005 h 272657"/>
                <a:gd name="connsiteX1" fmla="*/ 152400 w 161925"/>
                <a:gd name="connsiteY1" fmla="*/ 68823 h 272657"/>
                <a:gd name="connsiteX2" fmla="*/ 118110 w 161925"/>
                <a:gd name="connsiteY2" fmla="*/ 60250 h 272657"/>
                <a:gd name="connsiteX3" fmla="*/ 63818 w 161925"/>
                <a:gd name="connsiteY3" fmla="*/ 135498 h 272657"/>
                <a:gd name="connsiteX4" fmla="*/ 63818 w 161925"/>
                <a:gd name="connsiteY4" fmla="*/ 272658 h 272657"/>
                <a:gd name="connsiteX5" fmla="*/ 0 w 161925"/>
                <a:gd name="connsiteY5" fmla="*/ 272658 h 272657"/>
                <a:gd name="connsiteX6" fmla="*/ 0 w 161925"/>
                <a:gd name="connsiteY6" fmla="*/ 5958 h 272657"/>
                <a:gd name="connsiteX7" fmla="*/ 60960 w 161925"/>
                <a:gd name="connsiteY7" fmla="*/ 5958 h 272657"/>
                <a:gd name="connsiteX8" fmla="*/ 60960 w 161925"/>
                <a:gd name="connsiteY8" fmla="*/ 40248 h 272657"/>
                <a:gd name="connsiteX9" fmla="*/ 61913 w 161925"/>
                <a:gd name="connsiteY9" fmla="*/ 40248 h 272657"/>
                <a:gd name="connsiteX10" fmla="*/ 131445 w 161925"/>
                <a:gd name="connsiteY10" fmla="*/ 243 h 272657"/>
                <a:gd name="connsiteX11" fmla="*/ 161925 w 161925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1925" h="272657">
                  <a:moveTo>
                    <a:pt x="161925" y="5005"/>
                  </a:moveTo>
                  <a:lnTo>
                    <a:pt x="152400" y="68823"/>
                  </a:lnTo>
                  <a:cubicBezTo>
                    <a:pt x="142875" y="64060"/>
                    <a:pt x="131445" y="60250"/>
                    <a:pt x="118110" y="60250"/>
                  </a:cubicBezTo>
                  <a:cubicBezTo>
                    <a:pt x="75248" y="60250"/>
                    <a:pt x="63818" y="94540"/>
                    <a:pt x="63818" y="135498"/>
                  </a:cubicBezTo>
                  <a:lnTo>
                    <a:pt x="63818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970" y="-710"/>
                    <a:pt x="152400" y="1195"/>
                    <a:pt x="161925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9" name="Freihandform: Form 178">
              <a:extLst>
                <a:ext uri="{FF2B5EF4-FFF2-40B4-BE49-F238E27FC236}">
                  <a16:creationId xmlns:a16="http://schemas.microsoft.com/office/drawing/2014/main" id="{07BCB843-3BB9-46FF-B90F-800B2292D37A}"/>
                </a:ext>
              </a:extLst>
            </p:cNvPr>
            <p:cNvSpPr/>
            <p:nvPr/>
          </p:nvSpPr>
          <p:spPr>
            <a:xfrm>
              <a:off x="8729662" y="2640329"/>
              <a:ext cx="205739" cy="280034"/>
            </a:xfrm>
            <a:custGeom>
              <a:avLst/>
              <a:gdLst>
                <a:gd name="connsiteX0" fmla="*/ 29527 w 205739"/>
                <a:gd name="connsiteY0" fmla="*/ 198120 h 280034"/>
                <a:gd name="connsiteX1" fmla="*/ 104775 w 205739"/>
                <a:gd name="connsiteY1" fmla="*/ 227647 h 280034"/>
                <a:gd name="connsiteX2" fmla="*/ 143827 w 205739"/>
                <a:gd name="connsiteY2" fmla="*/ 200978 h 280034"/>
                <a:gd name="connsiteX3" fmla="*/ 10477 w 205739"/>
                <a:gd name="connsiteY3" fmla="*/ 82868 h 280034"/>
                <a:gd name="connsiteX4" fmla="*/ 111443 w 205739"/>
                <a:gd name="connsiteY4" fmla="*/ 0 h 280034"/>
                <a:gd name="connsiteX5" fmla="*/ 203835 w 205739"/>
                <a:gd name="connsiteY5" fmla="*/ 27622 h 280034"/>
                <a:gd name="connsiteX6" fmla="*/ 174307 w 205739"/>
                <a:gd name="connsiteY6" fmla="*/ 76200 h 280034"/>
                <a:gd name="connsiteX7" fmla="*/ 110490 w 205739"/>
                <a:gd name="connsiteY7" fmla="*/ 52387 h 280034"/>
                <a:gd name="connsiteX8" fmla="*/ 72390 w 205739"/>
                <a:gd name="connsiteY8" fmla="*/ 77153 h 280034"/>
                <a:gd name="connsiteX9" fmla="*/ 205740 w 205739"/>
                <a:gd name="connsiteY9" fmla="*/ 195262 h 280034"/>
                <a:gd name="connsiteX10" fmla="*/ 102870 w 205739"/>
                <a:gd name="connsiteY10" fmla="*/ 280035 h 280034"/>
                <a:gd name="connsiteX11" fmla="*/ 0 w 205739"/>
                <a:gd name="connsiteY11" fmla="*/ 247650 h 280034"/>
                <a:gd name="connsiteX12" fmla="*/ 29527 w 205739"/>
                <a:gd name="connsiteY12" fmla="*/ 198120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4">
                  <a:moveTo>
                    <a:pt x="29527" y="198120"/>
                  </a:moveTo>
                  <a:cubicBezTo>
                    <a:pt x="56198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3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8" y="60007"/>
                    <a:pt x="130493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0" name="Freihandform: Form 179">
              <a:extLst>
                <a:ext uri="{FF2B5EF4-FFF2-40B4-BE49-F238E27FC236}">
                  <a16:creationId xmlns:a16="http://schemas.microsoft.com/office/drawing/2014/main" id="{C7782F49-F363-4B9F-91EA-64E42DC9C684}"/>
                </a:ext>
              </a:extLst>
            </p:cNvPr>
            <p:cNvSpPr/>
            <p:nvPr/>
          </p:nvSpPr>
          <p:spPr>
            <a:xfrm>
              <a:off x="8993504" y="2528887"/>
              <a:ext cx="79057" cy="385762"/>
            </a:xfrm>
            <a:custGeom>
              <a:avLst/>
              <a:gdLst>
                <a:gd name="connsiteX0" fmla="*/ 79057 w 79057"/>
                <a:gd name="connsiteY0" fmla="*/ 38100 h 385762"/>
                <a:gd name="connsiteX1" fmla="*/ 39052 w 79057"/>
                <a:gd name="connsiteY1" fmla="*/ 76200 h 385762"/>
                <a:gd name="connsiteX2" fmla="*/ 0 w 79057"/>
                <a:gd name="connsiteY2" fmla="*/ 38100 h 385762"/>
                <a:gd name="connsiteX3" fmla="*/ 39052 w 79057"/>
                <a:gd name="connsiteY3" fmla="*/ 0 h 385762"/>
                <a:gd name="connsiteX4" fmla="*/ 79057 w 79057"/>
                <a:gd name="connsiteY4" fmla="*/ 38100 h 385762"/>
                <a:gd name="connsiteX5" fmla="*/ 70485 w 79057"/>
                <a:gd name="connsiteY5" fmla="*/ 385763 h 385762"/>
                <a:gd name="connsiteX6" fmla="*/ 8572 w 79057"/>
                <a:gd name="connsiteY6" fmla="*/ 385763 h 385762"/>
                <a:gd name="connsiteX7" fmla="*/ 8572 w 79057"/>
                <a:gd name="connsiteY7" fmla="*/ 119063 h 385762"/>
                <a:gd name="connsiteX8" fmla="*/ 70485 w 79057"/>
                <a:gd name="connsiteY8" fmla="*/ 119063 h 385762"/>
                <a:gd name="connsiteX9" fmla="*/ 70485 w 79057"/>
                <a:gd name="connsiteY9" fmla="*/ 385763 h 385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5762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5763"/>
                  </a:moveTo>
                  <a:lnTo>
                    <a:pt x="8572" y="385763"/>
                  </a:lnTo>
                  <a:lnTo>
                    <a:pt x="8572" y="119063"/>
                  </a:lnTo>
                  <a:lnTo>
                    <a:pt x="70485" y="119063"/>
                  </a:lnTo>
                  <a:lnTo>
                    <a:pt x="70485" y="385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1" name="Freihandform: Form 180">
              <a:extLst>
                <a:ext uri="{FF2B5EF4-FFF2-40B4-BE49-F238E27FC236}">
                  <a16:creationId xmlns:a16="http://schemas.microsoft.com/office/drawing/2014/main" id="{8C8522A1-4FCD-4897-8EE8-FD8178D4BBE6}"/>
                </a:ext>
              </a:extLst>
            </p:cNvPr>
            <p:cNvSpPr/>
            <p:nvPr/>
          </p:nvSpPr>
          <p:spPr>
            <a:xfrm>
              <a:off x="9117329" y="2562224"/>
              <a:ext cx="165734" cy="358139"/>
            </a:xfrm>
            <a:custGeom>
              <a:avLst/>
              <a:gdLst>
                <a:gd name="connsiteX0" fmla="*/ 165735 w 165734"/>
                <a:gd name="connsiteY0" fmla="*/ 295275 h 358139"/>
                <a:gd name="connsiteX1" fmla="*/ 165735 w 165734"/>
                <a:gd name="connsiteY1" fmla="*/ 348615 h 358139"/>
                <a:gd name="connsiteX2" fmla="*/ 113347 w 165734"/>
                <a:gd name="connsiteY2" fmla="*/ 358140 h 358139"/>
                <a:gd name="connsiteX3" fmla="*/ 40957 w 165734"/>
                <a:gd name="connsiteY3" fmla="*/ 282892 h 358139"/>
                <a:gd name="connsiteX4" fmla="*/ 40957 w 165734"/>
                <a:gd name="connsiteY4" fmla="*/ 137160 h 358139"/>
                <a:gd name="connsiteX5" fmla="*/ 0 w 165734"/>
                <a:gd name="connsiteY5" fmla="*/ 137160 h 358139"/>
                <a:gd name="connsiteX6" fmla="*/ 0 w 165734"/>
                <a:gd name="connsiteY6" fmla="*/ 85725 h 358139"/>
                <a:gd name="connsiteX7" fmla="*/ 40005 w 165734"/>
                <a:gd name="connsiteY7" fmla="*/ 85725 h 358139"/>
                <a:gd name="connsiteX8" fmla="*/ 40005 w 165734"/>
                <a:gd name="connsiteY8" fmla="*/ 13335 h 358139"/>
                <a:gd name="connsiteX9" fmla="*/ 101918 w 165734"/>
                <a:gd name="connsiteY9" fmla="*/ 0 h 358139"/>
                <a:gd name="connsiteX10" fmla="*/ 101918 w 165734"/>
                <a:gd name="connsiteY10" fmla="*/ 86677 h 358139"/>
                <a:gd name="connsiteX11" fmla="*/ 165735 w 165734"/>
                <a:gd name="connsiteY11" fmla="*/ 86677 h 358139"/>
                <a:gd name="connsiteX12" fmla="*/ 165735 w 165734"/>
                <a:gd name="connsiteY12" fmla="*/ 138113 h 358139"/>
                <a:gd name="connsiteX13" fmla="*/ 101918 w 165734"/>
                <a:gd name="connsiteY13" fmla="*/ 138113 h 358139"/>
                <a:gd name="connsiteX14" fmla="*/ 101918 w 165734"/>
                <a:gd name="connsiteY14" fmla="*/ 269558 h 358139"/>
                <a:gd name="connsiteX15" fmla="*/ 130493 w 165734"/>
                <a:gd name="connsiteY15" fmla="*/ 304800 h 358139"/>
                <a:gd name="connsiteX16" fmla="*/ 165735 w 165734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2" name="Freihandform: Form 181">
              <a:extLst>
                <a:ext uri="{FF2B5EF4-FFF2-40B4-BE49-F238E27FC236}">
                  <a16:creationId xmlns:a16="http://schemas.microsoft.com/office/drawing/2014/main" id="{2271EE6F-F879-402E-AB11-5499794221EB}"/>
                </a:ext>
              </a:extLst>
            </p:cNvPr>
            <p:cNvSpPr/>
            <p:nvPr/>
          </p:nvSpPr>
          <p:spPr>
            <a:xfrm>
              <a:off x="9331642" y="2533649"/>
              <a:ext cx="225742" cy="386714"/>
            </a:xfrm>
            <a:custGeom>
              <a:avLst/>
              <a:gdLst>
                <a:gd name="connsiteX0" fmla="*/ 114300 w 225742"/>
                <a:gd name="connsiteY0" fmla="*/ 215265 h 386714"/>
                <a:gd name="connsiteX1" fmla="*/ 164782 w 225742"/>
                <a:gd name="connsiteY1" fmla="*/ 220980 h 386714"/>
                <a:gd name="connsiteX2" fmla="*/ 164782 w 225742"/>
                <a:gd name="connsiteY2" fmla="*/ 211455 h 386714"/>
                <a:gd name="connsiteX3" fmla="*/ 105727 w 225742"/>
                <a:gd name="connsiteY3" fmla="*/ 160020 h 386714"/>
                <a:gd name="connsiteX4" fmla="*/ 38100 w 225742"/>
                <a:gd name="connsiteY4" fmla="*/ 175260 h 386714"/>
                <a:gd name="connsiteX5" fmla="*/ 24765 w 225742"/>
                <a:gd name="connsiteY5" fmla="*/ 122873 h 386714"/>
                <a:gd name="connsiteX6" fmla="*/ 112395 w 225742"/>
                <a:gd name="connsiteY6" fmla="*/ 107632 h 386714"/>
                <a:gd name="connsiteX7" fmla="*/ 225743 w 225742"/>
                <a:gd name="connsiteY7" fmla="*/ 210502 h 386714"/>
                <a:gd name="connsiteX8" fmla="*/ 225743 w 225742"/>
                <a:gd name="connsiteY8" fmla="*/ 381000 h 386714"/>
                <a:gd name="connsiteX9" fmla="*/ 166688 w 225742"/>
                <a:gd name="connsiteY9" fmla="*/ 381000 h 386714"/>
                <a:gd name="connsiteX10" fmla="*/ 166688 w 225742"/>
                <a:gd name="connsiteY10" fmla="*/ 352425 h 386714"/>
                <a:gd name="connsiteX11" fmla="*/ 165735 w 225742"/>
                <a:gd name="connsiteY11" fmla="*/ 352425 h 386714"/>
                <a:gd name="connsiteX12" fmla="*/ 87630 w 225742"/>
                <a:gd name="connsiteY12" fmla="*/ 386715 h 386714"/>
                <a:gd name="connsiteX13" fmla="*/ 0 w 225742"/>
                <a:gd name="connsiteY13" fmla="*/ 301942 h 386714"/>
                <a:gd name="connsiteX14" fmla="*/ 114300 w 225742"/>
                <a:gd name="connsiteY14" fmla="*/ 215265 h 386714"/>
                <a:gd name="connsiteX15" fmla="*/ 63818 w 225742"/>
                <a:gd name="connsiteY15" fmla="*/ 72390 h 386714"/>
                <a:gd name="connsiteX16" fmla="*/ 26670 w 225742"/>
                <a:gd name="connsiteY16" fmla="*/ 36195 h 386714"/>
                <a:gd name="connsiteX17" fmla="*/ 63818 w 225742"/>
                <a:gd name="connsiteY17" fmla="*/ 0 h 386714"/>
                <a:gd name="connsiteX18" fmla="*/ 100965 w 225742"/>
                <a:gd name="connsiteY18" fmla="*/ 36195 h 386714"/>
                <a:gd name="connsiteX19" fmla="*/ 63818 w 225742"/>
                <a:gd name="connsiteY19" fmla="*/ 72390 h 386714"/>
                <a:gd name="connsiteX20" fmla="*/ 104775 w 225742"/>
                <a:gd name="connsiteY20" fmla="*/ 340042 h 386714"/>
                <a:gd name="connsiteX21" fmla="*/ 165735 w 225742"/>
                <a:gd name="connsiteY21" fmla="*/ 307658 h 386714"/>
                <a:gd name="connsiteX22" fmla="*/ 165735 w 225742"/>
                <a:gd name="connsiteY22" fmla="*/ 261938 h 386714"/>
                <a:gd name="connsiteX23" fmla="*/ 121920 w 225742"/>
                <a:gd name="connsiteY23" fmla="*/ 257175 h 386714"/>
                <a:gd name="connsiteX24" fmla="*/ 60007 w 225742"/>
                <a:gd name="connsiteY24" fmla="*/ 300990 h 386714"/>
                <a:gd name="connsiteX25" fmla="*/ 104775 w 225742"/>
                <a:gd name="connsiteY25" fmla="*/ 340042 h 386714"/>
                <a:gd name="connsiteX26" fmla="*/ 173355 w 225742"/>
                <a:gd name="connsiteY26" fmla="*/ 72390 h 386714"/>
                <a:gd name="connsiteX27" fmla="*/ 136207 w 225742"/>
                <a:gd name="connsiteY27" fmla="*/ 36195 h 386714"/>
                <a:gd name="connsiteX28" fmla="*/ 173355 w 225742"/>
                <a:gd name="connsiteY28" fmla="*/ 0 h 386714"/>
                <a:gd name="connsiteX29" fmla="*/ 210502 w 225742"/>
                <a:gd name="connsiteY29" fmla="*/ 36195 h 386714"/>
                <a:gd name="connsiteX30" fmla="*/ 173355 w 225742"/>
                <a:gd name="connsiteY30" fmla="*/ 72390 h 386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4">
                  <a:moveTo>
                    <a:pt x="114300" y="215265"/>
                  </a:moveTo>
                  <a:cubicBezTo>
                    <a:pt x="131445" y="215265"/>
                    <a:pt x="147638" y="216217"/>
                    <a:pt x="164782" y="220980"/>
                  </a:cubicBezTo>
                  <a:lnTo>
                    <a:pt x="164782" y="211455"/>
                  </a:lnTo>
                  <a:cubicBezTo>
                    <a:pt x="164782" y="177165"/>
                    <a:pt x="144780" y="160020"/>
                    <a:pt x="105727" y="160020"/>
                  </a:cubicBezTo>
                  <a:cubicBezTo>
                    <a:pt x="83820" y="160020"/>
                    <a:pt x="60007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4775" y="340042"/>
                  </a:moveTo>
                  <a:cubicBezTo>
                    <a:pt x="127635" y="340042"/>
                    <a:pt x="148590" y="328613"/>
                    <a:pt x="165735" y="307658"/>
                  </a:cubicBezTo>
                  <a:lnTo>
                    <a:pt x="165735" y="261938"/>
                  </a:lnTo>
                  <a:cubicBezTo>
                    <a:pt x="151447" y="258127"/>
                    <a:pt x="136207" y="257175"/>
                    <a:pt x="121920" y="257175"/>
                  </a:cubicBezTo>
                  <a:cubicBezTo>
                    <a:pt x="82868" y="257175"/>
                    <a:pt x="60007" y="272415"/>
                    <a:pt x="60007" y="300990"/>
                  </a:cubicBezTo>
                  <a:cubicBezTo>
                    <a:pt x="60007" y="324803"/>
                    <a:pt x="77152" y="340042"/>
                    <a:pt x="104775" y="340042"/>
                  </a:cubicBezTo>
                  <a:close/>
                  <a:moveTo>
                    <a:pt x="173355" y="72390"/>
                  </a:moveTo>
                  <a:cubicBezTo>
                    <a:pt x="153352" y="72390"/>
                    <a:pt x="136207" y="55245"/>
                    <a:pt x="136207" y="36195"/>
                  </a:cubicBezTo>
                  <a:cubicBezTo>
                    <a:pt x="136207" y="17145"/>
                    <a:pt x="153352" y="0"/>
                    <a:pt x="173355" y="0"/>
                  </a:cubicBezTo>
                  <a:cubicBezTo>
                    <a:pt x="193357" y="0"/>
                    <a:pt x="210502" y="17145"/>
                    <a:pt x="210502" y="36195"/>
                  </a:cubicBezTo>
                  <a:cubicBezTo>
                    <a:pt x="210502" y="56198"/>
                    <a:pt x="192405" y="72390"/>
                    <a:pt x="173355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3" name="Freihandform: Form 182">
              <a:extLst>
                <a:ext uri="{FF2B5EF4-FFF2-40B4-BE49-F238E27FC236}">
                  <a16:creationId xmlns:a16="http://schemas.microsoft.com/office/drawing/2014/main" id="{8539204C-F873-49CD-BB1D-7FA2F432F701}"/>
                </a:ext>
              </a:extLst>
            </p:cNvPr>
            <p:cNvSpPr/>
            <p:nvPr/>
          </p:nvSpPr>
          <p:spPr>
            <a:xfrm>
              <a:off x="9605962" y="2562224"/>
              <a:ext cx="166687" cy="358139"/>
            </a:xfrm>
            <a:custGeom>
              <a:avLst/>
              <a:gdLst>
                <a:gd name="connsiteX0" fmla="*/ 166688 w 166687"/>
                <a:gd name="connsiteY0" fmla="*/ 295275 h 358139"/>
                <a:gd name="connsiteX1" fmla="*/ 166688 w 166687"/>
                <a:gd name="connsiteY1" fmla="*/ 348615 h 358139"/>
                <a:gd name="connsiteX2" fmla="*/ 114300 w 166687"/>
                <a:gd name="connsiteY2" fmla="*/ 358140 h 358139"/>
                <a:gd name="connsiteX3" fmla="*/ 41910 w 166687"/>
                <a:gd name="connsiteY3" fmla="*/ 282892 h 358139"/>
                <a:gd name="connsiteX4" fmla="*/ 41910 w 166687"/>
                <a:gd name="connsiteY4" fmla="*/ 137160 h 358139"/>
                <a:gd name="connsiteX5" fmla="*/ 0 w 166687"/>
                <a:gd name="connsiteY5" fmla="*/ 137160 h 358139"/>
                <a:gd name="connsiteX6" fmla="*/ 0 w 166687"/>
                <a:gd name="connsiteY6" fmla="*/ 85725 h 358139"/>
                <a:gd name="connsiteX7" fmla="*/ 40005 w 166687"/>
                <a:gd name="connsiteY7" fmla="*/ 85725 h 358139"/>
                <a:gd name="connsiteX8" fmla="*/ 40005 w 166687"/>
                <a:gd name="connsiteY8" fmla="*/ 13335 h 358139"/>
                <a:gd name="connsiteX9" fmla="*/ 101918 w 166687"/>
                <a:gd name="connsiteY9" fmla="*/ 0 h 358139"/>
                <a:gd name="connsiteX10" fmla="*/ 101918 w 166687"/>
                <a:gd name="connsiteY10" fmla="*/ 86677 h 358139"/>
                <a:gd name="connsiteX11" fmla="*/ 165735 w 166687"/>
                <a:gd name="connsiteY11" fmla="*/ 86677 h 358139"/>
                <a:gd name="connsiteX12" fmla="*/ 165735 w 166687"/>
                <a:gd name="connsiteY12" fmla="*/ 138113 h 358139"/>
                <a:gd name="connsiteX13" fmla="*/ 101918 w 166687"/>
                <a:gd name="connsiteY13" fmla="*/ 138113 h 358139"/>
                <a:gd name="connsiteX14" fmla="*/ 101918 w 166687"/>
                <a:gd name="connsiteY14" fmla="*/ 269558 h 358139"/>
                <a:gd name="connsiteX15" fmla="*/ 130493 w 166687"/>
                <a:gd name="connsiteY15" fmla="*/ 304800 h 358139"/>
                <a:gd name="connsiteX16" fmla="*/ 166688 w 166687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6687" h="358139">
                  <a:moveTo>
                    <a:pt x="166688" y="295275"/>
                  </a:moveTo>
                  <a:lnTo>
                    <a:pt x="166688" y="348615"/>
                  </a:lnTo>
                  <a:cubicBezTo>
                    <a:pt x="153352" y="355283"/>
                    <a:pt x="132398" y="358140"/>
                    <a:pt x="114300" y="358140"/>
                  </a:cubicBezTo>
                  <a:cubicBezTo>
                    <a:pt x="67627" y="358140"/>
                    <a:pt x="41910" y="331470"/>
                    <a:pt x="41910" y="282892"/>
                  </a:cubicBezTo>
                  <a:lnTo>
                    <a:pt x="41910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3827" y="303848"/>
                    <a:pt x="156210" y="300038"/>
                    <a:pt x="166688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4" name="Freihandform: Form 183">
              <a:extLst>
                <a:ext uri="{FF2B5EF4-FFF2-40B4-BE49-F238E27FC236}">
                  <a16:creationId xmlns:a16="http://schemas.microsoft.com/office/drawing/2014/main" id="{791F0BE6-8EDF-47A0-8EF3-57702EEAABBE}"/>
                </a:ext>
              </a:extLst>
            </p:cNvPr>
            <p:cNvSpPr/>
            <p:nvPr/>
          </p:nvSpPr>
          <p:spPr>
            <a:xfrm>
              <a:off x="2090737" y="3122294"/>
              <a:ext cx="231457" cy="368617"/>
            </a:xfrm>
            <a:custGeom>
              <a:avLst/>
              <a:gdLst>
                <a:gd name="connsiteX0" fmla="*/ 231458 w 231457"/>
                <a:gd name="connsiteY0" fmla="*/ 60007 h 368617"/>
                <a:gd name="connsiteX1" fmla="*/ 65723 w 231457"/>
                <a:gd name="connsiteY1" fmla="*/ 60007 h 368617"/>
                <a:gd name="connsiteX2" fmla="*/ 65723 w 231457"/>
                <a:gd name="connsiteY2" fmla="*/ 151447 h 368617"/>
                <a:gd name="connsiteX3" fmla="*/ 189548 w 231457"/>
                <a:gd name="connsiteY3" fmla="*/ 151447 h 368617"/>
                <a:gd name="connsiteX4" fmla="*/ 189548 w 231457"/>
                <a:gd name="connsiteY4" fmla="*/ 211455 h 368617"/>
                <a:gd name="connsiteX5" fmla="*/ 65723 w 231457"/>
                <a:gd name="connsiteY5" fmla="*/ 211455 h 368617"/>
                <a:gd name="connsiteX6" fmla="*/ 65723 w 231457"/>
                <a:gd name="connsiteY6" fmla="*/ 368617 h 368617"/>
                <a:gd name="connsiteX7" fmla="*/ 0 w 231457"/>
                <a:gd name="connsiteY7" fmla="*/ 368617 h 368617"/>
                <a:gd name="connsiteX8" fmla="*/ 0 w 231457"/>
                <a:gd name="connsiteY8" fmla="*/ 0 h 368617"/>
                <a:gd name="connsiteX9" fmla="*/ 231458 w 231457"/>
                <a:gd name="connsiteY9" fmla="*/ 0 h 368617"/>
                <a:gd name="connsiteX10" fmla="*/ 231458 w 231457"/>
                <a:gd name="connsiteY10" fmla="*/ 60007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1457" h="368617">
                  <a:moveTo>
                    <a:pt x="231458" y="60007"/>
                  </a:moveTo>
                  <a:lnTo>
                    <a:pt x="65723" y="60007"/>
                  </a:lnTo>
                  <a:lnTo>
                    <a:pt x="65723" y="151447"/>
                  </a:lnTo>
                  <a:lnTo>
                    <a:pt x="189548" y="151447"/>
                  </a:lnTo>
                  <a:lnTo>
                    <a:pt x="189548" y="211455"/>
                  </a:lnTo>
                  <a:lnTo>
                    <a:pt x="65723" y="211455"/>
                  </a:lnTo>
                  <a:lnTo>
                    <a:pt x="65723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00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5" name="Freihandform: Form 184">
              <a:extLst>
                <a:ext uri="{FF2B5EF4-FFF2-40B4-BE49-F238E27FC236}">
                  <a16:creationId xmlns:a16="http://schemas.microsoft.com/office/drawing/2014/main" id="{CF9B2426-8D02-456C-82ED-0D82B829369C}"/>
                </a:ext>
              </a:extLst>
            </p:cNvPr>
            <p:cNvSpPr/>
            <p:nvPr/>
          </p:nvSpPr>
          <p:spPr>
            <a:xfrm>
              <a:off x="2334560" y="3217544"/>
              <a:ext cx="225758" cy="279082"/>
            </a:xfrm>
            <a:custGeom>
              <a:avLst/>
              <a:gdLst>
                <a:gd name="connsiteX0" fmla="*/ 114316 w 225758"/>
                <a:gd name="connsiteY0" fmla="*/ 107633 h 279082"/>
                <a:gd name="connsiteX1" fmla="*/ 164799 w 225758"/>
                <a:gd name="connsiteY1" fmla="*/ 113347 h 279082"/>
                <a:gd name="connsiteX2" fmla="*/ 164799 w 225758"/>
                <a:gd name="connsiteY2" fmla="*/ 103822 h 279082"/>
                <a:gd name="connsiteX3" fmla="*/ 105744 w 225758"/>
                <a:gd name="connsiteY3" fmla="*/ 52388 h 279082"/>
                <a:gd name="connsiteX4" fmla="*/ 38116 w 225758"/>
                <a:gd name="connsiteY4" fmla="*/ 67627 h 279082"/>
                <a:gd name="connsiteX5" fmla="*/ 24781 w 225758"/>
                <a:gd name="connsiteY5" fmla="*/ 15240 h 279082"/>
                <a:gd name="connsiteX6" fmla="*/ 112411 w 225758"/>
                <a:gd name="connsiteY6" fmla="*/ 0 h 279082"/>
                <a:gd name="connsiteX7" fmla="*/ 225759 w 225758"/>
                <a:gd name="connsiteY7" fmla="*/ 102870 h 279082"/>
                <a:gd name="connsiteX8" fmla="*/ 225759 w 225758"/>
                <a:gd name="connsiteY8" fmla="*/ 273367 h 279082"/>
                <a:gd name="connsiteX9" fmla="*/ 166704 w 225758"/>
                <a:gd name="connsiteY9" fmla="*/ 273367 h 279082"/>
                <a:gd name="connsiteX10" fmla="*/ 166704 w 225758"/>
                <a:gd name="connsiteY10" fmla="*/ 244792 h 279082"/>
                <a:gd name="connsiteX11" fmla="*/ 165751 w 225758"/>
                <a:gd name="connsiteY11" fmla="*/ 244792 h 279082"/>
                <a:gd name="connsiteX12" fmla="*/ 87646 w 225758"/>
                <a:gd name="connsiteY12" fmla="*/ 279083 h 279082"/>
                <a:gd name="connsiteX13" fmla="*/ 16 w 225758"/>
                <a:gd name="connsiteY13" fmla="*/ 194310 h 279082"/>
                <a:gd name="connsiteX14" fmla="*/ 114316 w 225758"/>
                <a:gd name="connsiteY14" fmla="*/ 107633 h 279082"/>
                <a:gd name="connsiteX15" fmla="*/ 103839 w 225758"/>
                <a:gd name="connsiteY15" fmla="*/ 232410 h 279082"/>
                <a:gd name="connsiteX16" fmla="*/ 164799 w 225758"/>
                <a:gd name="connsiteY16" fmla="*/ 200025 h 279082"/>
                <a:gd name="connsiteX17" fmla="*/ 164799 w 225758"/>
                <a:gd name="connsiteY17" fmla="*/ 153352 h 279082"/>
                <a:gd name="connsiteX18" fmla="*/ 120984 w 225758"/>
                <a:gd name="connsiteY18" fmla="*/ 148590 h 279082"/>
                <a:gd name="connsiteX19" fmla="*/ 59071 w 225758"/>
                <a:gd name="connsiteY19" fmla="*/ 192405 h 279082"/>
                <a:gd name="connsiteX20" fmla="*/ 103839 w 225758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58" h="279082">
                  <a:moveTo>
                    <a:pt x="114316" y="107633"/>
                  </a:moveTo>
                  <a:cubicBezTo>
                    <a:pt x="131461" y="107633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6" y="52388"/>
                    <a:pt x="105744" y="52388"/>
                  </a:cubicBezTo>
                  <a:cubicBezTo>
                    <a:pt x="83836" y="52388"/>
                    <a:pt x="60024" y="57150"/>
                    <a:pt x="38116" y="67627"/>
                  </a:cubicBezTo>
                  <a:lnTo>
                    <a:pt x="24781" y="15240"/>
                  </a:lnTo>
                  <a:cubicBezTo>
                    <a:pt x="49546" y="5715"/>
                    <a:pt x="81931" y="0"/>
                    <a:pt x="112411" y="0"/>
                  </a:cubicBezTo>
                  <a:cubicBezTo>
                    <a:pt x="187659" y="0"/>
                    <a:pt x="225759" y="35242"/>
                    <a:pt x="225759" y="102870"/>
                  </a:cubicBezTo>
                  <a:lnTo>
                    <a:pt x="225759" y="273367"/>
                  </a:lnTo>
                  <a:lnTo>
                    <a:pt x="166704" y="273367"/>
                  </a:lnTo>
                  <a:lnTo>
                    <a:pt x="166704" y="244792"/>
                  </a:lnTo>
                  <a:lnTo>
                    <a:pt x="165751" y="244792"/>
                  </a:lnTo>
                  <a:cubicBezTo>
                    <a:pt x="142891" y="268605"/>
                    <a:pt x="119079" y="279083"/>
                    <a:pt x="87646" y="279083"/>
                  </a:cubicBezTo>
                  <a:cubicBezTo>
                    <a:pt x="34306" y="279083"/>
                    <a:pt x="16" y="245745"/>
                    <a:pt x="16" y="194310"/>
                  </a:cubicBezTo>
                  <a:cubicBezTo>
                    <a:pt x="-936" y="138113"/>
                    <a:pt x="40021" y="107633"/>
                    <a:pt x="114316" y="107633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3352"/>
                  </a:lnTo>
                  <a:cubicBezTo>
                    <a:pt x="150511" y="149542"/>
                    <a:pt x="135271" y="148590"/>
                    <a:pt x="120984" y="148590"/>
                  </a:cubicBezTo>
                  <a:cubicBezTo>
                    <a:pt x="81931" y="148590"/>
                    <a:pt x="59071" y="163830"/>
                    <a:pt x="59071" y="192405"/>
                  </a:cubicBezTo>
                  <a:cubicBezTo>
                    <a:pt x="59071" y="217170"/>
                    <a:pt x="76216" y="232410"/>
                    <a:pt x="103839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6" name="Freihandform: Form 185">
              <a:extLst>
                <a:ext uri="{FF2B5EF4-FFF2-40B4-BE49-F238E27FC236}">
                  <a16:creationId xmlns:a16="http://schemas.microsoft.com/office/drawing/2014/main" id="{678B72D6-DAAB-43BC-B5FC-70A00DBF703C}"/>
                </a:ext>
              </a:extLst>
            </p:cNvPr>
            <p:cNvSpPr/>
            <p:nvPr/>
          </p:nvSpPr>
          <p:spPr>
            <a:xfrm>
              <a:off x="2625089" y="3216591"/>
              <a:ext cx="224789" cy="280035"/>
            </a:xfrm>
            <a:custGeom>
              <a:avLst/>
              <a:gdLst>
                <a:gd name="connsiteX0" fmla="*/ 222885 w 224789"/>
                <a:gd name="connsiteY0" fmla="*/ 237173 h 280035"/>
                <a:gd name="connsiteX1" fmla="*/ 127635 w 224789"/>
                <a:gd name="connsiteY1" fmla="*/ 280035 h 280035"/>
                <a:gd name="connsiteX2" fmla="*/ 0 w 224789"/>
                <a:gd name="connsiteY2" fmla="*/ 140970 h 280035"/>
                <a:gd name="connsiteX3" fmla="*/ 128588 w 224789"/>
                <a:gd name="connsiteY3" fmla="*/ 0 h 280035"/>
                <a:gd name="connsiteX4" fmla="*/ 224790 w 224789"/>
                <a:gd name="connsiteY4" fmla="*/ 45720 h 280035"/>
                <a:gd name="connsiteX5" fmla="*/ 181927 w 224789"/>
                <a:gd name="connsiteY5" fmla="*/ 86678 h 280035"/>
                <a:gd name="connsiteX6" fmla="*/ 128588 w 224789"/>
                <a:gd name="connsiteY6" fmla="*/ 57150 h 280035"/>
                <a:gd name="connsiteX7" fmla="*/ 62865 w 224789"/>
                <a:gd name="connsiteY7" fmla="*/ 140017 h 280035"/>
                <a:gd name="connsiteX8" fmla="*/ 128588 w 224789"/>
                <a:gd name="connsiteY8" fmla="*/ 222885 h 280035"/>
                <a:gd name="connsiteX9" fmla="*/ 183833 w 224789"/>
                <a:gd name="connsiteY9" fmla="*/ 193358 h 280035"/>
                <a:gd name="connsiteX10" fmla="*/ 222885 w 224789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7" name="Freihandform: Form 186">
              <a:extLst>
                <a:ext uri="{FF2B5EF4-FFF2-40B4-BE49-F238E27FC236}">
                  <a16:creationId xmlns:a16="http://schemas.microsoft.com/office/drawing/2014/main" id="{CC8B66ED-8DF7-470E-AF97-15561A3B2CFF}"/>
                </a:ext>
              </a:extLst>
            </p:cNvPr>
            <p:cNvSpPr/>
            <p:nvPr/>
          </p:nvSpPr>
          <p:spPr>
            <a:xfrm>
              <a:off x="2904172" y="3100387"/>
              <a:ext cx="228599" cy="390525"/>
            </a:xfrm>
            <a:custGeom>
              <a:avLst/>
              <a:gdLst>
                <a:gd name="connsiteX0" fmla="*/ 228600 w 228599"/>
                <a:gd name="connsiteY0" fmla="*/ 390525 h 390525"/>
                <a:gd name="connsiteX1" fmla="*/ 166687 w 228599"/>
                <a:gd name="connsiteY1" fmla="*/ 390525 h 390525"/>
                <a:gd name="connsiteX2" fmla="*/ 166687 w 228599"/>
                <a:gd name="connsiteY2" fmla="*/ 238125 h 390525"/>
                <a:gd name="connsiteX3" fmla="*/ 117157 w 228599"/>
                <a:gd name="connsiteY3" fmla="*/ 173355 h 390525"/>
                <a:gd name="connsiteX4" fmla="*/ 61913 w 228599"/>
                <a:gd name="connsiteY4" fmla="*/ 238125 h 390525"/>
                <a:gd name="connsiteX5" fmla="*/ 61913 w 228599"/>
                <a:gd name="connsiteY5" fmla="*/ 390525 h 390525"/>
                <a:gd name="connsiteX6" fmla="*/ 0 w 228599"/>
                <a:gd name="connsiteY6" fmla="*/ 390525 h 390525"/>
                <a:gd name="connsiteX7" fmla="*/ 0 w 228599"/>
                <a:gd name="connsiteY7" fmla="*/ 16192 h 390525"/>
                <a:gd name="connsiteX8" fmla="*/ 61913 w 228599"/>
                <a:gd name="connsiteY8" fmla="*/ 0 h 390525"/>
                <a:gd name="connsiteX9" fmla="*/ 61913 w 228599"/>
                <a:gd name="connsiteY9" fmla="*/ 155258 h 390525"/>
                <a:gd name="connsiteX10" fmla="*/ 62865 w 228599"/>
                <a:gd name="connsiteY10" fmla="*/ 155258 h 390525"/>
                <a:gd name="connsiteX11" fmla="*/ 140970 w 228599"/>
                <a:gd name="connsiteY11" fmla="*/ 116205 h 390525"/>
                <a:gd name="connsiteX12" fmla="*/ 228600 w 228599"/>
                <a:gd name="connsiteY12" fmla="*/ 223838 h 390525"/>
                <a:gd name="connsiteX13" fmla="*/ 228600 w 228599"/>
                <a:gd name="connsiteY13" fmla="*/ 390525 h 390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599" h="390525">
                  <a:moveTo>
                    <a:pt x="228600" y="390525"/>
                  </a:moveTo>
                  <a:lnTo>
                    <a:pt x="166687" y="390525"/>
                  </a:lnTo>
                  <a:lnTo>
                    <a:pt x="166687" y="238125"/>
                  </a:lnTo>
                  <a:cubicBezTo>
                    <a:pt x="166687" y="199073"/>
                    <a:pt x="154305" y="173355"/>
                    <a:pt x="117157" y="173355"/>
                  </a:cubicBezTo>
                  <a:cubicBezTo>
                    <a:pt x="74295" y="173355"/>
                    <a:pt x="61913" y="207645"/>
                    <a:pt x="61913" y="238125"/>
                  </a:cubicBezTo>
                  <a:lnTo>
                    <a:pt x="61913" y="390525"/>
                  </a:lnTo>
                  <a:lnTo>
                    <a:pt x="0" y="390525"/>
                  </a:lnTo>
                  <a:lnTo>
                    <a:pt x="0" y="16192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7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9052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8" name="Freihandform: Form 187">
              <a:extLst>
                <a:ext uri="{FF2B5EF4-FFF2-40B4-BE49-F238E27FC236}">
                  <a16:creationId xmlns:a16="http://schemas.microsoft.com/office/drawing/2014/main" id="{F93C31A0-CEEF-4EFA-A781-8C3C43727832}"/>
                </a:ext>
              </a:extLst>
            </p:cNvPr>
            <p:cNvSpPr/>
            <p:nvPr/>
          </p:nvSpPr>
          <p:spPr>
            <a:xfrm>
              <a:off x="3211829" y="3099434"/>
              <a:ext cx="249554" cy="397192"/>
            </a:xfrm>
            <a:custGeom>
              <a:avLst/>
              <a:gdLst>
                <a:gd name="connsiteX0" fmla="*/ 249555 w 249554"/>
                <a:gd name="connsiteY0" fmla="*/ 256223 h 397192"/>
                <a:gd name="connsiteX1" fmla="*/ 140970 w 249554"/>
                <a:gd name="connsiteY1" fmla="*/ 397193 h 397192"/>
                <a:gd name="connsiteX2" fmla="*/ 61913 w 249554"/>
                <a:gd name="connsiteY2" fmla="*/ 360045 h 397192"/>
                <a:gd name="connsiteX3" fmla="*/ 60008 w 249554"/>
                <a:gd name="connsiteY3" fmla="*/ 360045 h 397192"/>
                <a:gd name="connsiteX4" fmla="*/ 60008 w 249554"/>
                <a:gd name="connsiteY4" fmla="*/ 390525 h 397192"/>
                <a:gd name="connsiteX5" fmla="*/ 0 w 249554"/>
                <a:gd name="connsiteY5" fmla="*/ 390525 h 397192"/>
                <a:gd name="connsiteX6" fmla="*/ 0 w 249554"/>
                <a:gd name="connsiteY6" fmla="*/ 16192 h 397192"/>
                <a:gd name="connsiteX7" fmla="*/ 61913 w 249554"/>
                <a:gd name="connsiteY7" fmla="*/ 0 h 397192"/>
                <a:gd name="connsiteX8" fmla="*/ 61913 w 249554"/>
                <a:gd name="connsiteY8" fmla="*/ 154305 h 397192"/>
                <a:gd name="connsiteX9" fmla="*/ 62865 w 249554"/>
                <a:gd name="connsiteY9" fmla="*/ 154305 h 397192"/>
                <a:gd name="connsiteX10" fmla="*/ 140970 w 249554"/>
                <a:gd name="connsiteY10" fmla="*/ 116205 h 397192"/>
                <a:gd name="connsiteX11" fmla="*/ 249555 w 249554"/>
                <a:gd name="connsiteY11" fmla="*/ 256223 h 397192"/>
                <a:gd name="connsiteX12" fmla="*/ 187642 w 249554"/>
                <a:gd name="connsiteY12" fmla="*/ 257175 h 397192"/>
                <a:gd name="connsiteX13" fmla="*/ 125730 w 249554"/>
                <a:gd name="connsiteY13" fmla="*/ 173355 h 397192"/>
                <a:gd name="connsiteX14" fmla="*/ 62865 w 249554"/>
                <a:gd name="connsiteY14" fmla="*/ 207645 h 397192"/>
                <a:gd name="connsiteX15" fmla="*/ 62865 w 249554"/>
                <a:gd name="connsiteY15" fmla="*/ 305753 h 397192"/>
                <a:gd name="connsiteX16" fmla="*/ 126683 w 249554"/>
                <a:gd name="connsiteY16" fmla="*/ 341948 h 397192"/>
                <a:gd name="connsiteX17" fmla="*/ 187642 w 249554"/>
                <a:gd name="connsiteY17" fmla="*/ 257175 h 397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9554" h="397192">
                  <a:moveTo>
                    <a:pt x="249555" y="256223"/>
                  </a:moveTo>
                  <a:cubicBezTo>
                    <a:pt x="249555" y="341948"/>
                    <a:pt x="205740" y="397193"/>
                    <a:pt x="140970" y="397193"/>
                  </a:cubicBezTo>
                  <a:cubicBezTo>
                    <a:pt x="107633" y="397193"/>
                    <a:pt x="80010" y="382905"/>
                    <a:pt x="61913" y="360045"/>
                  </a:cubicBezTo>
                  <a:lnTo>
                    <a:pt x="60008" y="360045"/>
                  </a:lnTo>
                  <a:lnTo>
                    <a:pt x="60008" y="390525"/>
                  </a:lnTo>
                  <a:lnTo>
                    <a:pt x="0" y="390525"/>
                  </a:lnTo>
                  <a:lnTo>
                    <a:pt x="0" y="16192"/>
                  </a:lnTo>
                  <a:lnTo>
                    <a:pt x="61913" y="0"/>
                  </a:lnTo>
                  <a:lnTo>
                    <a:pt x="61913" y="154305"/>
                  </a:lnTo>
                  <a:lnTo>
                    <a:pt x="62865" y="154305"/>
                  </a:lnTo>
                  <a:cubicBezTo>
                    <a:pt x="80963" y="130492"/>
                    <a:pt x="107633" y="116205"/>
                    <a:pt x="140970" y="116205"/>
                  </a:cubicBezTo>
                  <a:cubicBezTo>
                    <a:pt x="205740" y="117157"/>
                    <a:pt x="249555" y="169545"/>
                    <a:pt x="249555" y="256223"/>
                  </a:cubicBezTo>
                  <a:close/>
                  <a:moveTo>
                    <a:pt x="187642" y="257175"/>
                  </a:moveTo>
                  <a:cubicBezTo>
                    <a:pt x="187642" y="201930"/>
                    <a:pt x="164783" y="173355"/>
                    <a:pt x="125730" y="173355"/>
                  </a:cubicBezTo>
                  <a:cubicBezTo>
                    <a:pt x="101917" y="173355"/>
                    <a:pt x="81915" y="183832"/>
                    <a:pt x="62865" y="207645"/>
                  </a:cubicBezTo>
                  <a:lnTo>
                    <a:pt x="62865" y="305753"/>
                  </a:lnTo>
                  <a:cubicBezTo>
                    <a:pt x="80963" y="329565"/>
                    <a:pt x="100965" y="341948"/>
                    <a:pt x="126683" y="341948"/>
                  </a:cubicBezTo>
                  <a:cubicBezTo>
                    <a:pt x="166688" y="341948"/>
                    <a:pt x="187642" y="310515"/>
                    <a:pt x="187642" y="2571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9" name="Freihandform: Form 188">
              <a:extLst>
                <a:ext uri="{FF2B5EF4-FFF2-40B4-BE49-F238E27FC236}">
                  <a16:creationId xmlns:a16="http://schemas.microsoft.com/office/drawing/2014/main" id="{BF598C7C-6BCA-413D-822D-430B04602F55}"/>
                </a:ext>
              </a:extLst>
            </p:cNvPr>
            <p:cNvSpPr/>
            <p:nvPr/>
          </p:nvSpPr>
          <p:spPr>
            <a:xfrm>
              <a:off x="3515677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0" name="Freihandform: Form 189">
              <a:extLst>
                <a:ext uri="{FF2B5EF4-FFF2-40B4-BE49-F238E27FC236}">
                  <a16:creationId xmlns:a16="http://schemas.microsoft.com/office/drawing/2014/main" id="{812EE47B-93BE-4CB3-ABF3-9C85D3BC3E6F}"/>
                </a:ext>
              </a:extLst>
            </p:cNvPr>
            <p:cNvSpPr/>
            <p:nvPr/>
          </p:nvSpPr>
          <p:spPr>
            <a:xfrm>
              <a:off x="3829049" y="3217301"/>
              <a:ext cx="160020" cy="273610"/>
            </a:xfrm>
            <a:custGeom>
              <a:avLst/>
              <a:gdLst>
                <a:gd name="connsiteX0" fmla="*/ 160020 w 160020"/>
                <a:gd name="connsiteY0" fmla="*/ 5005 h 273610"/>
                <a:gd name="connsiteX1" fmla="*/ 150495 w 160020"/>
                <a:gd name="connsiteY1" fmla="*/ 68823 h 273610"/>
                <a:gd name="connsiteX2" fmla="*/ 116205 w 160020"/>
                <a:gd name="connsiteY2" fmla="*/ 60250 h 273610"/>
                <a:gd name="connsiteX3" fmla="*/ 61913 w 160020"/>
                <a:gd name="connsiteY3" fmla="*/ 135498 h 273610"/>
                <a:gd name="connsiteX4" fmla="*/ 61913 w 160020"/>
                <a:gd name="connsiteY4" fmla="*/ 273610 h 273610"/>
                <a:gd name="connsiteX5" fmla="*/ 0 w 160020"/>
                <a:gd name="connsiteY5" fmla="*/ 273610 h 273610"/>
                <a:gd name="connsiteX6" fmla="*/ 0 w 160020"/>
                <a:gd name="connsiteY6" fmla="*/ 6910 h 273610"/>
                <a:gd name="connsiteX7" fmla="*/ 60960 w 160020"/>
                <a:gd name="connsiteY7" fmla="*/ 6910 h 273610"/>
                <a:gd name="connsiteX8" fmla="*/ 60960 w 160020"/>
                <a:gd name="connsiteY8" fmla="*/ 40248 h 273610"/>
                <a:gd name="connsiteX9" fmla="*/ 61913 w 160020"/>
                <a:gd name="connsiteY9" fmla="*/ 40248 h 273610"/>
                <a:gd name="connsiteX10" fmla="*/ 131445 w 160020"/>
                <a:gd name="connsiteY10" fmla="*/ 243 h 273610"/>
                <a:gd name="connsiteX11" fmla="*/ 160020 w 160020"/>
                <a:gd name="connsiteY11" fmla="*/ 5005 h 273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361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3610"/>
                  </a:lnTo>
                  <a:lnTo>
                    <a:pt x="0" y="273610"/>
                  </a:lnTo>
                  <a:lnTo>
                    <a:pt x="0" y="6910"/>
                  </a:lnTo>
                  <a:lnTo>
                    <a:pt x="60960" y="6910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39065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1" name="Freihandform: Form 190">
              <a:extLst>
                <a:ext uri="{FF2B5EF4-FFF2-40B4-BE49-F238E27FC236}">
                  <a16:creationId xmlns:a16="http://schemas.microsoft.com/office/drawing/2014/main" id="{4A46CF7E-ACE6-4F69-9FEF-F609D6841E74}"/>
                </a:ext>
              </a:extLst>
            </p:cNvPr>
            <p:cNvSpPr/>
            <p:nvPr/>
          </p:nvSpPr>
          <p:spPr>
            <a:xfrm>
              <a:off x="4022407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7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3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3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7" y="53340"/>
                    <a:pt x="242887" y="135255"/>
                  </a:cubicBezTo>
                  <a:cubicBezTo>
                    <a:pt x="242887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3" y="235267"/>
                  </a:lnTo>
                  <a:cubicBezTo>
                    <a:pt x="207645" y="264795"/>
                    <a:pt x="173355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8580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2" name="Freihandform: Form 191">
              <a:extLst>
                <a:ext uri="{FF2B5EF4-FFF2-40B4-BE49-F238E27FC236}">
                  <a16:creationId xmlns:a16="http://schemas.microsoft.com/office/drawing/2014/main" id="{A1CB58E5-0337-4D78-973D-EB4C187D65E1}"/>
                </a:ext>
              </a:extLst>
            </p:cNvPr>
            <p:cNvSpPr/>
            <p:nvPr/>
          </p:nvSpPr>
          <p:spPr>
            <a:xfrm>
              <a:off x="4325302" y="3105149"/>
              <a:ext cx="79057" cy="385762"/>
            </a:xfrm>
            <a:custGeom>
              <a:avLst/>
              <a:gdLst>
                <a:gd name="connsiteX0" fmla="*/ 79057 w 79057"/>
                <a:gd name="connsiteY0" fmla="*/ 38100 h 385762"/>
                <a:gd name="connsiteX1" fmla="*/ 39053 w 79057"/>
                <a:gd name="connsiteY1" fmla="*/ 76200 h 385762"/>
                <a:gd name="connsiteX2" fmla="*/ 0 w 79057"/>
                <a:gd name="connsiteY2" fmla="*/ 38100 h 385762"/>
                <a:gd name="connsiteX3" fmla="*/ 39053 w 79057"/>
                <a:gd name="connsiteY3" fmla="*/ 0 h 385762"/>
                <a:gd name="connsiteX4" fmla="*/ 79057 w 79057"/>
                <a:gd name="connsiteY4" fmla="*/ 38100 h 385762"/>
                <a:gd name="connsiteX5" fmla="*/ 71438 w 79057"/>
                <a:gd name="connsiteY5" fmla="*/ 385763 h 385762"/>
                <a:gd name="connsiteX6" fmla="*/ 9525 w 79057"/>
                <a:gd name="connsiteY6" fmla="*/ 385763 h 385762"/>
                <a:gd name="connsiteX7" fmla="*/ 9525 w 79057"/>
                <a:gd name="connsiteY7" fmla="*/ 119063 h 385762"/>
                <a:gd name="connsiteX8" fmla="*/ 71438 w 79057"/>
                <a:gd name="connsiteY8" fmla="*/ 119063 h 385762"/>
                <a:gd name="connsiteX9" fmla="*/ 71438 w 79057"/>
                <a:gd name="connsiteY9" fmla="*/ 385763 h 385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5762">
                  <a:moveTo>
                    <a:pt x="79057" y="38100"/>
                  </a:moveTo>
                  <a:cubicBezTo>
                    <a:pt x="79057" y="60008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3" y="0"/>
                  </a:cubicBezTo>
                  <a:cubicBezTo>
                    <a:pt x="61913" y="0"/>
                    <a:pt x="79057" y="16192"/>
                    <a:pt x="79057" y="38100"/>
                  </a:cubicBezTo>
                  <a:close/>
                  <a:moveTo>
                    <a:pt x="71438" y="385763"/>
                  </a:moveTo>
                  <a:lnTo>
                    <a:pt x="9525" y="385763"/>
                  </a:lnTo>
                  <a:lnTo>
                    <a:pt x="9525" y="119063"/>
                  </a:lnTo>
                  <a:lnTo>
                    <a:pt x="71438" y="119063"/>
                  </a:lnTo>
                  <a:lnTo>
                    <a:pt x="71438" y="385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3" name="Freihandform: Form 192">
              <a:extLst>
                <a:ext uri="{FF2B5EF4-FFF2-40B4-BE49-F238E27FC236}">
                  <a16:creationId xmlns:a16="http://schemas.microsoft.com/office/drawing/2014/main" id="{2E40E8D8-E199-40E6-8690-1DE14E0E527A}"/>
                </a:ext>
              </a:extLst>
            </p:cNvPr>
            <p:cNvSpPr/>
            <p:nvPr/>
          </p:nvSpPr>
          <p:spPr>
            <a:xfrm>
              <a:off x="4463414" y="3216591"/>
              <a:ext cx="224790" cy="280035"/>
            </a:xfrm>
            <a:custGeom>
              <a:avLst/>
              <a:gdLst>
                <a:gd name="connsiteX0" fmla="*/ 222885 w 224790"/>
                <a:gd name="connsiteY0" fmla="*/ 237173 h 280035"/>
                <a:gd name="connsiteX1" fmla="*/ 127635 w 224790"/>
                <a:gd name="connsiteY1" fmla="*/ 280035 h 280035"/>
                <a:gd name="connsiteX2" fmla="*/ 0 w 224790"/>
                <a:gd name="connsiteY2" fmla="*/ 140970 h 280035"/>
                <a:gd name="connsiteX3" fmla="*/ 128588 w 224790"/>
                <a:gd name="connsiteY3" fmla="*/ 0 h 280035"/>
                <a:gd name="connsiteX4" fmla="*/ 224790 w 224790"/>
                <a:gd name="connsiteY4" fmla="*/ 45720 h 280035"/>
                <a:gd name="connsiteX5" fmla="*/ 181928 w 224790"/>
                <a:gd name="connsiteY5" fmla="*/ 86678 h 280035"/>
                <a:gd name="connsiteX6" fmla="*/ 128588 w 224790"/>
                <a:gd name="connsiteY6" fmla="*/ 57150 h 280035"/>
                <a:gd name="connsiteX7" fmla="*/ 62865 w 224790"/>
                <a:gd name="connsiteY7" fmla="*/ 140017 h 280035"/>
                <a:gd name="connsiteX8" fmla="*/ 128588 w 224790"/>
                <a:gd name="connsiteY8" fmla="*/ 222885 h 280035"/>
                <a:gd name="connsiteX9" fmla="*/ 183832 w 224790"/>
                <a:gd name="connsiteY9" fmla="*/ 193358 h 280035"/>
                <a:gd name="connsiteX10" fmla="*/ 222885 w 224790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4" name="Freihandform: Form 193">
              <a:extLst>
                <a:ext uri="{FF2B5EF4-FFF2-40B4-BE49-F238E27FC236}">
                  <a16:creationId xmlns:a16="http://schemas.microsoft.com/office/drawing/2014/main" id="{7DFCBBCB-6A89-4252-AF71-8A399106D1F1}"/>
                </a:ext>
              </a:extLst>
            </p:cNvPr>
            <p:cNvSpPr/>
            <p:nvPr/>
          </p:nvSpPr>
          <p:spPr>
            <a:xfrm>
              <a:off x="4742496" y="3100387"/>
              <a:ext cx="228600" cy="390525"/>
            </a:xfrm>
            <a:custGeom>
              <a:avLst/>
              <a:gdLst>
                <a:gd name="connsiteX0" fmla="*/ 228600 w 228600"/>
                <a:gd name="connsiteY0" fmla="*/ 390525 h 390525"/>
                <a:gd name="connsiteX1" fmla="*/ 166688 w 228600"/>
                <a:gd name="connsiteY1" fmla="*/ 390525 h 390525"/>
                <a:gd name="connsiteX2" fmla="*/ 166688 w 228600"/>
                <a:gd name="connsiteY2" fmla="*/ 238125 h 390525"/>
                <a:gd name="connsiteX3" fmla="*/ 117158 w 228600"/>
                <a:gd name="connsiteY3" fmla="*/ 173355 h 390525"/>
                <a:gd name="connsiteX4" fmla="*/ 61913 w 228600"/>
                <a:gd name="connsiteY4" fmla="*/ 238125 h 390525"/>
                <a:gd name="connsiteX5" fmla="*/ 61913 w 228600"/>
                <a:gd name="connsiteY5" fmla="*/ 390525 h 390525"/>
                <a:gd name="connsiteX6" fmla="*/ 0 w 228600"/>
                <a:gd name="connsiteY6" fmla="*/ 390525 h 390525"/>
                <a:gd name="connsiteX7" fmla="*/ 0 w 228600"/>
                <a:gd name="connsiteY7" fmla="*/ 16192 h 390525"/>
                <a:gd name="connsiteX8" fmla="*/ 61913 w 228600"/>
                <a:gd name="connsiteY8" fmla="*/ 0 h 390525"/>
                <a:gd name="connsiteX9" fmla="*/ 61913 w 228600"/>
                <a:gd name="connsiteY9" fmla="*/ 155258 h 390525"/>
                <a:gd name="connsiteX10" fmla="*/ 62865 w 228600"/>
                <a:gd name="connsiteY10" fmla="*/ 155258 h 390525"/>
                <a:gd name="connsiteX11" fmla="*/ 140970 w 228600"/>
                <a:gd name="connsiteY11" fmla="*/ 116205 h 390525"/>
                <a:gd name="connsiteX12" fmla="*/ 228600 w 228600"/>
                <a:gd name="connsiteY12" fmla="*/ 223838 h 390525"/>
                <a:gd name="connsiteX13" fmla="*/ 228600 w 228600"/>
                <a:gd name="connsiteY13" fmla="*/ 390525 h 390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90525">
                  <a:moveTo>
                    <a:pt x="228600" y="390525"/>
                  </a:moveTo>
                  <a:lnTo>
                    <a:pt x="166688" y="390525"/>
                  </a:lnTo>
                  <a:lnTo>
                    <a:pt x="166688" y="238125"/>
                  </a:lnTo>
                  <a:cubicBezTo>
                    <a:pt x="166688" y="199073"/>
                    <a:pt x="154305" y="173355"/>
                    <a:pt x="117158" y="173355"/>
                  </a:cubicBezTo>
                  <a:cubicBezTo>
                    <a:pt x="74295" y="173355"/>
                    <a:pt x="61913" y="207645"/>
                    <a:pt x="61913" y="238125"/>
                  </a:cubicBezTo>
                  <a:lnTo>
                    <a:pt x="61913" y="390525"/>
                  </a:lnTo>
                  <a:lnTo>
                    <a:pt x="0" y="390525"/>
                  </a:lnTo>
                  <a:lnTo>
                    <a:pt x="0" y="16192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9052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5" name="Freihandform: Form 194">
              <a:extLst>
                <a:ext uri="{FF2B5EF4-FFF2-40B4-BE49-F238E27FC236}">
                  <a16:creationId xmlns:a16="http://schemas.microsoft.com/office/drawing/2014/main" id="{D044F98B-5734-42E9-BBDC-067BF4F1A0C8}"/>
                </a:ext>
              </a:extLst>
            </p:cNvPr>
            <p:cNvSpPr/>
            <p:nvPr/>
          </p:nvSpPr>
          <p:spPr>
            <a:xfrm>
              <a:off x="5209221" y="3122294"/>
              <a:ext cx="273367" cy="368617"/>
            </a:xfrm>
            <a:custGeom>
              <a:avLst/>
              <a:gdLst>
                <a:gd name="connsiteX0" fmla="*/ 64770 w 273367"/>
                <a:gd name="connsiteY0" fmla="*/ 368617 h 368617"/>
                <a:gd name="connsiteX1" fmla="*/ 0 w 273367"/>
                <a:gd name="connsiteY1" fmla="*/ 368617 h 368617"/>
                <a:gd name="connsiteX2" fmla="*/ 0 w 273367"/>
                <a:gd name="connsiteY2" fmla="*/ 0 h 368617"/>
                <a:gd name="connsiteX3" fmla="*/ 137160 w 273367"/>
                <a:gd name="connsiteY3" fmla="*/ 0 h 368617"/>
                <a:gd name="connsiteX4" fmla="*/ 263843 w 273367"/>
                <a:gd name="connsiteY4" fmla="*/ 108585 h 368617"/>
                <a:gd name="connsiteX5" fmla="*/ 188595 w 273367"/>
                <a:gd name="connsiteY5" fmla="*/ 214313 h 368617"/>
                <a:gd name="connsiteX6" fmla="*/ 273368 w 273367"/>
                <a:gd name="connsiteY6" fmla="*/ 368617 h 368617"/>
                <a:gd name="connsiteX7" fmla="*/ 196215 w 273367"/>
                <a:gd name="connsiteY7" fmla="*/ 368617 h 368617"/>
                <a:gd name="connsiteX8" fmla="*/ 120015 w 273367"/>
                <a:gd name="connsiteY8" fmla="*/ 220980 h 368617"/>
                <a:gd name="connsiteX9" fmla="*/ 63818 w 273367"/>
                <a:gd name="connsiteY9" fmla="*/ 220980 h 368617"/>
                <a:gd name="connsiteX10" fmla="*/ 63818 w 273367"/>
                <a:gd name="connsiteY10" fmla="*/ 368617 h 368617"/>
                <a:gd name="connsiteX11" fmla="*/ 197168 w 273367"/>
                <a:gd name="connsiteY11" fmla="*/ 110490 h 368617"/>
                <a:gd name="connsiteX12" fmla="*/ 131445 w 273367"/>
                <a:gd name="connsiteY12" fmla="*/ 57150 h 368617"/>
                <a:gd name="connsiteX13" fmla="*/ 64770 w 273367"/>
                <a:gd name="connsiteY13" fmla="*/ 57150 h 368617"/>
                <a:gd name="connsiteX14" fmla="*/ 64770 w 273367"/>
                <a:gd name="connsiteY14" fmla="*/ 164782 h 368617"/>
                <a:gd name="connsiteX15" fmla="*/ 128588 w 273367"/>
                <a:gd name="connsiteY15" fmla="*/ 164782 h 368617"/>
                <a:gd name="connsiteX16" fmla="*/ 197168 w 273367"/>
                <a:gd name="connsiteY16" fmla="*/ 110490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73367" h="368617">
                  <a:moveTo>
                    <a:pt x="64770" y="368617"/>
                  </a:moveTo>
                  <a:lnTo>
                    <a:pt x="0" y="368617"/>
                  </a:lnTo>
                  <a:lnTo>
                    <a:pt x="0" y="0"/>
                  </a:lnTo>
                  <a:lnTo>
                    <a:pt x="137160" y="0"/>
                  </a:lnTo>
                  <a:cubicBezTo>
                    <a:pt x="215265" y="0"/>
                    <a:pt x="263843" y="36195"/>
                    <a:pt x="263843" y="108585"/>
                  </a:cubicBezTo>
                  <a:cubicBezTo>
                    <a:pt x="263843" y="164782"/>
                    <a:pt x="235268" y="200025"/>
                    <a:pt x="188595" y="214313"/>
                  </a:cubicBezTo>
                  <a:lnTo>
                    <a:pt x="273368" y="368617"/>
                  </a:lnTo>
                  <a:lnTo>
                    <a:pt x="196215" y="368617"/>
                  </a:lnTo>
                  <a:lnTo>
                    <a:pt x="120015" y="220980"/>
                  </a:lnTo>
                  <a:lnTo>
                    <a:pt x="63818" y="220980"/>
                  </a:lnTo>
                  <a:lnTo>
                    <a:pt x="63818" y="368617"/>
                  </a:lnTo>
                  <a:close/>
                  <a:moveTo>
                    <a:pt x="197168" y="110490"/>
                  </a:moveTo>
                  <a:cubicBezTo>
                    <a:pt x="197168" y="74295"/>
                    <a:pt x="174308" y="57150"/>
                    <a:pt x="131445" y="57150"/>
                  </a:cubicBezTo>
                  <a:lnTo>
                    <a:pt x="64770" y="57150"/>
                  </a:lnTo>
                  <a:lnTo>
                    <a:pt x="64770" y="164782"/>
                  </a:lnTo>
                  <a:lnTo>
                    <a:pt x="128588" y="164782"/>
                  </a:lnTo>
                  <a:cubicBezTo>
                    <a:pt x="173355" y="164782"/>
                    <a:pt x="197168" y="146685"/>
                    <a:pt x="197168" y="1104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6" name="Freihandform: Form 195">
              <a:extLst>
                <a:ext uri="{FF2B5EF4-FFF2-40B4-BE49-F238E27FC236}">
                  <a16:creationId xmlns:a16="http://schemas.microsoft.com/office/drawing/2014/main" id="{E8E11B17-21F7-4146-9AEE-EA09D477F64C}"/>
                </a:ext>
              </a:extLst>
            </p:cNvPr>
            <p:cNvSpPr/>
            <p:nvPr/>
          </p:nvSpPr>
          <p:spPr>
            <a:xfrm>
              <a:off x="5523546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3 w 242887"/>
                <a:gd name="connsiteY11" fmla="*/ 115252 h 279082"/>
                <a:gd name="connsiteX12" fmla="*/ 124778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3" y="264795"/>
                    <a:pt x="173355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7" name="Freihandform: Form 196">
              <a:extLst>
                <a:ext uri="{FF2B5EF4-FFF2-40B4-BE49-F238E27FC236}">
                  <a16:creationId xmlns:a16="http://schemas.microsoft.com/office/drawing/2014/main" id="{F60207F7-354C-4DC5-B567-13E1323DA64D}"/>
                </a:ext>
              </a:extLst>
            </p:cNvPr>
            <p:cNvSpPr/>
            <p:nvPr/>
          </p:nvSpPr>
          <p:spPr>
            <a:xfrm>
              <a:off x="5821679" y="3216591"/>
              <a:ext cx="224789" cy="280035"/>
            </a:xfrm>
            <a:custGeom>
              <a:avLst/>
              <a:gdLst>
                <a:gd name="connsiteX0" fmla="*/ 222885 w 224789"/>
                <a:gd name="connsiteY0" fmla="*/ 237173 h 280035"/>
                <a:gd name="connsiteX1" fmla="*/ 127635 w 224789"/>
                <a:gd name="connsiteY1" fmla="*/ 280035 h 280035"/>
                <a:gd name="connsiteX2" fmla="*/ 0 w 224789"/>
                <a:gd name="connsiteY2" fmla="*/ 140970 h 280035"/>
                <a:gd name="connsiteX3" fmla="*/ 128588 w 224789"/>
                <a:gd name="connsiteY3" fmla="*/ 0 h 280035"/>
                <a:gd name="connsiteX4" fmla="*/ 224790 w 224789"/>
                <a:gd name="connsiteY4" fmla="*/ 45720 h 280035"/>
                <a:gd name="connsiteX5" fmla="*/ 181927 w 224789"/>
                <a:gd name="connsiteY5" fmla="*/ 86678 h 280035"/>
                <a:gd name="connsiteX6" fmla="*/ 128588 w 224789"/>
                <a:gd name="connsiteY6" fmla="*/ 57150 h 280035"/>
                <a:gd name="connsiteX7" fmla="*/ 62865 w 224789"/>
                <a:gd name="connsiteY7" fmla="*/ 140017 h 280035"/>
                <a:gd name="connsiteX8" fmla="*/ 128588 w 224789"/>
                <a:gd name="connsiteY8" fmla="*/ 222885 h 280035"/>
                <a:gd name="connsiteX9" fmla="*/ 183832 w 224789"/>
                <a:gd name="connsiteY9" fmla="*/ 193358 h 280035"/>
                <a:gd name="connsiteX10" fmla="*/ 222885 w 224789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8" name="Freihandform: Form 197">
              <a:extLst>
                <a:ext uri="{FF2B5EF4-FFF2-40B4-BE49-F238E27FC236}">
                  <a16:creationId xmlns:a16="http://schemas.microsoft.com/office/drawing/2014/main" id="{BD7EF543-609B-464D-AB24-9183FF26AC61}"/>
                </a:ext>
              </a:extLst>
            </p:cNvPr>
            <p:cNvSpPr/>
            <p:nvPr/>
          </p:nvSpPr>
          <p:spPr>
            <a:xfrm>
              <a:off x="6099809" y="3100387"/>
              <a:ext cx="228600" cy="390525"/>
            </a:xfrm>
            <a:custGeom>
              <a:avLst/>
              <a:gdLst>
                <a:gd name="connsiteX0" fmla="*/ 228600 w 228600"/>
                <a:gd name="connsiteY0" fmla="*/ 390525 h 390525"/>
                <a:gd name="connsiteX1" fmla="*/ 166688 w 228600"/>
                <a:gd name="connsiteY1" fmla="*/ 390525 h 390525"/>
                <a:gd name="connsiteX2" fmla="*/ 166688 w 228600"/>
                <a:gd name="connsiteY2" fmla="*/ 238125 h 390525"/>
                <a:gd name="connsiteX3" fmla="*/ 117158 w 228600"/>
                <a:gd name="connsiteY3" fmla="*/ 173355 h 390525"/>
                <a:gd name="connsiteX4" fmla="*/ 61913 w 228600"/>
                <a:gd name="connsiteY4" fmla="*/ 238125 h 390525"/>
                <a:gd name="connsiteX5" fmla="*/ 61913 w 228600"/>
                <a:gd name="connsiteY5" fmla="*/ 390525 h 390525"/>
                <a:gd name="connsiteX6" fmla="*/ 0 w 228600"/>
                <a:gd name="connsiteY6" fmla="*/ 390525 h 390525"/>
                <a:gd name="connsiteX7" fmla="*/ 0 w 228600"/>
                <a:gd name="connsiteY7" fmla="*/ 16192 h 390525"/>
                <a:gd name="connsiteX8" fmla="*/ 61913 w 228600"/>
                <a:gd name="connsiteY8" fmla="*/ 0 h 390525"/>
                <a:gd name="connsiteX9" fmla="*/ 61913 w 228600"/>
                <a:gd name="connsiteY9" fmla="*/ 155258 h 390525"/>
                <a:gd name="connsiteX10" fmla="*/ 62865 w 228600"/>
                <a:gd name="connsiteY10" fmla="*/ 155258 h 390525"/>
                <a:gd name="connsiteX11" fmla="*/ 140970 w 228600"/>
                <a:gd name="connsiteY11" fmla="*/ 116205 h 390525"/>
                <a:gd name="connsiteX12" fmla="*/ 228600 w 228600"/>
                <a:gd name="connsiteY12" fmla="*/ 223838 h 390525"/>
                <a:gd name="connsiteX13" fmla="*/ 228600 w 228600"/>
                <a:gd name="connsiteY13" fmla="*/ 390525 h 390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90525">
                  <a:moveTo>
                    <a:pt x="228600" y="390525"/>
                  </a:moveTo>
                  <a:lnTo>
                    <a:pt x="166688" y="390525"/>
                  </a:lnTo>
                  <a:lnTo>
                    <a:pt x="166688" y="238125"/>
                  </a:lnTo>
                  <a:cubicBezTo>
                    <a:pt x="166688" y="199073"/>
                    <a:pt x="154305" y="173355"/>
                    <a:pt x="117158" y="173355"/>
                  </a:cubicBezTo>
                  <a:cubicBezTo>
                    <a:pt x="74295" y="173355"/>
                    <a:pt x="61913" y="207645"/>
                    <a:pt x="61913" y="238125"/>
                  </a:cubicBezTo>
                  <a:lnTo>
                    <a:pt x="61913" y="390525"/>
                  </a:lnTo>
                  <a:lnTo>
                    <a:pt x="0" y="390525"/>
                  </a:lnTo>
                  <a:lnTo>
                    <a:pt x="0" y="16192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9052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9" name="Freihandform: Form 198">
              <a:extLst>
                <a:ext uri="{FF2B5EF4-FFF2-40B4-BE49-F238E27FC236}">
                  <a16:creationId xmlns:a16="http://schemas.microsoft.com/office/drawing/2014/main" id="{41AD4F9E-3A5A-488E-B51D-8A2B38B0CDAA}"/>
                </a:ext>
              </a:extLst>
            </p:cNvPr>
            <p:cNvSpPr/>
            <p:nvPr/>
          </p:nvSpPr>
          <p:spPr>
            <a:xfrm>
              <a:off x="6377939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7 w 165734"/>
                <a:gd name="connsiteY9" fmla="*/ 0 h 358140"/>
                <a:gd name="connsiteX10" fmla="*/ 101917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7 w 165734"/>
                <a:gd name="connsiteY13" fmla="*/ 138113 h 358140"/>
                <a:gd name="connsiteX14" fmla="*/ 101917 w 165734"/>
                <a:gd name="connsiteY14" fmla="*/ 269558 h 358140"/>
                <a:gd name="connsiteX15" fmla="*/ 130492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2"/>
                    <a:pt x="110490" y="304800"/>
                    <a:pt x="130492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0" name="Freihandform: Form 199">
              <a:extLst>
                <a:ext uri="{FF2B5EF4-FFF2-40B4-BE49-F238E27FC236}">
                  <a16:creationId xmlns:a16="http://schemas.microsoft.com/office/drawing/2014/main" id="{25A0CED0-0736-4758-B8A6-67E6234B3EDF}"/>
                </a:ext>
              </a:extLst>
            </p:cNvPr>
            <p:cNvSpPr/>
            <p:nvPr/>
          </p:nvSpPr>
          <p:spPr>
            <a:xfrm>
              <a:off x="6588442" y="3216591"/>
              <a:ext cx="205739" cy="280035"/>
            </a:xfrm>
            <a:custGeom>
              <a:avLst/>
              <a:gdLst>
                <a:gd name="connsiteX0" fmla="*/ 29527 w 205739"/>
                <a:gd name="connsiteY0" fmla="*/ 198120 h 280035"/>
                <a:gd name="connsiteX1" fmla="*/ 104775 w 205739"/>
                <a:gd name="connsiteY1" fmla="*/ 227648 h 280035"/>
                <a:gd name="connsiteX2" fmla="*/ 143827 w 205739"/>
                <a:gd name="connsiteY2" fmla="*/ 200978 h 280035"/>
                <a:gd name="connsiteX3" fmla="*/ 10477 w 205739"/>
                <a:gd name="connsiteY3" fmla="*/ 82868 h 280035"/>
                <a:gd name="connsiteX4" fmla="*/ 111443 w 205739"/>
                <a:gd name="connsiteY4" fmla="*/ 0 h 280035"/>
                <a:gd name="connsiteX5" fmla="*/ 203835 w 205739"/>
                <a:gd name="connsiteY5" fmla="*/ 27623 h 280035"/>
                <a:gd name="connsiteX6" fmla="*/ 174307 w 205739"/>
                <a:gd name="connsiteY6" fmla="*/ 76200 h 280035"/>
                <a:gd name="connsiteX7" fmla="*/ 110490 w 205739"/>
                <a:gd name="connsiteY7" fmla="*/ 52388 h 280035"/>
                <a:gd name="connsiteX8" fmla="*/ 72390 w 205739"/>
                <a:gd name="connsiteY8" fmla="*/ 77153 h 280035"/>
                <a:gd name="connsiteX9" fmla="*/ 205740 w 205739"/>
                <a:gd name="connsiteY9" fmla="*/ 195263 h 280035"/>
                <a:gd name="connsiteX10" fmla="*/ 102870 w 205739"/>
                <a:gd name="connsiteY10" fmla="*/ 280035 h 280035"/>
                <a:gd name="connsiteX11" fmla="*/ 0 w 205739"/>
                <a:gd name="connsiteY11" fmla="*/ 247650 h 280035"/>
                <a:gd name="connsiteX12" fmla="*/ 29527 w 205739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5">
                  <a:moveTo>
                    <a:pt x="29527" y="198120"/>
                  </a:moveTo>
                  <a:cubicBezTo>
                    <a:pt x="56197" y="218123"/>
                    <a:pt x="80963" y="227648"/>
                    <a:pt x="104775" y="227648"/>
                  </a:cubicBezTo>
                  <a:cubicBezTo>
                    <a:pt x="127635" y="227648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3" y="0"/>
                  </a:cubicBezTo>
                  <a:cubicBezTo>
                    <a:pt x="143827" y="0"/>
                    <a:pt x="175260" y="9525"/>
                    <a:pt x="203835" y="27623"/>
                  </a:cubicBezTo>
                  <a:lnTo>
                    <a:pt x="174307" y="76200"/>
                  </a:lnTo>
                  <a:cubicBezTo>
                    <a:pt x="151447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1" name="Freihandform: Form 200">
              <a:extLst>
                <a:ext uri="{FF2B5EF4-FFF2-40B4-BE49-F238E27FC236}">
                  <a16:creationId xmlns:a16="http://schemas.microsoft.com/office/drawing/2014/main" id="{D6034CFF-5D81-4E3B-ADF5-49B995423F73}"/>
                </a:ext>
              </a:extLst>
            </p:cNvPr>
            <p:cNvSpPr/>
            <p:nvPr/>
          </p:nvSpPr>
          <p:spPr>
            <a:xfrm>
              <a:off x="6837044" y="3224212"/>
              <a:ext cx="376237" cy="266700"/>
            </a:xfrm>
            <a:custGeom>
              <a:avLst/>
              <a:gdLst>
                <a:gd name="connsiteX0" fmla="*/ 376238 w 376237"/>
                <a:gd name="connsiteY0" fmla="*/ 0 h 266700"/>
                <a:gd name="connsiteX1" fmla="*/ 297180 w 376237"/>
                <a:gd name="connsiteY1" fmla="*/ 266700 h 266700"/>
                <a:gd name="connsiteX2" fmla="*/ 237173 w 376237"/>
                <a:gd name="connsiteY2" fmla="*/ 266700 h 266700"/>
                <a:gd name="connsiteX3" fmla="*/ 188595 w 376237"/>
                <a:gd name="connsiteY3" fmla="*/ 81915 h 266700"/>
                <a:gd name="connsiteX4" fmla="*/ 187643 w 376237"/>
                <a:gd name="connsiteY4" fmla="*/ 81915 h 266700"/>
                <a:gd name="connsiteX5" fmla="*/ 139065 w 376237"/>
                <a:gd name="connsiteY5" fmla="*/ 266700 h 266700"/>
                <a:gd name="connsiteX6" fmla="*/ 79057 w 376237"/>
                <a:gd name="connsiteY6" fmla="*/ 266700 h 266700"/>
                <a:gd name="connsiteX7" fmla="*/ 0 w 376237"/>
                <a:gd name="connsiteY7" fmla="*/ 0 h 266700"/>
                <a:gd name="connsiteX8" fmla="*/ 65723 w 376237"/>
                <a:gd name="connsiteY8" fmla="*/ 0 h 266700"/>
                <a:gd name="connsiteX9" fmla="*/ 111443 w 376237"/>
                <a:gd name="connsiteY9" fmla="*/ 180022 h 266700"/>
                <a:gd name="connsiteX10" fmla="*/ 112395 w 376237"/>
                <a:gd name="connsiteY10" fmla="*/ 180022 h 266700"/>
                <a:gd name="connsiteX11" fmla="*/ 159068 w 376237"/>
                <a:gd name="connsiteY11" fmla="*/ 0 h 266700"/>
                <a:gd name="connsiteX12" fmla="*/ 216218 w 376237"/>
                <a:gd name="connsiteY12" fmla="*/ 0 h 266700"/>
                <a:gd name="connsiteX13" fmla="*/ 264795 w 376237"/>
                <a:gd name="connsiteY13" fmla="*/ 180022 h 266700"/>
                <a:gd name="connsiteX14" fmla="*/ 265748 w 376237"/>
                <a:gd name="connsiteY14" fmla="*/ 180022 h 266700"/>
                <a:gd name="connsiteX15" fmla="*/ 311468 w 376237"/>
                <a:gd name="connsiteY15" fmla="*/ 0 h 266700"/>
                <a:gd name="connsiteX16" fmla="*/ 376238 w 376237"/>
                <a:gd name="connsiteY16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76237" h="266700">
                  <a:moveTo>
                    <a:pt x="376238" y="0"/>
                  </a:moveTo>
                  <a:lnTo>
                    <a:pt x="297180" y="266700"/>
                  </a:lnTo>
                  <a:lnTo>
                    <a:pt x="237173" y="266700"/>
                  </a:lnTo>
                  <a:lnTo>
                    <a:pt x="188595" y="81915"/>
                  </a:lnTo>
                  <a:lnTo>
                    <a:pt x="187643" y="81915"/>
                  </a:lnTo>
                  <a:lnTo>
                    <a:pt x="139065" y="266700"/>
                  </a:lnTo>
                  <a:lnTo>
                    <a:pt x="79057" y="266700"/>
                  </a:lnTo>
                  <a:lnTo>
                    <a:pt x="0" y="0"/>
                  </a:lnTo>
                  <a:lnTo>
                    <a:pt x="65723" y="0"/>
                  </a:lnTo>
                  <a:lnTo>
                    <a:pt x="111443" y="180022"/>
                  </a:lnTo>
                  <a:lnTo>
                    <a:pt x="112395" y="180022"/>
                  </a:lnTo>
                  <a:lnTo>
                    <a:pt x="159068" y="0"/>
                  </a:lnTo>
                  <a:lnTo>
                    <a:pt x="216218" y="0"/>
                  </a:lnTo>
                  <a:lnTo>
                    <a:pt x="264795" y="180022"/>
                  </a:lnTo>
                  <a:lnTo>
                    <a:pt x="265748" y="180022"/>
                  </a:lnTo>
                  <a:lnTo>
                    <a:pt x="311468" y="0"/>
                  </a:lnTo>
                  <a:lnTo>
                    <a:pt x="3762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2" name="Freihandform: Form 201">
              <a:extLst>
                <a:ext uri="{FF2B5EF4-FFF2-40B4-BE49-F238E27FC236}">
                  <a16:creationId xmlns:a16="http://schemas.microsoft.com/office/drawing/2014/main" id="{E15FD32D-BAE8-461A-93DC-08CDBAEF08FB}"/>
                </a:ext>
              </a:extLst>
            </p:cNvPr>
            <p:cNvSpPr/>
            <p:nvPr/>
          </p:nvSpPr>
          <p:spPr>
            <a:xfrm>
              <a:off x="7259954" y="3105149"/>
              <a:ext cx="79057" cy="385762"/>
            </a:xfrm>
            <a:custGeom>
              <a:avLst/>
              <a:gdLst>
                <a:gd name="connsiteX0" fmla="*/ 79057 w 79057"/>
                <a:gd name="connsiteY0" fmla="*/ 38100 h 385762"/>
                <a:gd name="connsiteX1" fmla="*/ 39052 w 79057"/>
                <a:gd name="connsiteY1" fmla="*/ 76200 h 385762"/>
                <a:gd name="connsiteX2" fmla="*/ 0 w 79057"/>
                <a:gd name="connsiteY2" fmla="*/ 38100 h 385762"/>
                <a:gd name="connsiteX3" fmla="*/ 39052 w 79057"/>
                <a:gd name="connsiteY3" fmla="*/ 0 h 385762"/>
                <a:gd name="connsiteX4" fmla="*/ 79057 w 79057"/>
                <a:gd name="connsiteY4" fmla="*/ 38100 h 385762"/>
                <a:gd name="connsiteX5" fmla="*/ 70485 w 79057"/>
                <a:gd name="connsiteY5" fmla="*/ 385763 h 385762"/>
                <a:gd name="connsiteX6" fmla="*/ 8572 w 79057"/>
                <a:gd name="connsiteY6" fmla="*/ 385763 h 385762"/>
                <a:gd name="connsiteX7" fmla="*/ 8572 w 79057"/>
                <a:gd name="connsiteY7" fmla="*/ 119063 h 385762"/>
                <a:gd name="connsiteX8" fmla="*/ 70485 w 79057"/>
                <a:gd name="connsiteY8" fmla="*/ 119063 h 385762"/>
                <a:gd name="connsiteX9" fmla="*/ 70485 w 79057"/>
                <a:gd name="connsiteY9" fmla="*/ 385763 h 385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5762">
                  <a:moveTo>
                    <a:pt x="79057" y="38100"/>
                  </a:moveTo>
                  <a:cubicBezTo>
                    <a:pt x="79057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1913" y="0"/>
                    <a:pt x="79057" y="16192"/>
                    <a:pt x="79057" y="38100"/>
                  </a:cubicBezTo>
                  <a:close/>
                  <a:moveTo>
                    <a:pt x="70485" y="385763"/>
                  </a:moveTo>
                  <a:lnTo>
                    <a:pt x="8572" y="385763"/>
                  </a:lnTo>
                  <a:lnTo>
                    <a:pt x="8572" y="119063"/>
                  </a:lnTo>
                  <a:lnTo>
                    <a:pt x="70485" y="119063"/>
                  </a:lnTo>
                  <a:lnTo>
                    <a:pt x="70485" y="385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3" name="Freihandform: Form 202">
              <a:extLst>
                <a:ext uri="{FF2B5EF4-FFF2-40B4-BE49-F238E27FC236}">
                  <a16:creationId xmlns:a16="http://schemas.microsoft.com/office/drawing/2014/main" id="{E969D33B-E173-42C9-8DF1-CC58FEBFF2C5}"/>
                </a:ext>
              </a:extLst>
            </p:cNvPr>
            <p:cNvSpPr/>
            <p:nvPr/>
          </p:nvSpPr>
          <p:spPr>
            <a:xfrm>
              <a:off x="7388542" y="3216591"/>
              <a:ext cx="205739" cy="280035"/>
            </a:xfrm>
            <a:custGeom>
              <a:avLst/>
              <a:gdLst>
                <a:gd name="connsiteX0" fmla="*/ 29527 w 205739"/>
                <a:gd name="connsiteY0" fmla="*/ 198120 h 280035"/>
                <a:gd name="connsiteX1" fmla="*/ 104775 w 205739"/>
                <a:gd name="connsiteY1" fmla="*/ 227648 h 280035"/>
                <a:gd name="connsiteX2" fmla="*/ 143827 w 205739"/>
                <a:gd name="connsiteY2" fmla="*/ 200978 h 280035"/>
                <a:gd name="connsiteX3" fmla="*/ 10477 w 205739"/>
                <a:gd name="connsiteY3" fmla="*/ 82868 h 280035"/>
                <a:gd name="connsiteX4" fmla="*/ 111443 w 205739"/>
                <a:gd name="connsiteY4" fmla="*/ 0 h 280035"/>
                <a:gd name="connsiteX5" fmla="*/ 203835 w 205739"/>
                <a:gd name="connsiteY5" fmla="*/ 27623 h 280035"/>
                <a:gd name="connsiteX6" fmla="*/ 174307 w 205739"/>
                <a:gd name="connsiteY6" fmla="*/ 76200 h 280035"/>
                <a:gd name="connsiteX7" fmla="*/ 110490 w 205739"/>
                <a:gd name="connsiteY7" fmla="*/ 52388 h 280035"/>
                <a:gd name="connsiteX8" fmla="*/ 72390 w 205739"/>
                <a:gd name="connsiteY8" fmla="*/ 77153 h 280035"/>
                <a:gd name="connsiteX9" fmla="*/ 205740 w 205739"/>
                <a:gd name="connsiteY9" fmla="*/ 195263 h 280035"/>
                <a:gd name="connsiteX10" fmla="*/ 102870 w 205739"/>
                <a:gd name="connsiteY10" fmla="*/ 280035 h 280035"/>
                <a:gd name="connsiteX11" fmla="*/ 0 w 205739"/>
                <a:gd name="connsiteY11" fmla="*/ 247650 h 280035"/>
                <a:gd name="connsiteX12" fmla="*/ 29527 w 205739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5">
                  <a:moveTo>
                    <a:pt x="29527" y="198120"/>
                  </a:moveTo>
                  <a:cubicBezTo>
                    <a:pt x="56197" y="218123"/>
                    <a:pt x="80963" y="227648"/>
                    <a:pt x="104775" y="227648"/>
                  </a:cubicBezTo>
                  <a:cubicBezTo>
                    <a:pt x="127635" y="227648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3" y="0"/>
                  </a:cubicBezTo>
                  <a:cubicBezTo>
                    <a:pt x="143827" y="0"/>
                    <a:pt x="175260" y="9525"/>
                    <a:pt x="203835" y="27623"/>
                  </a:cubicBezTo>
                  <a:lnTo>
                    <a:pt x="174307" y="76200"/>
                  </a:lnTo>
                  <a:cubicBezTo>
                    <a:pt x="151447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4" name="Freihandform: Form 203">
              <a:extLst>
                <a:ext uri="{FF2B5EF4-FFF2-40B4-BE49-F238E27FC236}">
                  <a16:creationId xmlns:a16="http://schemas.microsoft.com/office/drawing/2014/main" id="{613E92FC-45A9-4270-8118-8D444A59C709}"/>
                </a:ext>
              </a:extLst>
            </p:cNvPr>
            <p:cNvSpPr/>
            <p:nvPr/>
          </p:nvSpPr>
          <p:spPr>
            <a:xfrm>
              <a:off x="7635239" y="3216591"/>
              <a:ext cx="205740" cy="280035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3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6198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3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5" name="Freihandform: Form 204">
              <a:extLst>
                <a:ext uri="{FF2B5EF4-FFF2-40B4-BE49-F238E27FC236}">
                  <a16:creationId xmlns:a16="http://schemas.microsoft.com/office/drawing/2014/main" id="{424268E4-C7CA-4E6F-A748-A35B009CF8EA}"/>
                </a:ext>
              </a:extLst>
            </p:cNvPr>
            <p:cNvSpPr/>
            <p:nvPr/>
          </p:nvSpPr>
          <p:spPr>
            <a:xfrm>
              <a:off x="7890509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6" name="Freihandform: Form 205">
              <a:extLst>
                <a:ext uri="{FF2B5EF4-FFF2-40B4-BE49-F238E27FC236}">
                  <a16:creationId xmlns:a16="http://schemas.microsoft.com/office/drawing/2014/main" id="{0B1A7E44-CA7A-4D72-921B-A6BD6BAD08D5}"/>
                </a:ext>
              </a:extLst>
            </p:cNvPr>
            <p:cNvSpPr/>
            <p:nvPr/>
          </p:nvSpPr>
          <p:spPr>
            <a:xfrm>
              <a:off x="8202929" y="3217544"/>
              <a:ext cx="228600" cy="273367"/>
            </a:xfrm>
            <a:custGeom>
              <a:avLst/>
              <a:gdLst>
                <a:gd name="connsiteX0" fmla="*/ 228600 w 228600"/>
                <a:gd name="connsiteY0" fmla="*/ 273367 h 273367"/>
                <a:gd name="connsiteX1" fmla="*/ 166688 w 228600"/>
                <a:gd name="connsiteY1" fmla="*/ 273367 h 273367"/>
                <a:gd name="connsiteX2" fmla="*/ 166688 w 228600"/>
                <a:gd name="connsiteY2" fmla="*/ 120967 h 273367"/>
                <a:gd name="connsiteX3" fmla="*/ 117157 w 228600"/>
                <a:gd name="connsiteY3" fmla="*/ 56197 h 273367"/>
                <a:gd name="connsiteX4" fmla="*/ 61913 w 228600"/>
                <a:gd name="connsiteY4" fmla="*/ 120967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3 h 273367"/>
                <a:gd name="connsiteX13" fmla="*/ 228600 w 228600"/>
                <a:gd name="connsiteY13" fmla="*/ 273367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3367"/>
                  </a:moveTo>
                  <a:lnTo>
                    <a:pt x="166688" y="273367"/>
                  </a:lnTo>
                  <a:lnTo>
                    <a:pt x="166688" y="120967"/>
                  </a:lnTo>
                  <a:cubicBezTo>
                    <a:pt x="166688" y="81915"/>
                    <a:pt x="155257" y="56197"/>
                    <a:pt x="117157" y="56197"/>
                  </a:cubicBezTo>
                  <a:cubicBezTo>
                    <a:pt x="73343" y="56197"/>
                    <a:pt x="61913" y="91440"/>
                    <a:pt x="61913" y="120967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336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7" name="Freihandform: Form 206">
              <a:extLst>
                <a:ext uri="{FF2B5EF4-FFF2-40B4-BE49-F238E27FC236}">
                  <a16:creationId xmlns:a16="http://schemas.microsoft.com/office/drawing/2014/main" id="{48B8BCB8-4E94-4420-8742-33238C69DDAA}"/>
                </a:ext>
              </a:extLst>
            </p:cNvPr>
            <p:cNvSpPr/>
            <p:nvPr/>
          </p:nvSpPr>
          <p:spPr>
            <a:xfrm>
              <a:off x="8487726" y="3216591"/>
              <a:ext cx="205740" cy="280035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3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6198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3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8" name="Freihandform: Form 207">
              <a:extLst>
                <a:ext uri="{FF2B5EF4-FFF2-40B4-BE49-F238E27FC236}">
                  <a16:creationId xmlns:a16="http://schemas.microsoft.com/office/drawing/2014/main" id="{3A089B16-79B7-4421-8A7B-33771D317057}"/>
                </a:ext>
              </a:extLst>
            </p:cNvPr>
            <p:cNvSpPr/>
            <p:nvPr/>
          </p:nvSpPr>
          <p:spPr>
            <a:xfrm>
              <a:off x="8743949" y="3216591"/>
              <a:ext cx="224789" cy="280035"/>
            </a:xfrm>
            <a:custGeom>
              <a:avLst/>
              <a:gdLst>
                <a:gd name="connsiteX0" fmla="*/ 222885 w 224789"/>
                <a:gd name="connsiteY0" fmla="*/ 237173 h 280035"/>
                <a:gd name="connsiteX1" fmla="*/ 127635 w 224789"/>
                <a:gd name="connsiteY1" fmla="*/ 280035 h 280035"/>
                <a:gd name="connsiteX2" fmla="*/ 0 w 224789"/>
                <a:gd name="connsiteY2" fmla="*/ 140970 h 280035"/>
                <a:gd name="connsiteX3" fmla="*/ 128588 w 224789"/>
                <a:gd name="connsiteY3" fmla="*/ 0 h 280035"/>
                <a:gd name="connsiteX4" fmla="*/ 224790 w 224789"/>
                <a:gd name="connsiteY4" fmla="*/ 45720 h 280035"/>
                <a:gd name="connsiteX5" fmla="*/ 181927 w 224789"/>
                <a:gd name="connsiteY5" fmla="*/ 86678 h 280035"/>
                <a:gd name="connsiteX6" fmla="*/ 128588 w 224789"/>
                <a:gd name="connsiteY6" fmla="*/ 57150 h 280035"/>
                <a:gd name="connsiteX7" fmla="*/ 62865 w 224789"/>
                <a:gd name="connsiteY7" fmla="*/ 140017 h 280035"/>
                <a:gd name="connsiteX8" fmla="*/ 128588 w 224789"/>
                <a:gd name="connsiteY8" fmla="*/ 222885 h 280035"/>
                <a:gd name="connsiteX9" fmla="*/ 183832 w 224789"/>
                <a:gd name="connsiteY9" fmla="*/ 193358 h 280035"/>
                <a:gd name="connsiteX10" fmla="*/ 222885 w 224789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9" name="Freihandform: Form 208">
              <a:extLst>
                <a:ext uri="{FF2B5EF4-FFF2-40B4-BE49-F238E27FC236}">
                  <a16:creationId xmlns:a16="http://schemas.microsoft.com/office/drawing/2014/main" id="{10CDFE04-0DE2-40A3-B8E8-039583FFFFA0}"/>
                </a:ext>
              </a:extLst>
            </p:cNvPr>
            <p:cNvSpPr/>
            <p:nvPr/>
          </p:nvSpPr>
          <p:spPr>
            <a:xfrm>
              <a:off x="9022079" y="3100387"/>
              <a:ext cx="228600" cy="390525"/>
            </a:xfrm>
            <a:custGeom>
              <a:avLst/>
              <a:gdLst>
                <a:gd name="connsiteX0" fmla="*/ 228600 w 228600"/>
                <a:gd name="connsiteY0" fmla="*/ 390525 h 390525"/>
                <a:gd name="connsiteX1" fmla="*/ 166688 w 228600"/>
                <a:gd name="connsiteY1" fmla="*/ 390525 h 390525"/>
                <a:gd name="connsiteX2" fmla="*/ 166688 w 228600"/>
                <a:gd name="connsiteY2" fmla="*/ 238125 h 390525"/>
                <a:gd name="connsiteX3" fmla="*/ 117157 w 228600"/>
                <a:gd name="connsiteY3" fmla="*/ 173355 h 390525"/>
                <a:gd name="connsiteX4" fmla="*/ 61913 w 228600"/>
                <a:gd name="connsiteY4" fmla="*/ 238125 h 390525"/>
                <a:gd name="connsiteX5" fmla="*/ 61913 w 228600"/>
                <a:gd name="connsiteY5" fmla="*/ 390525 h 390525"/>
                <a:gd name="connsiteX6" fmla="*/ 0 w 228600"/>
                <a:gd name="connsiteY6" fmla="*/ 390525 h 390525"/>
                <a:gd name="connsiteX7" fmla="*/ 0 w 228600"/>
                <a:gd name="connsiteY7" fmla="*/ 16192 h 390525"/>
                <a:gd name="connsiteX8" fmla="*/ 61913 w 228600"/>
                <a:gd name="connsiteY8" fmla="*/ 0 h 390525"/>
                <a:gd name="connsiteX9" fmla="*/ 61913 w 228600"/>
                <a:gd name="connsiteY9" fmla="*/ 155258 h 390525"/>
                <a:gd name="connsiteX10" fmla="*/ 62865 w 228600"/>
                <a:gd name="connsiteY10" fmla="*/ 155258 h 390525"/>
                <a:gd name="connsiteX11" fmla="*/ 140970 w 228600"/>
                <a:gd name="connsiteY11" fmla="*/ 116205 h 390525"/>
                <a:gd name="connsiteX12" fmla="*/ 228600 w 228600"/>
                <a:gd name="connsiteY12" fmla="*/ 223838 h 390525"/>
                <a:gd name="connsiteX13" fmla="*/ 228600 w 228600"/>
                <a:gd name="connsiteY13" fmla="*/ 390525 h 390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90525">
                  <a:moveTo>
                    <a:pt x="228600" y="390525"/>
                  </a:moveTo>
                  <a:lnTo>
                    <a:pt x="166688" y="390525"/>
                  </a:lnTo>
                  <a:lnTo>
                    <a:pt x="166688" y="238125"/>
                  </a:lnTo>
                  <a:cubicBezTo>
                    <a:pt x="166688" y="199073"/>
                    <a:pt x="154305" y="173355"/>
                    <a:pt x="117157" y="173355"/>
                  </a:cubicBezTo>
                  <a:cubicBezTo>
                    <a:pt x="74295" y="173355"/>
                    <a:pt x="61913" y="207645"/>
                    <a:pt x="61913" y="238125"/>
                  </a:cubicBezTo>
                  <a:lnTo>
                    <a:pt x="61913" y="390525"/>
                  </a:lnTo>
                  <a:lnTo>
                    <a:pt x="0" y="390525"/>
                  </a:lnTo>
                  <a:lnTo>
                    <a:pt x="0" y="16192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7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9052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0" name="Freihandform: Form 209">
              <a:extLst>
                <a:ext uri="{FF2B5EF4-FFF2-40B4-BE49-F238E27FC236}">
                  <a16:creationId xmlns:a16="http://schemas.microsoft.com/office/drawing/2014/main" id="{A02586C2-A0C5-4A83-B646-C10FFF020C60}"/>
                </a:ext>
              </a:extLst>
            </p:cNvPr>
            <p:cNvSpPr/>
            <p:nvPr/>
          </p:nvSpPr>
          <p:spPr>
            <a:xfrm>
              <a:off x="9312592" y="3217544"/>
              <a:ext cx="225742" cy="279082"/>
            </a:xfrm>
            <a:custGeom>
              <a:avLst/>
              <a:gdLst>
                <a:gd name="connsiteX0" fmla="*/ 114300 w 225742"/>
                <a:gd name="connsiteY0" fmla="*/ 107633 h 279082"/>
                <a:gd name="connsiteX1" fmla="*/ 164782 w 225742"/>
                <a:gd name="connsiteY1" fmla="*/ 113347 h 279082"/>
                <a:gd name="connsiteX2" fmla="*/ 164782 w 225742"/>
                <a:gd name="connsiteY2" fmla="*/ 103822 h 279082"/>
                <a:gd name="connsiteX3" fmla="*/ 105727 w 225742"/>
                <a:gd name="connsiteY3" fmla="*/ 52388 h 279082"/>
                <a:gd name="connsiteX4" fmla="*/ 38100 w 225742"/>
                <a:gd name="connsiteY4" fmla="*/ 67627 h 279082"/>
                <a:gd name="connsiteX5" fmla="*/ 24765 w 225742"/>
                <a:gd name="connsiteY5" fmla="*/ 15240 h 279082"/>
                <a:gd name="connsiteX6" fmla="*/ 112395 w 225742"/>
                <a:gd name="connsiteY6" fmla="*/ 0 h 279082"/>
                <a:gd name="connsiteX7" fmla="*/ 225743 w 225742"/>
                <a:gd name="connsiteY7" fmla="*/ 102870 h 279082"/>
                <a:gd name="connsiteX8" fmla="*/ 225743 w 225742"/>
                <a:gd name="connsiteY8" fmla="*/ 273367 h 279082"/>
                <a:gd name="connsiteX9" fmla="*/ 166688 w 225742"/>
                <a:gd name="connsiteY9" fmla="*/ 273367 h 279082"/>
                <a:gd name="connsiteX10" fmla="*/ 166688 w 225742"/>
                <a:gd name="connsiteY10" fmla="*/ 244792 h 279082"/>
                <a:gd name="connsiteX11" fmla="*/ 165735 w 225742"/>
                <a:gd name="connsiteY11" fmla="*/ 244792 h 279082"/>
                <a:gd name="connsiteX12" fmla="*/ 87630 w 225742"/>
                <a:gd name="connsiteY12" fmla="*/ 279083 h 279082"/>
                <a:gd name="connsiteX13" fmla="*/ 0 w 225742"/>
                <a:gd name="connsiteY13" fmla="*/ 194310 h 279082"/>
                <a:gd name="connsiteX14" fmla="*/ 114300 w 225742"/>
                <a:gd name="connsiteY14" fmla="*/ 107633 h 279082"/>
                <a:gd name="connsiteX15" fmla="*/ 103822 w 225742"/>
                <a:gd name="connsiteY15" fmla="*/ 232410 h 279082"/>
                <a:gd name="connsiteX16" fmla="*/ 164782 w 225742"/>
                <a:gd name="connsiteY16" fmla="*/ 200025 h 279082"/>
                <a:gd name="connsiteX17" fmla="*/ 164782 w 225742"/>
                <a:gd name="connsiteY17" fmla="*/ 153352 h 279082"/>
                <a:gd name="connsiteX18" fmla="*/ 120968 w 225742"/>
                <a:gd name="connsiteY18" fmla="*/ 148590 h 279082"/>
                <a:gd name="connsiteX19" fmla="*/ 59055 w 225742"/>
                <a:gd name="connsiteY19" fmla="*/ 192405 h 279082"/>
                <a:gd name="connsiteX20" fmla="*/ 103822 w 225742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42" h="279082">
                  <a:moveTo>
                    <a:pt x="114300" y="107633"/>
                  </a:moveTo>
                  <a:cubicBezTo>
                    <a:pt x="131445" y="107633"/>
                    <a:pt x="147638" y="108585"/>
                    <a:pt x="164782" y="113347"/>
                  </a:cubicBezTo>
                  <a:lnTo>
                    <a:pt x="164782" y="103822"/>
                  </a:lnTo>
                  <a:cubicBezTo>
                    <a:pt x="164782" y="69532"/>
                    <a:pt x="144780" y="52388"/>
                    <a:pt x="105727" y="52388"/>
                  </a:cubicBezTo>
                  <a:cubicBezTo>
                    <a:pt x="83820" y="52388"/>
                    <a:pt x="60007" y="57150"/>
                    <a:pt x="38100" y="67627"/>
                  </a:cubicBezTo>
                  <a:lnTo>
                    <a:pt x="24765" y="15240"/>
                  </a:lnTo>
                  <a:cubicBezTo>
                    <a:pt x="49530" y="5715"/>
                    <a:pt x="81915" y="0"/>
                    <a:pt x="112395" y="0"/>
                  </a:cubicBezTo>
                  <a:cubicBezTo>
                    <a:pt x="187643" y="0"/>
                    <a:pt x="225743" y="35242"/>
                    <a:pt x="225743" y="102870"/>
                  </a:cubicBezTo>
                  <a:lnTo>
                    <a:pt x="225743" y="273367"/>
                  </a:lnTo>
                  <a:lnTo>
                    <a:pt x="166688" y="273367"/>
                  </a:lnTo>
                  <a:lnTo>
                    <a:pt x="166688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4300" y="107633"/>
                  </a:cubicBezTo>
                  <a:close/>
                  <a:moveTo>
                    <a:pt x="103822" y="232410"/>
                  </a:moveTo>
                  <a:cubicBezTo>
                    <a:pt x="126682" y="232410"/>
                    <a:pt x="147638" y="220980"/>
                    <a:pt x="164782" y="200025"/>
                  </a:cubicBezTo>
                  <a:lnTo>
                    <a:pt x="164782" y="153352"/>
                  </a:lnTo>
                  <a:cubicBezTo>
                    <a:pt x="150495" y="149542"/>
                    <a:pt x="135255" y="148590"/>
                    <a:pt x="120968" y="148590"/>
                  </a:cubicBezTo>
                  <a:cubicBezTo>
                    <a:pt x="81915" y="148590"/>
                    <a:pt x="59055" y="163830"/>
                    <a:pt x="59055" y="192405"/>
                  </a:cubicBezTo>
                  <a:cubicBezTo>
                    <a:pt x="60007" y="217170"/>
                    <a:pt x="77152" y="232410"/>
                    <a:pt x="103822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1" name="Freihandform: Form 210">
              <a:extLst>
                <a:ext uri="{FF2B5EF4-FFF2-40B4-BE49-F238E27FC236}">
                  <a16:creationId xmlns:a16="http://schemas.microsoft.com/office/drawing/2014/main" id="{BB25F2AB-0F00-40D3-93FB-A91039D5E6E0}"/>
                </a:ext>
              </a:extLst>
            </p:cNvPr>
            <p:cNvSpPr/>
            <p:nvPr/>
          </p:nvSpPr>
          <p:spPr>
            <a:xfrm>
              <a:off x="9588817" y="3097529"/>
              <a:ext cx="162877" cy="393382"/>
            </a:xfrm>
            <a:custGeom>
              <a:avLst/>
              <a:gdLst>
                <a:gd name="connsiteX0" fmla="*/ 162877 w 162877"/>
                <a:gd name="connsiteY0" fmla="*/ 58103 h 393382"/>
                <a:gd name="connsiteX1" fmla="*/ 135255 w 162877"/>
                <a:gd name="connsiteY1" fmla="*/ 53340 h 393382"/>
                <a:gd name="connsiteX2" fmla="*/ 101918 w 162877"/>
                <a:gd name="connsiteY2" fmla="*/ 90488 h 393382"/>
                <a:gd name="connsiteX3" fmla="*/ 101918 w 162877"/>
                <a:gd name="connsiteY3" fmla="*/ 126683 h 393382"/>
                <a:gd name="connsiteX4" fmla="*/ 155257 w 162877"/>
                <a:gd name="connsiteY4" fmla="*/ 126683 h 393382"/>
                <a:gd name="connsiteX5" fmla="*/ 155257 w 162877"/>
                <a:gd name="connsiteY5" fmla="*/ 178118 h 393382"/>
                <a:gd name="connsiteX6" fmla="*/ 102870 w 162877"/>
                <a:gd name="connsiteY6" fmla="*/ 178118 h 393382"/>
                <a:gd name="connsiteX7" fmla="*/ 102870 w 162877"/>
                <a:gd name="connsiteY7" fmla="*/ 393383 h 393382"/>
                <a:gd name="connsiteX8" fmla="*/ 40957 w 162877"/>
                <a:gd name="connsiteY8" fmla="*/ 393383 h 393382"/>
                <a:gd name="connsiteX9" fmla="*/ 40957 w 162877"/>
                <a:gd name="connsiteY9" fmla="*/ 179070 h 393382"/>
                <a:gd name="connsiteX10" fmla="*/ 0 w 162877"/>
                <a:gd name="connsiteY10" fmla="*/ 179070 h 393382"/>
                <a:gd name="connsiteX11" fmla="*/ 0 w 162877"/>
                <a:gd name="connsiteY11" fmla="*/ 126683 h 393382"/>
                <a:gd name="connsiteX12" fmla="*/ 40957 w 162877"/>
                <a:gd name="connsiteY12" fmla="*/ 126683 h 393382"/>
                <a:gd name="connsiteX13" fmla="*/ 40957 w 162877"/>
                <a:gd name="connsiteY13" fmla="*/ 88583 h 393382"/>
                <a:gd name="connsiteX14" fmla="*/ 125730 w 162877"/>
                <a:gd name="connsiteY14" fmla="*/ 0 h 393382"/>
                <a:gd name="connsiteX15" fmla="*/ 162877 w 162877"/>
                <a:gd name="connsiteY15" fmla="*/ 5715 h 393382"/>
                <a:gd name="connsiteX16" fmla="*/ 162877 w 162877"/>
                <a:gd name="connsiteY16" fmla="*/ 58103 h 393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2877" h="393382">
                  <a:moveTo>
                    <a:pt x="162877" y="58103"/>
                  </a:moveTo>
                  <a:cubicBezTo>
                    <a:pt x="154305" y="54293"/>
                    <a:pt x="144780" y="53340"/>
                    <a:pt x="135255" y="53340"/>
                  </a:cubicBezTo>
                  <a:cubicBezTo>
                    <a:pt x="111443" y="53340"/>
                    <a:pt x="101918" y="65723"/>
                    <a:pt x="101918" y="90488"/>
                  </a:cubicBezTo>
                  <a:lnTo>
                    <a:pt x="101918" y="126683"/>
                  </a:lnTo>
                  <a:lnTo>
                    <a:pt x="155257" y="126683"/>
                  </a:lnTo>
                  <a:lnTo>
                    <a:pt x="155257" y="178118"/>
                  </a:lnTo>
                  <a:lnTo>
                    <a:pt x="102870" y="178118"/>
                  </a:lnTo>
                  <a:lnTo>
                    <a:pt x="102870" y="393383"/>
                  </a:lnTo>
                  <a:lnTo>
                    <a:pt x="40957" y="393383"/>
                  </a:lnTo>
                  <a:lnTo>
                    <a:pt x="40957" y="179070"/>
                  </a:lnTo>
                  <a:lnTo>
                    <a:pt x="0" y="179070"/>
                  </a:lnTo>
                  <a:lnTo>
                    <a:pt x="0" y="126683"/>
                  </a:lnTo>
                  <a:lnTo>
                    <a:pt x="40957" y="126683"/>
                  </a:lnTo>
                  <a:lnTo>
                    <a:pt x="40957" y="88583"/>
                  </a:lnTo>
                  <a:cubicBezTo>
                    <a:pt x="40957" y="33338"/>
                    <a:pt x="65722" y="0"/>
                    <a:pt x="125730" y="0"/>
                  </a:cubicBezTo>
                  <a:cubicBezTo>
                    <a:pt x="139065" y="0"/>
                    <a:pt x="152400" y="1905"/>
                    <a:pt x="162877" y="5715"/>
                  </a:cubicBezTo>
                  <a:lnTo>
                    <a:pt x="162877" y="5810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2" name="Freihandform: Form 211">
              <a:extLst>
                <a:ext uri="{FF2B5EF4-FFF2-40B4-BE49-F238E27FC236}">
                  <a16:creationId xmlns:a16="http://schemas.microsoft.com/office/drawing/2014/main" id="{A09C787C-EDC2-4567-8249-D6C78F28212E}"/>
                </a:ext>
              </a:extLst>
            </p:cNvPr>
            <p:cNvSpPr/>
            <p:nvPr/>
          </p:nvSpPr>
          <p:spPr>
            <a:xfrm>
              <a:off x="9785984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7 w 165734"/>
                <a:gd name="connsiteY9" fmla="*/ 0 h 358140"/>
                <a:gd name="connsiteX10" fmla="*/ 101917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7 w 165734"/>
                <a:gd name="connsiteY13" fmla="*/ 138113 h 358140"/>
                <a:gd name="connsiteX14" fmla="*/ 101917 w 165734"/>
                <a:gd name="connsiteY14" fmla="*/ 269558 h 358140"/>
                <a:gd name="connsiteX15" fmla="*/ 130492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2"/>
                    <a:pt x="110490" y="304800"/>
                    <a:pt x="130492" y="304800"/>
                  </a:cubicBezTo>
                  <a:cubicBezTo>
                    <a:pt x="141922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4985262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D2658-7651-4A2B-829E-0990405D9E80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BF8056C4-F1A1-4860-B863-70A38CCE20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8060" y="235471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A4B92765-C038-4DB7-B6CF-33827BB8741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8318" y="235471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02 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B48DD939-0764-4598-B8A8-5EF7FD589A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8060" y="452537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0169AC75-2D8F-414A-A2F5-470DEC8B533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18" y="452537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05 </a:t>
            </a:r>
          </a:p>
        </p:txBody>
      </p:sp>
      <p:sp>
        <p:nvSpPr>
          <p:cNvPr id="17" name="Textplatzhalter 6">
            <a:extLst>
              <a:ext uri="{FF2B5EF4-FFF2-40B4-BE49-F238E27FC236}">
                <a16:creationId xmlns:a16="http://schemas.microsoft.com/office/drawing/2014/main" id="{78F9E3F2-C660-4ABB-83AF-3F5B3E2F77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8060" y="307826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CAB2683D-D5E7-45B9-9133-F4CFD483FA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8318" y="307826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03 </a:t>
            </a:r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952E3AD3-9675-4713-A437-FEFA1B54002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48060" y="380182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1" name="Textplatzhalter 6">
            <a:extLst>
              <a:ext uri="{FF2B5EF4-FFF2-40B4-BE49-F238E27FC236}">
                <a16:creationId xmlns:a16="http://schemas.microsoft.com/office/drawing/2014/main" id="{1852432A-5FDF-42C2-BC07-F1752012B84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8318" y="380182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04 </a:t>
            </a:r>
          </a:p>
        </p:txBody>
      </p:sp>
      <p:sp>
        <p:nvSpPr>
          <p:cNvPr id="24" name="Textplatzhalter 6">
            <a:extLst>
              <a:ext uri="{FF2B5EF4-FFF2-40B4-BE49-F238E27FC236}">
                <a16:creationId xmlns:a16="http://schemas.microsoft.com/office/drawing/2014/main" id="{B2468A8B-4816-458C-AEB6-53AB9CF88AF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8060" y="5248930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5" name="Textplatzhalter 6">
            <a:extLst>
              <a:ext uri="{FF2B5EF4-FFF2-40B4-BE49-F238E27FC236}">
                <a16:creationId xmlns:a16="http://schemas.microsoft.com/office/drawing/2014/main" id="{F92C0AC2-BCD1-47F5-99DB-35823E79AB9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8318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06 </a:t>
            </a:r>
          </a:p>
        </p:txBody>
      </p:sp>
      <p:sp>
        <p:nvSpPr>
          <p:cNvPr id="26" name="Textplatzhalter 6">
            <a:extLst>
              <a:ext uri="{FF2B5EF4-FFF2-40B4-BE49-F238E27FC236}">
                <a16:creationId xmlns:a16="http://schemas.microsoft.com/office/drawing/2014/main" id="{6E5C8951-ED83-4B8D-A041-11DC6291DD8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636190" y="1632184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27" name="Textplatzhalter 6">
            <a:extLst>
              <a:ext uri="{FF2B5EF4-FFF2-40B4-BE49-F238E27FC236}">
                <a16:creationId xmlns:a16="http://schemas.microsoft.com/office/drawing/2014/main" id="{7D6B79FA-8C76-4CA9-AF55-F7541503ECB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06332" y="1632184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07 </a:t>
            </a:r>
          </a:p>
        </p:txBody>
      </p:sp>
      <p:sp>
        <p:nvSpPr>
          <p:cNvPr id="28" name="Textplatzhalter 6">
            <a:extLst>
              <a:ext uri="{FF2B5EF4-FFF2-40B4-BE49-F238E27FC236}">
                <a16:creationId xmlns:a16="http://schemas.microsoft.com/office/drawing/2014/main" id="{89249A36-CB58-4007-8E81-30FA75194BA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36190" y="2355533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29" name="Textplatzhalter 6">
            <a:extLst>
              <a:ext uri="{FF2B5EF4-FFF2-40B4-BE49-F238E27FC236}">
                <a16:creationId xmlns:a16="http://schemas.microsoft.com/office/drawing/2014/main" id="{953A9A61-99D0-44B5-89EB-1D1035F914B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06332" y="2355533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08 </a:t>
            </a:r>
          </a:p>
        </p:txBody>
      </p:sp>
      <p:sp>
        <p:nvSpPr>
          <p:cNvPr id="30" name="Textplatzhalter 6">
            <a:extLst>
              <a:ext uri="{FF2B5EF4-FFF2-40B4-BE49-F238E27FC236}">
                <a16:creationId xmlns:a16="http://schemas.microsoft.com/office/drawing/2014/main" id="{E80B7F99-D2A6-486E-BB92-8192AB563EF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636190" y="4525580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1" name="Textplatzhalter 6">
            <a:extLst>
              <a:ext uri="{FF2B5EF4-FFF2-40B4-BE49-F238E27FC236}">
                <a16:creationId xmlns:a16="http://schemas.microsoft.com/office/drawing/2014/main" id="{C08D70F6-D151-42E1-8F5E-DD5ADD0927D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206332" y="4525580"/>
            <a:ext cx="30784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11 </a:t>
            </a:r>
          </a:p>
        </p:txBody>
      </p:sp>
      <p:sp>
        <p:nvSpPr>
          <p:cNvPr id="32" name="Textplatzhalter 6">
            <a:extLst>
              <a:ext uri="{FF2B5EF4-FFF2-40B4-BE49-F238E27FC236}">
                <a16:creationId xmlns:a16="http://schemas.microsoft.com/office/drawing/2014/main" id="{34991AD2-EBFD-4358-9611-2BE7F693C7F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636190" y="3078882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3" name="Textplatzhalter 6">
            <a:extLst>
              <a:ext uri="{FF2B5EF4-FFF2-40B4-BE49-F238E27FC236}">
                <a16:creationId xmlns:a16="http://schemas.microsoft.com/office/drawing/2014/main" id="{E6132B6E-46AD-4F19-ACEF-FC5E2EBEEE7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06332" y="3078882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09 </a:t>
            </a:r>
          </a:p>
        </p:txBody>
      </p:sp>
      <p:sp>
        <p:nvSpPr>
          <p:cNvPr id="34" name="Textplatzhalter 6">
            <a:extLst>
              <a:ext uri="{FF2B5EF4-FFF2-40B4-BE49-F238E27FC236}">
                <a16:creationId xmlns:a16="http://schemas.microsoft.com/office/drawing/2014/main" id="{5B29B58B-9C14-4145-95A8-C62AC51F1A6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36190" y="3802231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5" name="Textplatzhalter 6">
            <a:extLst>
              <a:ext uri="{FF2B5EF4-FFF2-40B4-BE49-F238E27FC236}">
                <a16:creationId xmlns:a16="http://schemas.microsoft.com/office/drawing/2014/main" id="{5E6DB4F9-1F61-4B1E-8694-CF32F6ABEB8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6332" y="380223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10 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F139CCA6-FA40-4FAD-991E-8F0D932F40B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636190" y="5248930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7" name="Textplatzhalter 6">
            <a:extLst>
              <a:ext uri="{FF2B5EF4-FFF2-40B4-BE49-F238E27FC236}">
                <a16:creationId xmlns:a16="http://schemas.microsoft.com/office/drawing/2014/main" id="{4ABC58A4-2FF6-4DD6-B7CE-07D57A9854B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06332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12 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83D1D4D-3108-48AF-9002-E2787CA11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332399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8" name="Textplatzhalter 9">
            <a:extLst>
              <a:ext uri="{FF2B5EF4-FFF2-40B4-BE49-F238E27FC236}">
                <a16:creationId xmlns:a16="http://schemas.microsoft.com/office/drawing/2014/main" id="{37A4DE60-6537-42AA-B80E-663634EF66B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9" name="Textplatzhalter 6">
            <a:extLst>
              <a:ext uri="{FF2B5EF4-FFF2-40B4-BE49-F238E27FC236}">
                <a16:creationId xmlns:a16="http://schemas.microsoft.com/office/drawing/2014/main" id="{D6F3326C-A71E-4096-84A9-CBF2623C8C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8060" y="163115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40" name="Textplatzhalter 6">
            <a:extLst>
              <a:ext uri="{FF2B5EF4-FFF2-40B4-BE49-F238E27FC236}">
                <a16:creationId xmlns:a16="http://schemas.microsoft.com/office/drawing/2014/main" id="{E6C7796D-6ED1-4B91-AD58-8FB5EA6F6F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18" y="163115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01 </a:t>
            </a:r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86D31599-AF4C-4469-80F6-AA369A20BF0B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</p:spTree>
    <p:extLst>
      <p:ext uri="{BB962C8B-B14F-4D97-AF65-F5344CB8AC3E}">
        <p14:creationId xmlns:p14="http://schemas.microsoft.com/office/powerpoint/2010/main" val="2519410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|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21F1A-64E5-42E4-8CF5-CA6ADDDB8C64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39" name="Bildplatzhalter 8">
            <a:extLst>
              <a:ext uri="{FF2B5EF4-FFF2-40B4-BE49-F238E27FC236}">
                <a16:creationId xmlns:a16="http://schemas.microsoft.com/office/drawing/2014/main" id="{C307E1A8-BB91-4A01-9481-49FD8B5663F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206329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40" name="Textplatzhalter 10">
            <a:extLst>
              <a:ext uri="{FF2B5EF4-FFF2-40B4-BE49-F238E27FC236}">
                <a16:creationId xmlns:a16="http://schemas.microsoft.com/office/drawing/2014/main" id="{7ADEC47A-086D-40D0-ACA4-69135933812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06329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Textplatzhalter 6">
            <a:extLst>
              <a:ext uri="{FF2B5EF4-FFF2-40B4-BE49-F238E27FC236}">
                <a16:creationId xmlns:a16="http://schemas.microsoft.com/office/drawing/2014/main" id="{814385D7-3CBE-40E3-B67F-C8C515F3C0E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8060" y="235471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6" name="Textplatzhalter 6">
            <a:extLst>
              <a:ext uri="{FF2B5EF4-FFF2-40B4-BE49-F238E27FC236}">
                <a16:creationId xmlns:a16="http://schemas.microsoft.com/office/drawing/2014/main" id="{BF0108A6-83E5-4EB1-9FFE-599D1B8CC3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8318" y="235471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02 </a:t>
            </a:r>
          </a:p>
        </p:txBody>
      </p:sp>
      <p:sp>
        <p:nvSpPr>
          <p:cNvPr id="27" name="Textplatzhalter 6">
            <a:extLst>
              <a:ext uri="{FF2B5EF4-FFF2-40B4-BE49-F238E27FC236}">
                <a16:creationId xmlns:a16="http://schemas.microsoft.com/office/drawing/2014/main" id="{267C2477-3228-475F-AFD7-A441A08AAE5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8060" y="452537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8" name="Textplatzhalter 6">
            <a:extLst>
              <a:ext uri="{FF2B5EF4-FFF2-40B4-BE49-F238E27FC236}">
                <a16:creationId xmlns:a16="http://schemas.microsoft.com/office/drawing/2014/main" id="{372EDABB-0CB3-495E-B38E-EBB187C3F00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18" y="452537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05 </a:t>
            </a:r>
          </a:p>
        </p:txBody>
      </p:sp>
      <p:sp>
        <p:nvSpPr>
          <p:cNvPr id="29" name="Textplatzhalter 6">
            <a:extLst>
              <a:ext uri="{FF2B5EF4-FFF2-40B4-BE49-F238E27FC236}">
                <a16:creationId xmlns:a16="http://schemas.microsoft.com/office/drawing/2014/main" id="{F8DE391A-D3CD-46A0-9DA6-BE18B632C97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8060" y="307826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0" name="Textplatzhalter 6">
            <a:extLst>
              <a:ext uri="{FF2B5EF4-FFF2-40B4-BE49-F238E27FC236}">
                <a16:creationId xmlns:a16="http://schemas.microsoft.com/office/drawing/2014/main" id="{6D22FFA5-3E37-4F35-A696-49186B6B111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8318" y="307826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03 </a:t>
            </a:r>
          </a:p>
        </p:txBody>
      </p:sp>
      <p:sp>
        <p:nvSpPr>
          <p:cNvPr id="31" name="Textplatzhalter 6">
            <a:extLst>
              <a:ext uri="{FF2B5EF4-FFF2-40B4-BE49-F238E27FC236}">
                <a16:creationId xmlns:a16="http://schemas.microsoft.com/office/drawing/2014/main" id="{BFD50D54-7BD1-4F76-8C9C-C2D77E59243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48060" y="380182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2" name="Textplatzhalter 6">
            <a:extLst>
              <a:ext uri="{FF2B5EF4-FFF2-40B4-BE49-F238E27FC236}">
                <a16:creationId xmlns:a16="http://schemas.microsoft.com/office/drawing/2014/main" id="{1CB17604-E112-4197-B54C-292891529DF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8318" y="380182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04 </a:t>
            </a:r>
          </a:p>
        </p:txBody>
      </p:sp>
      <p:sp>
        <p:nvSpPr>
          <p:cNvPr id="33" name="Textplatzhalter 6">
            <a:extLst>
              <a:ext uri="{FF2B5EF4-FFF2-40B4-BE49-F238E27FC236}">
                <a16:creationId xmlns:a16="http://schemas.microsoft.com/office/drawing/2014/main" id="{D30B4D90-1B5E-403E-AD31-C3200403209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8060" y="5248930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4" name="Textplatzhalter 6">
            <a:extLst>
              <a:ext uri="{FF2B5EF4-FFF2-40B4-BE49-F238E27FC236}">
                <a16:creationId xmlns:a16="http://schemas.microsoft.com/office/drawing/2014/main" id="{72B1944A-640B-4200-A785-CFA163F7181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8318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06 </a:t>
            </a:r>
          </a:p>
        </p:txBody>
      </p:sp>
      <p:sp>
        <p:nvSpPr>
          <p:cNvPr id="35" name="Textplatzhalter 6">
            <a:extLst>
              <a:ext uri="{FF2B5EF4-FFF2-40B4-BE49-F238E27FC236}">
                <a16:creationId xmlns:a16="http://schemas.microsoft.com/office/drawing/2014/main" id="{5ECB7BBA-6A53-45DD-882E-1DF6A99780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8060" y="163115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FE56B6C1-047C-44D7-B1DD-8B723581E0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18" y="163115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01 </a:t>
            </a:r>
          </a:p>
        </p:txBody>
      </p:sp>
      <p:sp>
        <p:nvSpPr>
          <p:cNvPr id="21" name="Bildplatzhalter 6">
            <a:extLst>
              <a:ext uri="{FF2B5EF4-FFF2-40B4-BE49-F238E27FC236}">
                <a16:creationId xmlns:a16="http://schemas.microsoft.com/office/drawing/2014/main" id="{8F4DFED6-EBAA-4D0C-A5C6-CD2902883FB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65D3C98-AF8F-400F-858D-1D6CD4B95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24" name="Textplatzhalter 9">
            <a:extLst>
              <a:ext uri="{FF2B5EF4-FFF2-40B4-BE49-F238E27FC236}">
                <a16:creationId xmlns:a16="http://schemas.microsoft.com/office/drawing/2014/main" id="{48A61E00-2C71-4160-8106-B46A2E72025C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1760054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trenn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318" y="2875002"/>
            <a:ext cx="11157743" cy="1107996"/>
          </a:xfrm>
        </p:spPr>
        <p:txBody>
          <a:bodyPr anchor="ctr" anchorCtr="0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Kapiteltrenner</a:t>
            </a:r>
            <a:br>
              <a:rPr lang="de-DE" dirty="0"/>
            </a:br>
            <a:r>
              <a:rPr lang="de-DE" dirty="0"/>
              <a:t>Mehrzeilig möglich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990E3B0-E475-4C8E-92D9-593D188AC79C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87F00BE4-512D-4F35-B132-4E5C5CF1413D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F7987594-F169-42FB-8839-77BF8D405E37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Freihandform: Form 59">
            <a:extLst>
              <a:ext uri="{FF2B5EF4-FFF2-40B4-BE49-F238E27FC236}">
                <a16:creationId xmlns:a16="http://schemas.microsoft.com/office/drawing/2014/main" id="{40F781E3-735A-4333-AF8D-7842FE86295B}"/>
              </a:ext>
            </a:extLst>
          </p:cNvPr>
          <p:cNvSpPr/>
          <p:nvPr userDrawn="1"/>
        </p:nvSpPr>
        <p:spPr>
          <a:xfrm>
            <a:off x="10056938" y="300703"/>
            <a:ext cx="1619125" cy="618155"/>
          </a:xfrm>
          <a:custGeom>
            <a:avLst/>
            <a:gdLst>
              <a:gd name="connsiteX0" fmla="*/ 0 w 1456912"/>
              <a:gd name="connsiteY0" fmla="*/ 51854 h 556225"/>
              <a:gd name="connsiteX1" fmla="*/ 28188 w 1456912"/>
              <a:gd name="connsiteY1" fmla="*/ 23666 h 556225"/>
              <a:gd name="connsiteX2" fmla="*/ 28188 w 1456912"/>
              <a:gd name="connsiteY2" fmla="*/ 535557 h 556225"/>
              <a:gd name="connsiteX3" fmla="*/ 0 w 1456912"/>
              <a:gd name="connsiteY3" fmla="*/ 535557 h 556225"/>
              <a:gd name="connsiteX4" fmla="*/ 0 w 1456912"/>
              <a:gd name="connsiteY4" fmla="*/ 51854 h 556225"/>
              <a:gd name="connsiteX5" fmla="*/ 84564 w 1456912"/>
              <a:gd name="connsiteY5" fmla="*/ 28188 h 556225"/>
              <a:gd name="connsiteX6" fmla="*/ 422811 w 1456912"/>
              <a:gd name="connsiteY6" fmla="*/ 28188 h 556225"/>
              <a:gd name="connsiteX7" fmla="*/ 422811 w 1456912"/>
              <a:gd name="connsiteY7" fmla="*/ 0 h 556225"/>
              <a:gd name="connsiteX8" fmla="*/ 56376 w 1456912"/>
              <a:gd name="connsiteY8" fmla="*/ 0 h 556225"/>
              <a:gd name="connsiteX9" fmla="*/ 56376 w 1456912"/>
              <a:gd name="connsiteY9" fmla="*/ 338244 h 556225"/>
              <a:gd name="connsiteX10" fmla="*/ 367711 w 1456912"/>
              <a:gd name="connsiteY10" fmla="*/ 338244 h 556225"/>
              <a:gd name="connsiteX11" fmla="*/ 367711 w 1456912"/>
              <a:gd name="connsiteY11" fmla="*/ 310062 h 556225"/>
              <a:gd name="connsiteX12" fmla="*/ 84564 w 1456912"/>
              <a:gd name="connsiteY12" fmla="*/ 310062 h 556225"/>
              <a:gd name="connsiteX13" fmla="*/ 84564 w 1456912"/>
              <a:gd name="connsiteY13" fmla="*/ 28188 h 556225"/>
              <a:gd name="connsiteX14" fmla="*/ 410152 w 1456912"/>
              <a:gd name="connsiteY14" fmla="*/ 253686 h 556225"/>
              <a:gd name="connsiteX15" fmla="*/ 140937 w 1456912"/>
              <a:gd name="connsiteY15" fmla="*/ 253686 h 556225"/>
              <a:gd name="connsiteX16" fmla="*/ 140937 w 1456912"/>
              <a:gd name="connsiteY16" fmla="*/ 140940 h 556225"/>
              <a:gd name="connsiteX17" fmla="*/ 371171 w 1456912"/>
              <a:gd name="connsiteY17" fmla="*/ 140940 h 556225"/>
              <a:gd name="connsiteX18" fmla="*/ 399359 w 1456912"/>
              <a:gd name="connsiteY18" fmla="*/ 112752 h 556225"/>
              <a:gd name="connsiteX19" fmla="*/ 140937 w 1456912"/>
              <a:gd name="connsiteY19" fmla="*/ 112752 h 556225"/>
              <a:gd name="connsiteX20" fmla="*/ 140937 w 1456912"/>
              <a:gd name="connsiteY20" fmla="*/ 84564 h 556225"/>
              <a:gd name="connsiteX21" fmla="*/ 422811 w 1456912"/>
              <a:gd name="connsiteY21" fmla="*/ 84564 h 556225"/>
              <a:gd name="connsiteX22" fmla="*/ 422811 w 1456912"/>
              <a:gd name="connsiteY22" fmla="*/ 56376 h 556225"/>
              <a:gd name="connsiteX23" fmla="*/ 112749 w 1456912"/>
              <a:gd name="connsiteY23" fmla="*/ 56376 h 556225"/>
              <a:gd name="connsiteX24" fmla="*/ 112749 w 1456912"/>
              <a:gd name="connsiteY24" fmla="*/ 281874 h 556225"/>
              <a:gd name="connsiteX25" fmla="*/ 382334 w 1456912"/>
              <a:gd name="connsiteY25" fmla="*/ 281874 h 556225"/>
              <a:gd name="connsiteX26" fmla="*/ 410152 w 1456912"/>
              <a:gd name="connsiteY26" fmla="*/ 253686 h 556225"/>
              <a:gd name="connsiteX27" fmla="*/ 56376 w 1456912"/>
              <a:gd name="connsiteY27" fmla="*/ 535557 h 556225"/>
              <a:gd name="connsiteX28" fmla="*/ 84564 w 1456912"/>
              <a:gd name="connsiteY28" fmla="*/ 535557 h 556225"/>
              <a:gd name="connsiteX29" fmla="*/ 84564 w 1456912"/>
              <a:gd name="connsiteY29" fmla="*/ 394620 h 556225"/>
              <a:gd name="connsiteX30" fmla="*/ 112752 w 1456912"/>
              <a:gd name="connsiteY30" fmla="*/ 394620 h 556225"/>
              <a:gd name="connsiteX31" fmla="*/ 112752 w 1456912"/>
              <a:gd name="connsiteY31" fmla="*/ 511890 h 556225"/>
              <a:gd name="connsiteX32" fmla="*/ 140940 w 1456912"/>
              <a:gd name="connsiteY32" fmla="*/ 483705 h 556225"/>
              <a:gd name="connsiteX33" fmla="*/ 140940 w 1456912"/>
              <a:gd name="connsiteY33" fmla="*/ 394620 h 556225"/>
              <a:gd name="connsiteX34" fmla="*/ 367714 w 1456912"/>
              <a:gd name="connsiteY34" fmla="*/ 394620 h 556225"/>
              <a:gd name="connsiteX35" fmla="*/ 367714 w 1456912"/>
              <a:gd name="connsiteY35" fmla="*/ 366435 h 556225"/>
              <a:gd name="connsiteX36" fmla="*/ 56376 w 1456912"/>
              <a:gd name="connsiteY36" fmla="*/ 366435 h 556225"/>
              <a:gd name="connsiteX37" fmla="*/ 56376 w 1456912"/>
              <a:gd name="connsiteY37" fmla="*/ 535557 h 556225"/>
              <a:gd name="connsiteX38" fmla="*/ 1428724 w 1456912"/>
              <a:gd name="connsiteY38" fmla="*/ 0 h 556225"/>
              <a:gd name="connsiteX39" fmla="*/ 1428724 w 1456912"/>
              <a:gd name="connsiteY39" fmla="*/ 324156 h 556225"/>
              <a:gd name="connsiteX40" fmla="*/ 1316539 w 1456912"/>
              <a:gd name="connsiteY40" fmla="*/ 514089 h 556225"/>
              <a:gd name="connsiteX41" fmla="*/ 1315903 w 1456912"/>
              <a:gd name="connsiteY41" fmla="*/ 513258 h 556225"/>
              <a:gd name="connsiteX42" fmla="*/ 1400536 w 1456912"/>
              <a:gd name="connsiteY42" fmla="*/ 351869 h 556225"/>
              <a:gd name="connsiteX43" fmla="*/ 1400536 w 1456912"/>
              <a:gd name="connsiteY43" fmla="*/ 3 h 556225"/>
              <a:gd name="connsiteX44" fmla="*/ 1372348 w 1456912"/>
              <a:gd name="connsiteY44" fmla="*/ 3 h 556225"/>
              <a:gd name="connsiteX45" fmla="*/ 1372348 w 1456912"/>
              <a:gd name="connsiteY45" fmla="*/ 351400 h 556225"/>
              <a:gd name="connsiteX46" fmla="*/ 1189132 w 1456912"/>
              <a:gd name="connsiteY46" fmla="*/ 528510 h 556225"/>
              <a:gd name="connsiteX47" fmla="*/ 1005916 w 1456912"/>
              <a:gd name="connsiteY47" fmla="*/ 351400 h 556225"/>
              <a:gd name="connsiteX48" fmla="*/ 1005916 w 1456912"/>
              <a:gd name="connsiteY48" fmla="*/ 23666 h 556225"/>
              <a:gd name="connsiteX49" fmla="*/ 977728 w 1456912"/>
              <a:gd name="connsiteY49" fmla="*/ 51854 h 556225"/>
              <a:gd name="connsiteX50" fmla="*/ 977728 w 1456912"/>
              <a:gd name="connsiteY50" fmla="*/ 351869 h 556225"/>
              <a:gd name="connsiteX51" fmla="*/ 1189132 w 1456912"/>
              <a:gd name="connsiteY51" fmla="*/ 556226 h 556225"/>
              <a:gd name="connsiteX52" fmla="*/ 1217320 w 1456912"/>
              <a:gd name="connsiteY52" fmla="*/ 556226 h 556225"/>
              <a:gd name="connsiteX53" fmla="*/ 1456912 w 1456912"/>
              <a:gd name="connsiteY53" fmla="*/ 324566 h 556225"/>
              <a:gd name="connsiteX54" fmla="*/ 1456912 w 1456912"/>
              <a:gd name="connsiteY54" fmla="*/ 0 h 556225"/>
              <a:gd name="connsiteX55" fmla="*/ 1428724 w 1456912"/>
              <a:gd name="connsiteY55" fmla="*/ 0 h 556225"/>
              <a:gd name="connsiteX56" fmla="*/ 1189132 w 1456912"/>
              <a:gd name="connsiteY56" fmla="*/ 500322 h 556225"/>
              <a:gd name="connsiteX57" fmla="*/ 1344160 w 1456912"/>
              <a:gd name="connsiteY57" fmla="*/ 351400 h 556225"/>
              <a:gd name="connsiteX58" fmla="*/ 1344160 w 1456912"/>
              <a:gd name="connsiteY58" fmla="*/ 351400 h 556225"/>
              <a:gd name="connsiteX59" fmla="*/ 1344160 w 1456912"/>
              <a:gd name="connsiteY59" fmla="*/ 23666 h 556225"/>
              <a:gd name="connsiteX60" fmla="*/ 1315972 w 1456912"/>
              <a:gd name="connsiteY60" fmla="*/ 51854 h 556225"/>
              <a:gd name="connsiteX61" fmla="*/ 1315972 w 1456912"/>
              <a:gd name="connsiteY61" fmla="*/ 324153 h 556225"/>
              <a:gd name="connsiteX62" fmla="*/ 1217317 w 1456912"/>
              <a:gd name="connsiteY62" fmla="*/ 415761 h 556225"/>
              <a:gd name="connsiteX63" fmla="*/ 1118662 w 1456912"/>
              <a:gd name="connsiteY63" fmla="*/ 324153 h 556225"/>
              <a:gd name="connsiteX64" fmla="*/ 1118662 w 1456912"/>
              <a:gd name="connsiteY64" fmla="*/ 3 h 556225"/>
              <a:gd name="connsiteX65" fmla="*/ 1090474 w 1456912"/>
              <a:gd name="connsiteY65" fmla="*/ 3 h 556225"/>
              <a:gd name="connsiteX66" fmla="*/ 1090474 w 1456912"/>
              <a:gd name="connsiteY66" fmla="*/ 324156 h 556225"/>
              <a:gd name="connsiteX67" fmla="*/ 1217317 w 1456912"/>
              <a:gd name="connsiteY67" fmla="*/ 443951 h 556225"/>
              <a:gd name="connsiteX68" fmla="*/ 1304349 w 1456912"/>
              <a:gd name="connsiteY68" fmla="*/ 404889 h 556225"/>
              <a:gd name="connsiteX69" fmla="*/ 1304982 w 1456912"/>
              <a:gd name="connsiteY69" fmla="*/ 405720 h 556225"/>
              <a:gd name="connsiteX70" fmla="*/ 1189129 w 1456912"/>
              <a:gd name="connsiteY70" fmla="*/ 472139 h 556225"/>
              <a:gd name="connsiteX71" fmla="*/ 1062303 w 1456912"/>
              <a:gd name="connsiteY71" fmla="*/ 352344 h 556225"/>
              <a:gd name="connsiteX72" fmla="*/ 1062286 w 1456912"/>
              <a:gd name="connsiteY72" fmla="*/ 352344 h 556225"/>
              <a:gd name="connsiteX73" fmla="*/ 1062286 w 1456912"/>
              <a:gd name="connsiteY73" fmla="*/ 3 h 556225"/>
              <a:gd name="connsiteX74" fmla="*/ 1034098 w 1456912"/>
              <a:gd name="connsiteY74" fmla="*/ 3 h 556225"/>
              <a:gd name="connsiteX75" fmla="*/ 1034098 w 1456912"/>
              <a:gd name="connsiteY75" fmla="*/ 352341 h 556225"/>
              <a:gd name="connsiteX76" fmla="*/ 1034113 w 1456912"/>
              <a:gd name="connsiteY76" fmla="*/ 352341 h 556225"/>
              <a:gd name="connsiteX77" fmla="*/ 1189132 w 1456912"/>
              <a:gd name="connsiteY77" fmla="*/ 500322 h 556225"/>
              <a:gd name="connsiteX78" fmla="*/ 562774 w 1456912"/>
              <a:gd name="connsiteY78" fmla="*/ 366435 h 556225"/>
              <a:gd name="connsiteX79" fmla="*/ 491494 w 1456912"/>
              <a:gd name="connsiteY79" fmla="*/ 535557 h 556225"/>
              <a:gd name="connsiteX80" fmla="*/ 519684 w 1456912"/>
              <a:gd name="connsiteY80" fmla="*/ 535554 h 556225"/>
              <a:gd name="connsiteX81" fmla="*/ 519682 w 1456912"/>
              <a:gd name="connsiteY81" fmla="*/ 535557 h 556225"/>
              <a:gd name="connsiteX82" fmla="*/ 519684 w 1456912"/>
              <a:gd name="connsiteY82" fmla="*/ 535557 h 556225"/>
              <a:gd name="connsiteX83" fmla="*/ 555322 w 1456912"/>
              <a:gd name="connsiteY83" fmla="*/ 450996 h 556225"/>
              <a:gd name="connsiteX84" fmla="*/ 794138 w 1456912"/>
              <a:gd name="connsiteY84" fmla="*/ 450996 h 556225"/>
              <a:gd name="connsiteX85" fmla="*/ 829744 w 1456912"/>
              <a:gd name="connsiteY85" fmla="*/ 535557 h 556225"/>
              <a:gd name="connsiteX86" fmla="*/ 857932 w 1456912"/>
              <a:gd name="connsiteY86" fmla="*/ 535557 h 556225"/>
              <a:gd name="connsiteX87" fmla="*/ 810457 w 1456912"/>
              <a:gd name="connsiteY87" fmla="*/ 422808 h 556225"/>
              <a:gd name="connsiteX88" fmla="*/ 567200 w 1456912"/>
              <a:gd name="connsiteY88" fmla="*/ 422808 h 556225"/>
              <a:gd name="connsiteX89" fmla="*/ 579078 w 1456912"/>
              <a:gd name="connsiteY89" fmla="*/ 394620 h 556225"/>
              <a:gd name="connsiteX90" fmla="*/ 826776 w 1456912"/>
              <a:gd name="connsiteY90" fmla="*/ 394620 h 556225"/>
              <a:gd name="connsiteX91" fmla="*/ 886120 w 1456912"/>
              <a:gd name="connsiteY91" fmla="*/ 535557 h 556225"/>
              <a:gd name="connsiteX92" fmla="*/ 914308 w 1456912"/>
              <a:gd name="connsiteY92" fmla="*/ 535557 h 556225"/>
              <a:gd name="connsiteX93" fmla="*/ 843097 w 1456912"/>
              <a:gd name="connsiteY93" fmla="*/ 366435 h 556225"/>
              <a:gd name="connsiteX94" fmla="*/ 562774 w 1456912"/>
              <a:gd name="connsiteY94" fmla="*/ 366435 h 556225"/>
              <a:gd name="connsiteX95" fmla="*/ 604248 w 1456912"/>
              <a:gd name="connsiteY95" fmla="*/ 0 h 556225"/>
              <a:gd name="connsiteX96" fmla="*/ 397091 w 1456912"/>
              <a:gd name="connsiteY96" fmla="*/ 491374 h 556225"/>
              <a:gd name="connsiteX97" fmla="*/ 415032 w 1456912"/>
              <a:gd name="connsiteY97" fmla="*/ 515732 h 556225"/>
              <a:gd name="connsiteX98" fmla="*/ 632437 w 1456912"/>
              <a:gd name="connsiteY98" fmla="*/ 0 h 556225"/>
              <a:gd name="connsiteX99" fmla="*/ 604248 w 1456912"/>
              <a:gd name="connsiteY99" fmla="*/ 0 h 556225"/>
              <a:gd name="connsiteX100" fmla="*/ 716998 w 1456912"/>
              <a:gd name="connsiteY100" fmla="*/ 3 h 556225"/>
              <a:gd name="connsiteX101" fmla="*/ 934130 w 1456912"/>
              <a:gd name="connsiteY101" fmla="*/ 515735 h 556225"/>
              <a:gd name="connsiteX102" fmla="*/ 952028 w 1456912"/>
              <a:gd name="connsiteY102" fmla="*/ 491377 h 556225"/>
              <a:gd name="connsiteX103" fmla="*/ 745186 w 1456912"/>
              <a:gd name="connsiteY103" fmla="*/ 3 h 556225"/>
              <a:gd name="connsiteX104" fmla="*/ 716998 w 1456912"/>
              <a:gd name="connsiteY104" fmla="*/ 3 h 556225"/>
              <a:gd name="connsiteX105" fmla="*/ 546409 w 1456912"/>
              <a:gd name="connsiteY105" fmla="*/ 338247 h 556225"/>
              <a:gd name="connsiteX106" fmla="*/ 463042 w 1456912"/>
              <a:gd name="connsiteY106" fmla="*/ 535557 h 556225"/>
              <a:gd name="connsiteX107" fmla="*/ 434854 w 1456912"/>
              <a:gd name="connsiteY107" fmla="*/ 535557 h 556225"/>
              <a:gd name="connsiteX108" fmla="*/ 646528 w 1456912"/>
              <a:gd name="connsiteY108" fmla="*/ 33467 h 556225"/>
              <a:gd name="connsiteX109" fmla="*/ 762988 w 1456912"/>
              <a:gd name="connsiteY109" fmla="*/ 310059 h 556225"/>
              <a:gd name="connsiteX110" fmla="*/ 791176 w 1456912"/>
              <a:gd name="connsiteY110" fmla="*/ 310059 h 556225"/>
              <a:gd name="connsiteX111" fmla="*/ 660624 w 1456912"/>
              <a:gd name="connsiteY111" fmla="*/ 3 h 556225"/>
              <a:gd name="connsiteX112" fmla="*/ 688812 w 1456912"/>
              <a:gd name="connsiteY112" fmla="*/ 3 h 556225"/>
              <a:gd name="connsiteX113" fmla="*/ 831231 w 1456912"/>
              <a:gd name="connsiteY113" fmla="*/ 338247 h 556225"/>
              <a:gd name="connsiteX114" fmla="*/ 546409 w 1456912"/>
              <a:gd name="connsiteY114" fmla="*/ 338247 h 556225"/>
              <a:gd name="connsiteX115" fmla="*/ 674788 w 1456912"/>
              <a:gd name="connsiteY115" fmla="*/ 167531 h 556225"/>
              <a:gd name="connsiteX116" fmla="*/ 614721 w 1456912"/>
              <a:gd name="connsiteY116" fmla="*/ 310062 h 556225"/>
              <a:gd name="connsiteX117" fmla="*/ 734800 w 1456912"/>
              <a:gd name="connsiteY117" fmla="*/ 310062 h 556225"/>
              <a:gd name="connsiteX118" fmla="*/ 674788 w 1456912"/>
              <a:gd name="connsiteY118" fmla="*/ 167531 h 556225"/>
              <a:gd name="connsiteX119" fmla="*/ 558275 w 1456912"/>
              <a:gd name="connsiteY119" fmla="*/ 310062 h 556225"/>
              <a:gd name="connsiteX120" fmla="*/ 586535 w 1456912"/>
              <a:gd name="connsiteY120" fmla="*/ 310062 h 556225"/>
              <a:gd name="connsiteX121" fmla="*/ 660703 w 1456912"/>
              <a:gd name="connsiteY121" fmla="*/ 134072 h 556225"/>
              <a:gd name="connsiteX122" fmla="*/ 646588 w 1456912"/>
              <a:gd name="connsiteY122" fmla="*/ 100553 h 556225"/>
              <a:gd name="connsiteX123" fmla="*/ 558275 w 1456912"/>
              <a:gd name="connsiteY123" fmla="*/ 310062 h 55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1456912" h="556225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chemeClr val="tx1"/>
          </a:solidFill>
          <a:ln w="289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9A6E8BA9-5951-4163-8A80-4621C65DA816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59DAB7DF-1308-4B09-91FE-7DF38D6584E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7654828-5D94-4A05-BD5F-25792A149E05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9D3F2F75-1623-4F64-97FE-EA0C4D9FABDC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B042E0F0-49A6-465F-A607-A4C2EFB5486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9D612980-2A2D-4E94-8238-9C67C608554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2CE76F8C-9B22-4BB3-B2D6-15EC2A58C7A7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7" name="Gerader Verbinder 66">
              <a:extLst>
                <a:ext uri="{FF2B5EF4-FFF2-40B4-BE49-F238E27FC236}">
                  <a16:creationId xmlns:a16="http://schemas.microsoft.com/office/drawing/2014/main" id="{9C843E82-BEFA-4CF2-BA2F-3C80060D316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4762BE88-2459-479F-84FF-4DF483AA142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104E26F8-EA1A-4C6F-92E1-8F6F98ABFA13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1A8A854C-301D-4327-AEA2-BCC20A8872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5A547124-456E-49C6-8FC8-111D0AAFEB7F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73B26B5D-1FEC-45B5-B34A-6A1B50955F0E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3" name="Gerader Verbinder 72">
              <a:extLst>
                <a:ext uri="{FF2B5EF4-FFF2-40B4-BE49-F238E27FC236}">
                  <a16:creationId xmlns:a16="http://schemas.microsoft.com/office/drawing/2014/main" id="{3423A679-4F5C-456E-AB6C-7A18EA3E5BA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69754FAD-5E71-4087-B3E8-0FEC37E0D864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7C156EC4-BDB3-4DEA-9B78-E98FCFD2F54B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9E9C384D-D46B-429F-9A97-86F6E3560FE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64B7918E-86D1-49EB-8917-1468D42A6E25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750A6733-FD78-4442-98B4-E2BED64B460F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77BB574D-D198-49E4-874D-732C0CBD5BF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67A72ACB-A6A0-450F-A8F3-9CA35EFC5560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C4970FA2-8D2D-462F-BD21-BDE052DC5824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A7C30986-FB99-416E-BC3E-3BAEC067C11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4CE018F4-A860-49B3-B4CD-A328759F15C6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7C2BACBD-0A67-4A9A-B5DC-10C76F5DE4C2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65F81584-9968-42FA-B3A9-1C13CEAE92A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Textfeld 85">
              <a:extLst>
                <a:ext uri="{FF2B5EF4-FFF2-40B4-BE49-F238E27FC236}">
                  <a16:creationId xmlns:a16="http://schemas.microsoft.com/office/drawing/2014/main" id="{B6D353C6-61DE-4475-8AC6-6D8AF12D49FB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935008F2-D1D5-498F-9932-727B677C0ADE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" name="Gruppieren 87">
            <a:extLst>
              <a:ext uri="{FF2B5EF4-FFF2-40B4-BE49-F238E27FC236}">
                <a16:creationId xmlns:a16="http://schemas.microsoft.com/office/drawing/2014/main" id="{9E72FA59-B055-4F1F-8F32-E797C18F96F9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B89FA96C-C88D-4C6A-BE88-F3E3083BC51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Textfeld 89">
              <a:extLst>
                <a:ext uri="{FF2B5EF4-FFF2-40B4-BE49-F238E27FC236}">
                  <a16:creationId xmlns:a16="http://schemas.microsoft.com/office/drawing/2014/main" id="{CD67028C-ACEA-4E1C-BF3F-B09177D4335E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91" name="Grafik 3">
            <a:extLst>
              <a:ext uri="{FF2B5EF4-FFF2-40B4-BE49-F238E27FC236}">
                <a16:creationId xmlns:a16="http://schemas.microsoft.com/office/drawing/2014/main" id="{1A01CE4B-9412-456C-948A-B09C23D18948}"/>
              </a:ext>
            </a:extLst>
          </p:cNvPr>
          <p:cNvGrpSpPr/>
          <p:nvPr userDrawn="1"/>
        </p:nvGrpSpPr>
        <p:grpSpPr>
          <a:xfrm>
            <a:off x="520163" y="293688"/>
            <a:ext cx="2654043" cy="328339"/>
            <a:chOff x="2090737" y="2524124"/>
            <a:chExt cx="7860982" cy="972502"/>
          </a:xfrm>
          <a:solidFill>
            <a:schemeClr val="tx1"/>
          </a:solidFill>
        </p:grpSpPr>
        <p:sp>
          <p:nvSpPr>
            <p:cNvPr id="92" name="Freihandform: Form 91">
              <a:extLst>
                <a:ext uri="{FF2B5EF4-FFF2-40B4-BE49-F238E27FC236}">
                  <a16:creationId xmlns:a16="http://schemas.microsoft.com/office/drawing/2014/main" id="{C7016A7B-A4B5-4AC3-BF6D-E95A64F5E757}"/>
                </a:ext>
              </a:extLst>
            </p:cNvPr>
            <p:cNvSpPr/>
            <p:nvPr/>
          </p:nvSpPr>
          <p:spPr>
            <a:xfrm>
              <a:off x="2090737" y="2545079"/>
              <a:ext cx="231457" cy="369569"/>
            </a:xfrm>
            <a:custGeom>
              <a:avLst/>
              <a:gdLst>
                <a:gd name="connsiteX0" fmla="*/ 231458 w 231457"/>
                <a:gd name="connsiteY0" fmla="*/ 60960 h 369569"/>
                <a:gd name="connsiteX1" fmla="*/ 65723 w 231457"/>
                <a:gd name="connsiteY1" fmla="*/ 60960 h 369569"/>
                <a:gd name="connsiteX2" fmla="*/ 65723 w 231457"/>
                <a:gd name="connsiteY2" fmla="*/ 152400 h 369569"/>
                <a:gd name="connsiteX3" fmla="*/ 189548 w 231457"/>
                <a:gd name="connsiteY3" fmla="*/ 152400 h 369569"/>
                <a:gd name="connsiteX4" fmla="*/ 189548 w 231457"/>
                <a:gd name="connsiteY4" fmla="*/ 212408 h 369569"/>
                <a:gd name="connsiteX5" fmla="*/ 65723 w 231457"/>
                <a:gd name="connsiteY5" fmla="*/ 212408 h 369569"/>
                <a:gd name="connsiteX6" fmla="*/ 65723 w 231457"/>
                <a:gd name="connsiteY6" fmla="*/ 369570 h 369569"/>
                <a:gd name="connsiteX7" fmla="*/ 0 w 231457"/>
                <a:gd name="connsiteY7" fmla="*/ 369570 h 369569"/>
                <a:gd name="connsiteX8" fmla="*/ 0 w 231457"/>
                <a:gd name="connsiteY8" fmla="*/ 0 h 369569"/>
                <a:gd name="connsiteX9" fmla="*/ 231458 w 231457"/>
                <a:gd name="connsiteY9" fmla="*/ 0 h 369569"/>
                <a:gd name="connsiteX10" fmla="*/ 231458 w 231457"/>
                <a:gd name="connsiteY10" fmla="*/ 60960 h 369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1457" h="369569">
                  <a:moveTo>
                    <a:pt x="231458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8" y="152400"/>
                  </a:lnTo>
                  <a:lnTo>
                    <a:pt x="189548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3" name="Freihandform: Form 92">
              <a:extLst>
                <a:ext uri="{FF2B5EF4-FFF2-40B4-BE49-F238E27FC236}">
                  <a16:creationId xmlns:a16="http://schemas.microsoft.com/office/drawing/2014/main" id="{D76281C8-8795-45F7-B273-88EA0DA0106D}"/>
                </a:ext>
              </a:extLst>
            </p:cNvPr>
            <p:cNvSpPr/>
            <p:nvPr/>
          </p:nvSpPr>
          <p:spPr>
            <a:xfrm>
              <a:off x="2357437" y="2641039"/>
              <a:ext cx="161925" cy="272657"/>
            </a:xfrm>
            <a:custGeom>
              <a:avLst/>
              <a:gdLst>
                <a:gd name="connsiteX0" fmla="*/ 161925 w 161925"/>
                <a:gd name="connsiteY0" fmla="*/ 5005 h 272657"/>
                <a:gd name="connsiteX1" fmla="*/ 152400 w 161925"/>
                <a:gd name="connsiteY1" fmla="*/ 68823 h 272657"/>
                <a:gd name="connsiteX2" fmla="*/ 118110 w 161925"/>
                <a:gd name="connsiteY2" fmla="*/ 60250 h 272657"/>
                <a:gd name="connsiteX3" fmla="*/ 63817 w 161925"/>
                <a:gd name="connsiteY3" fmla="*/ 135498 h 272657"/>
                <a:gd name="connsiteX4" fmla="*/ 63817 w 161925"/>
                <a:gd name="connsiteY4" fmla="*/ 272658 h 272657"/>
                <a:gd name="connsiteX5" fmla="*/ 0 w 161925"/>
                <a:gd name="connsiteY5" fmla="*/ 272658 h 272657"/>
                <a:gd name="connsiteX6" fmla="*/ 0 w 161925"/>
                <a:gd name="connsiteY6" fmla="*/ 5958 h 272657"/>
                <a:gd name="connsiteX7" fmla="*/ 60960 w 161925"/>
                <a:gd name="connsiteY7" fmla="*/ 5958 h 272657"/>
                <a:gd name="connsiteX8" fmla="*/ 60960 w 161925"/>
                <a:gd name="connsiteY8" fmla="*/ 40248 h 272657"/>
                <a:gd name="connsiteX9" fmla="*/ 61913 w 161925"/>
                <a:gd name="connsiteY9" fmla="*/ 40248 h 272657"/>
                <a:gd name="connsiteX10" fmla="*/ 131445 w 161925"/>
                <a:gd name="connsiteY10" fmla="*/ 243 h 272657"/>
                <a:gd name="connsiteX11" fmla="*/ 161925 w 161925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1925" h="272657">
                  <a:moveTo>
                    <a:pt x="161925" y="5005"/>
                  </a:moveTo>
                  <a:lnTo>
                    <a:pt x="152400" y="68823"/>
                  </a:lnTo>
                  <a:cubicBezTo>
                    <a:pt x="142875" y="64060"/>
                    <a:pt x="131445" y="60250"/>
                    <a:pt x="118110" y="60250"/>
                  </a:cubicBezTo>
                  <a:cubicBezTo>
                    <a:pt x="75248" y="60250"/>
                    <a:pt x="63817" y="94540"/>
                    <a:pt x="63817" y="135498"/>
                  </a:cubicBezTo>
                  <a:lnTo>
                    <a:pt x="63817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970" y="-710"/>
                    <a:pt x="152400" y="1195"/>
                    <a:pt x="161925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4" name="Freihandform: Form 93">
              <a:extLst>
                <a:ext uri="{FF2B5EF4-FFF2-40B4-BE49-F238E27FC236}">
                  <a16:creationId xmlns:a16="http://schemas.microsoft.com/office/drawing/2014/main" id="{DF621E12-0537-4F63-B245-FACC775B29F1}"/>
                </a:ext>
              </a:extLst>
            </p:cNvPr>
            <p:cNvSpPr/>
            <p:nvPr/>
          </p:nvSpPr>
          <p:spPr>
            <a:xfrm>
              <a:off x="2563176" y="2528887"/>
              <a:ext cx="79057" cy="385762"/>
            </a:xfrm>
            <a:custGeom>
              <a:avLst/>
              <a:gdLst>
                <a:gd name="connsiteX0" fmla="*/ 79058 w 79057"/>
                <a:gd name="connsiteY0" fmla="*/ 38100 h 385762"/>
                <a:gd name="connsiteX1" fmla="*/ 39052 w 79057"/>
                <a:gd name="connsiteY1" fmla="*/ 76200 h 385762"/>
                <a:gd name="connsiteX2" fmla="*/ 0 w 79057"/>
                <a:gd name="connsiteY2" fmla="*/ 38100 h 385762"/>
                <a:gd name="connsiteX3" fmla="*/ 39052 w 79057"/>
                <a:gd name="connsiteY3" fmla="*/ 0 h 385762"/>
                <a:gd name="connsiteX4" fmla="*/ 79058 w 79057"/>
                <a:gd name="connsiteY4" fmla="*/ 38100 h 385762"/>
                <a:gd name="connsiteX5" fmla="*/ 70485 w 79057"/>
                <a:gd name="connsiteY5" fmla="*/ 385763 h 385762"/>
                <a:gd name="connsiteX6" fmla="*/ 8573 w 79057"/>
                <a:gd name="connsiteY6" fmla="*/ 385763 h 385762"/>
                <a:gd name="connsiteX7" fmla="*/ 8573 w 79057"/>
                <a:gd name="connsiteY7" fmla="*/ 119063 h 385762"/>
                <a:gd name="connsiteX8" fmla="*/ 70485 w 79057"/>
                <a:gd name="connsiteY8" fmla="*/ 119063 h 385762"/>
                <a:gd name="connsiteX9" fmla="*/ 70485 w 79057"/>
                <a:gd name="connsiteY9" fmla="*/ 385763 h 385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5762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0485" y="385763"/>
                  </a:moveTo>
                  <a:lnTo>
                    <a:pt x="8573" y="385763"/>
                  </a:lnTo>
                  <a:lnTo>
                    <a:pt x="8573" y="119063"/>
                  </a:lnTo>
                  <a:lnTo>
                    <a:pt x="70485" y="119063"/>
                  </a:lnTo>
                  <a:lnTo>
                    <a:pt x="70485" y="385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5" name="Freihandform: Form 94">
              <a:extLst>
                <a:ext uri="{FF2B5EF4-FFF2-40B4-BE49-F238E27FC236}">
                  <a16:creationId xmlns:a16="http://schemas.microsoft.com/office/drawing/2014/main" id="{D9AFBF4D-1BBF-4F33-9E71-39A7EC7F71FF}"/>
                </a:ext>
              </a:extLst>
            </p:cNvPr>
            <p:cNvSpPr/>
            <p:nvPr/>
          </p:nvSpPr>
          <p:spPr>
            <a:xfrm>
              <a:off x="2699384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3 h 279082"/>
                <a:gd name="connsiteX7" fmla="*/ 198120 w 242887"/>
                <a:gd name="connsiteY7" fmla="*/ 194310 h 279082"/>
                <a:gd name="connsiteX8" fmla="*/ 237173 w 242887"/>
                <a:gd name="connsiteY8" fmla="*/ 235268 h 279082"/>
                <a:gd name="connsiteX9" fmla="*/ 132398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7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6" name="Freihandform: Form 95">
              <a:extLst>
                <a:ext uri="{FF2B5EF4-FFF2-40B4-BE49-F238E27FC236}">
                  <a16:creationId xmlns:a16="http://schemas.microsoft.com/office/drawing/2014/main" id="{33761B45-EBC4-48F3-94D1-D0B61592679C}"/>
                </a:ext>
              </a:extLst>
            </p:cNvPr>
            <p:cNvSpPr/>
            <p:nvPr/>
          </p:nvSpPr>
          <p:spPr>
            <a:xfrm>
              <a:off x="2997516" y="2524124"/>
              <a:ext cx="248602" cy="396239"/>
            </a:xfrm>
            <a:custGeom>
              <a:avLst/>
              <a:gdLst>
                <a:gd name="connsiteX0" fmla="*/ 0 w 248602"/>
                <a:gd name="connsiteY0" fmla="*/ 256223 h 396239"/>
                <a:gd name="connsiteX1" fmla="*/ 108585 w 248602"/>
                <a:gd name="connsiteY1" fmla="*/ 117157 h 396239"/>
                <a:gd name="connsiteX2" fmla="*/ 185738 w 248602"/>
                <a:gd name="connsiteY2" fmla="*/ 153352 h 396239"/>
                <a:gd name="connsiteX3" fmla="*/ 186690 w 248602"/>
                <a:gd name="connsiteY3" fmla="*/ 153352 h 396239"/>
                <a:gd name="connsiteX4" fmla="*/ 186690 w 248602"/>
                <a:gd name="connsiteY4" fmla="*/ 16193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8595 w 248602"/>
                <a:gd name="connsiteY7" fmla="*/ 389573 h 396239"/>
                <a:gd name="connsiteX8" fmla="*/ 188595 w 248602"/>
                <a:gd name="connsiteY8" fmla="*/ 358140 h 396239"/>
                <a:gd name="connsiteX9" fmla="*/ 187642 w 248602"/>
                <a:gd name="connsiteY9" fmla="*/ 358140 h 396239"/>
                <a:gd name="connsiteX10" fmla="*/ 107633 w 248602"/>
                <a:gd name="connsiteY10" fmla="*/ 396240 h 396239"/>
                <a:gd name="connsiteX11" fmla="*/ 0 w 248602"/>
                <a:gd name="connsiteY11" fmla="*/ 256223 h 396239"/>
                <a:gd name="connsiteX12" fmla="*/ 61913 w 248602"/>
                <a:gd name="connsiteY12" fmla="*/ 256223 h 396239"/>
                <a:gd name="connsiteX13" fmla="*/ 123825 w 248602"/>
                <a:gd name="connsiteY13" fmla="*/ 341948 h 396239"/>
                <a:gd name="connsiteX14" fmla="*/ 187642 w 248602"/>
                <a:gd name="connsiteY14" fmla="*/ 306705 h 396239"/>
                <a:gd name="connsiteX15" fmla="*/ 187642 w 248602"/>
                <a:gd name="connsiteY15" fmla="*/ 208598 h 396239"/>
                <a:gd name="connsiteX16" fmla="*/ 123825 w 248602"/>
                <a:gd name="connsiteY16" fmla="*/ 173355 h 396239"/>
                <a:gd name="connsiteX17" fmla="*/ 61913 w 248602"/>
                <a:gd name="connsiteY17" fmla="*/ 256223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6223"/>
                  </a:moveTo>
                  <a:cubicBezTo>
                    <a:pt x="0" y="170498"/>
                    <a:pt x="43815" y="117157"/>
                    <a:pt x="108585" y="117157"/>
                  </a:cubicBezTo>
                  <a:cubicBezTo>
                    <a:pt x="141923" y="117157"/>
                    <a:pt x="168592" y="131445"/>
                    <a:pt x="185738" y="153352"/>
                  </a:cubicBezTo>
                  <a:lnTo>
                    <a:pt x="186690" y="153352"/>
                  </a:lnTo>
                  <a:lnTo>
                    <a:pt x="186690" y="16193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8595" y="389573"/>
                  </a:lnTo>
                  <a:lnTo>
                    <a:pt x="188595" y="358140"/>
                  </a:lnTo>
                  <a:lnTo>
                    <a:pt x="187642" y="358140"/>
                  </a:lnTo>
                  <a:cubicBezTo>
                    <a:pt x="168592" y="381953"/>
                    <a:pt x="140970" y="396240"/>
                    <a:pt x="107633" y="396240"/>
                  </a:cubicBezTo>
                  <a:cubicBezTo>
                    <a:pt x="43815" y="396240"/>
                    <a:pt x="0" y="341948"/>
                    <a:pt x="0" y="256223"/>
                  </a:cubicBezTo>
                  <a:close/>
                  <a:moveTo>
                    <a:pt x="61913" y="256223"/>
                  </a:moveTo>
                  <a:cubicBezTo>
                    <a:pt x="61913" y="310515"/>
                    <a:pt x="84773" y="341948"/>
                    <a:pt x="123825" y="341948"/>
                  </a:cubicBezTo>
                  <a:cubicBezTo>
                    <a:pt x="147638" y="341948"/>
                    <a:pt x="167640" y="330517"/>
                    <a:pt x="187642" y="306705"/>
                  </a:cubicBezTo>
                  <a:lnTo>
                    <a:pt x="187642" y="208598"/>
                  </a:lnTo>
                  <a:cubicBezTo>
                    <a:pt x="169545" y="184785"/>
                    <a:pt x="149542" y="173355"/>
                    <a:pt x="123825" y="173355"/>
                  </a:cubicBezTo>
                  <a:cubicBezTo>
                    <a:pt x="82867" y="173355"/>
                    <a:pt x="61913" y="202883"/>
                    <a:pt x="61913" y="2562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7" name="Freihandform: Form 96">
              <a:extLst>
                <a:ext uri="{FF2B5EF4-FFF2-40B4-BE49-F238E27FC236}">
                  <a16:creationId xmlns:a16="http://schemas.microsoft.com/office/drawing/2014/main" id="{F4C0E73D-F458-4F58-9129-66C04E9801A2}"/>
                </a:ext>
              </a:extLst>
            </p:cNvPr>
            <p:cNvSpPr/>
            <p:nvPr/>
          </p:nvSpPr>
          <p:spPr>
            <a:xfrm>
              <a:off x="3328987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8" name="Freihandform: Form 97">
              <a:extLst>
                <a:ext uri="{FF2B5EF4-FFF2-40B4-BE49-F238E27FC236}">
                  <a16:creationId xmlns:a16="http://schemas.microsoft.com/office/drawing/2014/main" id="{EDB0FB31-98EE-4941-A811-2AFE3ABECCFD}"/>
                </a:ext>
              </a:extLst>
            </p:cNvPr>
            <p:cNvSpPr/>
            <p:nvPr/>
          </p:nvSpPr>
          <p:spPr>
            <a:xfrm>
              <a:off x="3533774" y="2528887"/>
              <a:ext cx="79057" cy="385762"/>
            </a:xfrm>
            <a:custGeom>
              <a:avLst/>
              <a:gdLst>
                <a:gd name="connsiteX0" fmla="*/ 79058 w 79057"/>
                <a:gd name="connsiteY0" fmla="*/ 38100 h 385762"/>
                <a:gd name="connsiteX1" fmla="*/ 39053 w 79057"/>
                <a:gd name="connsiteY1" fmla="*/ 76200 h 385762"/>
                <a:gd name="connsiteX2" fmla="*/ 0 w 79057"/>
                <a:gd name="connsiteY2" fmla="*/ 38100 h 385762"/>
                <a:gd name="connsiteX3" fmla="*/ 39053 w 79057"/>
                <a:gd name="connsiteY3" fmla="*/ 0 h 385762"/>
                <a:gd name="connsiteX4" fmla="*/ 79058 w 79057"/>
                <a:gd name="connsiteY4" fmla="*/ 38100 h 385762"/>
                <a:gd name="connsiteX5" fmla="*/ 70485 w 79057"/>
                <a:gd name="connsiteY5" fmla="*/ 385763 h 385762"/>
                <a:gd name="connsiteX6" fmla="*/ 8572 w 79057"/>
                <a:gd name="connsiteY6" fmla="*/ 385763 h 385762"/>
                <a:gd name="connsiteX7" fmla="*/ 8572 w 79057"/>
                <a:gd name="connsiteY7" fmla="*/ 119063 h 385762"/>
                <a:gd name="connsiteX8" fmla="*/ 70485 w 79057"/>
                <a:gd name="connsiteY8" fmla="*/ 119063 h 385762"/>
                <a:gd name="connsiteX9" fmla="*/ 70485 w 79057"/>
                <a:gd name="connsiteY9" fmla="*/ 385763 h 385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5762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5763"/>
                  </a:moveTo>
                  <a:lnTo>
                    <a:pt x="8572" y="385763"/>
                  </a:lnTo>
                  <a:lnTo>
                    <a:pt x="8572" y="119063"/>
                  </a:lnTo>
                  <a:lnTo>
                    <a:pt x="70485" y="119063"/>
                  </a:lnTo>
                  <a:lnTo>
                    <a:pt x="70485" y="385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9" name="Freihandform: Form 98">
              <a:extLst>
                <a:ext uri="{FF2B5EF4-FFF2-40B4-BE49-F238E27FC236}">
                  <a16:creationId xmlns:a16="http://schemas.microsoft.com/office/drawing/2014/main" id="{124E4DA1-D71E-45E4-9922-01AA5E3E6A5F}"/>
                </a:ext>
              </a:extLst>
            </p:cNvPr>
            <p:cNvSpPr/>
            <p:nvPr/>
          </p:nvSpPr>
          <p:spPr>
            <a:xfrm>
              <a:off x="3671887" y="2640329"/>
              <a:ext cx="224790" cy="280034"/>
            </a:xfrm>
            <a:custGeom>
              <a:avLst/>
              <a:gdLst>
                <a:gd name="connsiteX0" fmla="*/ 222885 w 224790"/>
                <a:gd name="connsiteY0" fmla="*/ 237172 h 280034"/>
                <a:gd name="connsiteX1" fmla="*/ 127635 w 224790"/>
                <a:gd name="connsiteY1" fmla="*/ 280035 h 280034"/>
                <a:gd name="connsiteX2" fmla="*/ 0 w 224790"/>
                <a:gd name="connsiteY2" fmla="*/ 140970 h 280034"/>
                <a:gd name="connsiteX3" fmla="*/ 128588 w 224790"/>
                <a:gd name="connsiteY3" fmla="*/ 0 h 280034"/>
                <a:gd name="connsiteX4" fmla="*/ 224790 w 224790"/>
                <a:gd name="connsiteY4" fmla="*/ 45720 h 280034"/>
                <a:gd name="connsiteX5" fmla="*/ 181928 w 224790"/>
                <a:gd name="connsiteY5" fmla="*/ 86678 h 280034"/>
                <a:gd name="connsiteX6" fmla="*/ 128588 w 224790"/>
                <a:gd name="connsiteY6" fmla="*/ 57150 h 280034"/>
                <a:gd name="connsiteX7" fmla="*/ 62865 w 224790"/>
                <a:gd name="connsiteY7" fmla="*/ 140018 h 280034"/>
                <a:gd name="connsiteX8" fmla="*/ 128588 w 224790"/>
                <a:gd name="connsiteY8" fmla="*/ 222885 h 280034"/>
                <a:gd name="connsiteX9" fmla="*/ 183833 w 224790"/>
                <a:gd name="connsiteY9" fmla="*/ 193358 h 280034"/>
                <a:gd name="connsiteX10" fmla="*/ 222885 w 224790"/>
                <a:gd name="connsiteY10" fmla="*/ 237172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4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0" name="Freihandform: Form 99">
              <a:extLst>
                <a:ext uri="{FF2B5EF4-FFF2-40B4-BE49-F238E27FC236}">
                  <a16:creationId xmlns:a16="http://schemas.microsoft.com/office/drawing/2014/main" id="{E6CA6790-7895-42D8-BA21-2985EA6CFE95}"/>
                </a:ext>
              </a:extLst>
            </p:cNvPr>
            <p:cNvSpPr/>
            <p:nvPr/>
          </p:nvSpPr>
          <p:spPr>
            <a:xfrm>
              <a:off x="3950016" y="2524124"/>
              <a:ext cx="228600" cy="391477"/>
            </a:xfrm>
            <a:custGeom>
              <a:avLst/>
              <a:gdLst>
                <a:gd name="connsiteX0" fmla="*/ 228600 w 228600"/>
                <a:gd name="connsiteY0" fmla="*/ 390525 h 391477"/>
                <a:gd name="connsiteX1" fmla="*/ 166688 w 228600"/>
                <a:gd name="connsiteY1" fmla="*/ 390525 h 391477"/>
                <a:gd name="connsiteX2" fmla="*/ 166688 w 228600"/>
                <a:gd name="connsiteY2" fmla="*/ 238125 h 391477"/>
                <a:gd name="connsiteX3" fmla="*/ 117158 w 228600"/>
                <a:gd name="connsiteY3" fmla="*/ 173355 h 391477"/>
                <a:gd name="connsiteX4" fmla="*/ 61913 w 228600"/>
                <a:gd name="connsiteY4" fmla="*/ 238125 h 391477"/>
                <a:gd name="connsiteX5" fmla="*/ 61913 w 228600"/>
                <a:gd name="connsiteY5" fmla="*/ 391478 h 391477"/>
                <a:gd name="connsiteX6" fmla="*/ 0 w 228600"/>
                <a:gd name="connsiteY6" fmla="*/ 391478 h 391477"/>
                <a:gd name="connsiteX7" fmla="*/ 0 w 228600"/>
                <a:gd name="connsiteY7" fmla="*/ 16193 h 391477"/>
                <a:gd name="connsiteX8" fmla="*/ 61913 w 228600"/>
                <a:gd name="connsiteY8" fmla="*/ 0 h 391477"/>
                <a:gd name="connsiteX9" fmla="*/ 61913 w 228600"/>
                <a:gd name="connsiteY9" fmla="*/ 155258 h 391477"/>
                <a:gd name="connsiteX10" fmla="*/ 62865 w 228600"/>
                <a:gd name="connsiteY10" fmla="*/ 155258 h 391477"/>
                <a:gd name="connsiteX11" fmla="*/ 140970 w 228600"/>
                <a:gd name="connsiteY11" fmla="*/ 116205 h 391477"/>
                <a:gd name="connsiteX12" fmla="*/ 228600 w 228600"/>
                <a:gd name="connsiteY12" fmla="*/ 223838 h 391477"/>
                <a:gd name="connsiteX13" fmla="*/ 228600 w 228600"/>
                <a:gd name="connsiteY13" fmla="*/ 390525 h 391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91477">
                  <a:moveTo>
                    <a:pt x="228600" y="390525"/>
                  </a:moveTo>
                  <a:lnTo>
                    <a:pt x="166688" y="390525"/>
                  </a:lnTo>
                  <a:lnTo>
                    <a:pt x="166688" y="238125"/>
                  </a:lnTo>
                  <a:cubicBezTo>
                    <a:pt x="166688" y="199073"/>
                    <a:pt x="154305" y="173355"/>
                    <a:pt x="117158" y="173355"/>
                  </a:cubicBezTo>
                  <a:cubicBezTo>
                    <a:pt x="74295" y="173355"/>
                    <a:pt x="61913" y="207645"/>
                    <a:pt x="61913" y="238125"/>
                  </a:cubicBezTo>
                  <a:lnTo>
                    <a:pt x="61913" y="391478"/>
                  </a:lnTo>
                  <a:lnTo>
                    <a:pt x="0" y="391478"/>
                  </a:lnTo>
                  <a:lnTo>
                    <a:pt x="0" y="16193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9052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1" name="Freihandform: Form 100">
              <a:extLst>
                <a:ext uri="{FF2B5EF4-FFF2-40B4-BE49-F238E27FC236}">
                  <a16:creationId xmlns:a16="http://schemas.microsoft.com/office/drawing/2014/main" id="{34252C98-A2AA-4819-BD6E-3092B709C2A0}"/>
                </a:ext>
              </a:extLst>
            </p:cNvPr>
            <p:cNvSpPr/>
            <p:nvPr/>
          </p:nvSpPr>
          <p:spPr>
            <a:xfrm>
              <a:off x="4251006" y="2721291"/>
              <a:ext cx="130492" cy="59055"/>
            </a:xfrm>
            <a:custGeom>
              <a:avLst/>
              <a:gdLst>
                <a:gd name="connsiteX0" fmla="*/ 130493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3 w 130492"/>
                <a:gd name="connsiteY3" fmla="*/ 0 h 59055"/>
                <a:gd name="connsiteX4" fmla="*/ 130493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2" name="Freihandform: Form 101">
              <a:extLst>
                <a:ext uri="{FF2B5EF4-FFF2-40B4-BE49-F238E27FC236}">
                  <a16:creationId xmlns:a16="http://schemas.microsoft.com/office/drawing/2014/main" id="{AD35F3FD-B38A-4655-B804-AE6DF15DE05E}"/>
                </a:ext>
              </a:extLst>
            </p:cNvPr>
            <p:cNvSpPr/>
            <p:nvPr/>
          </p:nvSpPr>
          <p:spPr>
            <a:xfrm>
              <a:off x="4413884" y="2545079"/>
              <a:ext cx="343852" cy="368617"/>
            </a:xfrm>
            <a:custGeom>
              <a:avLst/>
              <a:gdLst>
                <a:gd name="connsiteX0" fmla="*/ 137160 w 343852"/>
                <a:gd name="connsiteY0" fmla="*/ 0 h 368617"/>
                <a:gd name="connsiteX1" fmla="*/ 206693 w 343852"/>
                <a:gd name="connsiteY1" fmla="*/ 0 h 368617"/>
                <a:gd name="connsiteX2" fmla="*/ 343853 w 343852"/>
                <a:gd name="connsiteY2" fmla="*/ 368618 h 368617"/>
                <a:gd name="connsiteX3" fmla="*/ 272415 w 343852"/>
                <a:gd name="connsiteY3" fmla="*/ 368618 h 368617"/>
                <a:gd name="connsiteX4" fmla="*/ 245745 w 343852"/>
                <a:gd name="connsiteY4" fmla="*/ 290512 h 368617"/>
                <a:gd name="connsiteX5" fmla="*/ 96203 w 343852"/>
                <a:gd name="connsiteY5" fmla="*/ 290512 h 368617"/>
                <a:gd name="connsiteX6" fmla="*/ 69533 w 343852"/>
                <a:gd name="connsiteY6" fmla="*/ 368618 h 368617"/>
                <a:gd name="connsiteX7" fmla="*/ 0 w 343852"/>
                <a:gd name="connsiteY7" fmla="*/ 368618 h 368617"/>
                <a:gd name="connsiteX8" fmla="*/ 137160 w 343852"/>
                <a:gd name="connsiteY8" fmla="*/ 0 h 368617"/>
                <a:gd name="connsiteX9" fmla="*/ 116205 w 343852"/>
                <a:gd name="connsiteY9" fmla="*/ 231458 h 368617"/>
                <a:gd name="connsiteX10" fmla="*/ 223838 w 343852"/>
                <a:gd name="connsiteY10" fmla="*/ 231458 h 368617"/>
                <a:gd name="connsiteX11" fmla="*/ 170497 w 343852"/>
                <a:gd name="connsiteY11" fmla="*/ 75247 h 368617"/>
                <a:gd name="connsiteX12" fmla="*/ 169545 w 343852"/>
                <a:gd name="connsiteY12" fmla="*/ 75247 h 368617"/>
                <a:gd name="connsiteX13" fmla="*/ 116205 w 343852"/>
                <a:gd name="connsiteY13" fmla="*/ 231458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3852" h="368617">
                  <a:moveTo>
                    <a:pt x="137160" y="0"/>
                  </a:moveTo>
                  <a:lnTo>
                    <a:pt x="206693" y="0"/>
                  </a:lnTo>
                  <a:lnTo>
                    <a:pt x="343853" y="368618"/>
                  </a:lnTo>
                  <a:lnTo>
                    <a:pt x="272415" y="368618"/>
                  </a:lnTo>
                  <a:lnTo>
                    <a:pt x="245745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7160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7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3" name="Freihandform: Form 102">
              <a:extLst>
                <a:ext uri="{FF2B5EF4-FFF2-40B4-BE49-F238E27FC236}">
                  <a16:creationId xmlns:a16="http://schemas.microsoft.com/office/drawing/2014/main" id="{01372FD3-692D-43F1-ABB5-ECB3D6E14634}"/>
                </a:ext>
              </a:extLst>
            </p:cNvPr>
            <p:cNvSpPr/>
            <p:nvPr/>
          </p:nvSpPr>
          <p:spPr>
            <a:xfrm>
              <a:off x="4812029" y="2525076"/>
              <a:ext cx="61912" cy="389572"/>
            </a:xfrm>
            <a:custGeom>
              <a:avLst/>
              <a:gdLst>
                <a:gd name="connsiteX0" fmla="*/ 61913 w 61912"/>
                <a:gd name="connsiteY0" fmla="*/ 389573 h 389572"/>
                <a:gd name="connsiteX1" fmla="*/ 0 w 61912"/>
                <a:gd name="connsiteY1" fmla="*/ 389573 h 389572"/>
                <a:gd name="connsiteX2" fmla="*/ 0 w 61912"/>
                <a:gd name="connsiteY2" fmla="*/ 14288 h 389572"/>
                <a:gd name="connsiteX3" fmla="*/ 61913 w 61912"/>
                <a:gd name="connsiteY3" fmla="*/ 0 h 389572"/>
                <a:gd name="connsiteX4" fmla="*/ 61913 w 61912"/>
                <a:gd name="connsiteY4" fmla="*/ 389573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9572">
                  <a:moveTo>
                    <a:pt x="61913" y="389573"/>
                  </a:moveTo>
                  <a:lnTo>
                    <a:pt x="0" y="389573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4" name="Freihandform: Form 103">
              <a:extLst>
                <a:ext uri="{FF2B5EF4-FFF2-40B4-BE49-F238E27FC236}">
                  <a16:creationId xmlns:a16="http://schemas.microsoft.com/office/drawing/2014/main" id="{EE37A480-2EF5-450F-8034-267855EAF8EE}"/>
                </a:ext>
              </a:extLst>
            </p:cNvPr>
            <p:cNvSpPr/>
            <p:nvPr/>
          </p:nvSpPr>
          <p:spPr>
            <a:xfrm>
              <a:off x="4941569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3818 w 242887"/>
                <a:gd name="connsiteY5" fmla="*/ 160972 h 279082"/>
                <a:gd name="connsiteX6" fmla="*/ 133350 w 242887"/>
                <a:gd name="connsiteY6" fmla="*/ 225743 h 279082"/>
                <a:gd name="connsiteX7" fmla="*/ 199073 w 242887"/>
                <a:gd name="connsiteY7" fmla="*/ 194310 h 279082"/>
                <a:gd name="connsiteX8" fmla="*/ 238125 w 242887"/>
                <a:gd name="connsiteY8" fmla="*/ 235268 h 279082"/>
                <a:gd name="connsiteX9" fmla="*/ 132398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3818" y="160972"/>
                  </a:lnTo>
                  <a:cubicBezTo>
                    <a:pt x="70485" y="201930"/>
                    <a:pt x="95250" y="225743"/>
                    <a:pt x="133350" y="225743"/>
                  </a:cubicBezTo>
                  <a:cubicBezTo>
                    <a:pt x="158115" y="225743"/>
                    <a:pt x="178118" y="216218"/>
                    <a:pt x="199073" y="194310"/>
                  </a:cubicBezTo>
                  <a:lnTo>
                    <a:pt x="238125" y="235268"/>
                  </a:lnTo>
                  <a:cubicBezTo>
                    <a:pt x="206693" y="264795"/>
                    <a:pt x="172403" y="279083"/>
                    <a:pt x="132398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3" y="74295"/>
                    <a:pt x="159068" y="50482"/>
                    <a:pt x="123825" y="50482"/>
                  </a:cubicBezTo>
                  <a:cubicBezTo>
                    <a:pt x="89535" y="50482"/>
                    <a:pt x="67628" y="74295"/>
                    <a:pt x="61913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5" name="Freihandform: Form 104">
              <a:extLst>
                <a:ext uri="{FF2B5EF4-FFF2-40B4-BE49-F238E27FC236}">
                  <a16:creationId xmlns:a16="http://schemas.microsoft.com/office/drawing/2014/main" id="{8DBED685-45B0-4DB1-8D1F-1721610B6EBE}"/>
                </a:ext>
              </a:extLst>
            </p:cNvPr>
            <p:cNvSpPr/>
            <p:nvPr/>
          </p:nvSpPr>
          <p:spPr>
            <a:xfrm>
              <a:off x="5217794" y="2647949"/>
              <a:ext cx="255270" cy="266700"/>
            </a:xfrm>
            <a:custGeom>
              <a:avLst/>
              <a:gdLst>
                <a:gd name="connsiteX0" fmla="*/ 255270 w 255270"/>
                <a:gd name="connsiteY0" fmla="*/ 266700 h 266700"/>
                <a:gd name="connsiteX1" fmla="*/ 183833 w 255270"/>
                <a:gd name="connsiteY1" fmla="*/ 266700 h 266700"/>
                <a:gd name="connsiteX2" fmla="*/ 126683 w 255270"/>
                <a:gd name="connsiteY2" fmla="*/ 174308 h 266700"/>
                <a:gd name="connsiteX3" fmla="*/ 125730 w 255270"/>
                <a:gd name="connsiteY3" fmla="*/ 174308 h 266700"/>
                <a:gd name="connsiteX4" fmla="*/ 70485 w 255270"/>
                <a:gd name="connsiteY4" fmla="*/ 266700 h 266700"/>
                <a:gd name="connsiteX5" fmla="*/ 0 w 255270"/>
                <a:gd name="connsiteY5" fmla="*/ 266700 h 266700"/>
                <a:gd name="connsiteX6" fmla="*/ 91440 w 255270"/>
                <a:gd name="connsiteY6" fmla="*/ 128588 h 266700"/>
                <a:gd name="connsiteX7" fmla="*/ 6668 w 255270"/>
                <a:gd name="connsiteY7" fmla="*/ 0 h 266700"/>
                <a:gd name="connsiteX8" fmla="*/ 77153 w 255270"/>
                <a:gd name="connsiteY8" fmla="*/ 0 h 266700"/>
                <a:gd name="connsiteX9" fmla="*/ 127635 w 255270"/>
                <a:gd name="connsiteY9" fmla="*/ 81915 h 266700"/>
                <a:gd name="connsiteX10" fmla="*/ 128588 w 255270"/>
                <a:gd name="connsiteY10" fmla="*/ 81915 h 266700"/>
                <a:gd name="connsiteX11" fmla="*/ 178118 w 255270"/>
                <a:gd name="connsiteY11" fmla="*/ 0 h 266700"/>
                <a:gd name="connsiteX12" fmla="*/ 247650 w 255270"/>
                <a:gd name="connsiteY12" fmla="*/ 0 h 266700"/>
                <a:gd name="connsiteX13" fmla="*/ 163830 w 255270"/>
                <a:gd name="connsiteY13" fmla="*/ 127635 h 266700"/>
                <a:gd name="connsiteX14" fmla="*/ 255270 w 255270"/>
                <a:gd name="connsiteY14" fmla="*/ 26670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5270" h="266700">
                  <a:moveTo>
                    <a:pt x="255270" y="266700"/>
                  </a:moveTo>
                  <a:lnTo>
                    <a:pt x="183833" y="266700"/>
                  </a:lnTo>
                  <a:lnTo>
                    <a:pt x="126683" y="174308"/>
                  </a:lnTo>
                  <a:lnTo>
                    <a:pt x="125730" y="174308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8" y="0"/>
                  </a:lnTo>
                  <a:lnTo>
                    <a:pt x="77153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8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6" name="Freihandform: Form 105">
              <a:extLst>
                <a:ext uri="{FF2B5EF4-FFF2-40B4-BE49-F238E27FC236}">
                  <a16:creationId xmlns:a16="http://schemas.microsoft.com/office/drawing/2014/main" id="{1D0B45B0-332A-4493-BC02-3060F109129F}"/>
                </a:ext>
              </a:extLst>
            </p:cNvPr>
            <p:cNvSpPr/>
            <p:nvPr/>
          </p:nvSpPr>
          <p:spPr>
            <a:xfrm>
              <a:off x="5506402" y="2641281"/>
              <a:ext cx="225742" cy="279082"/>
            </a:xfrm>
            <a:custGeom>
              <a:avLst/>
              <a:gdLst>
                <a:gd name="connsiteX0" fmla="*/ 114300 w 225742"/>
                <a:gd name="connsiteY0" fmla="*/ 107632 h 279082"/>
                <a:gd name="connsiteX1" fmla="*/ 164782 w 225742"/>
                <a:gd name="connsiteY1" fmla="*/ 113347 h 279082"/>
                <a:gd name="connsiteX2" fmla="*/ 164782 w 225742"/>
                <a:gd name="connsiteY2" fmla="*/ 103822 h 279082"/>
                <a:gd name="connsiteX3" fmla="*/ 105728 w 225742"/>
                <a:gd name="connsiteY3" fmla="*/ 52388 h 279082"/>
                <a:gd name="connsiteX4" fmla="*/ 38100 w 225742"/>
                <a:gd name="connsiteY4" fmla="*/ 67628 h 279082"/>
                <a:gd name="connsiteX5" fmla="*/ 24765 w 225742"/>
                <a:gd name="connsiteY5" fmla="*/ 15240 h 279082"/>
                <a:gd name="connsiteX6" fmla="*/ 112395 w 225742"/>
                <a:gd name="connsiteY6" fmla="*/ 0 h 279082"/>
                <a:gd name="connsiteX7" fmla="*/ 225742 w 225742"/>
                <a:gd name="connsiteY7" fmla="*/ 102870 h 279082"/>
                <a:gd name="connsiteX8" fmla="*/ 225742 w 225742"/>
                <a:gd name="connsiteY8" fmla="*/ 273368 h 279082"/>
                <a:gd name="connsiteX9" fmla="*/ 166688 w 225742"/>
                <a:gd name="connsiteY9" fmla="*/ 273368 h 279082"/>
                <a:gd name="connsiteX10" fmla="*/ 166688 w 225742"/>
                <a:gd name="connsiteY10" fmla="*/ 244793 h 279082"/>
                <a:gd name="connsiteX11" fmla="*/ 165735 w 225742"/>
                <a:gd name="connsiteY11" fmla="*/ 244793 h 279082"/>
                <a:gd name="connsiteX12" fmla="*/ 87630 w 225742"/>
                <a:gd name="connsiteY12" fmla="*/ 279083 h 279082"/>
                <a:gd name="connsiteX13" fmla="*/ 0 w 225742"/>
                <a:gd name="connsiteY13" fmla="*/ 194310 h 279082"/>
                <a:gd name="connsiteX14" fmla="*/ 114300 w 225742"/>
                <a:gd name="connsiteY14" fmla="*/ 107632 h 279082"/>
                <a:gd name="connsiteX15" fmla="*/ 103822 w 225742"/>
                <a:gd name="connsiteY15" fmla="*/ 232410 h 279082"/>
                <a:gd name="connsiteX16" fmla="*/ 164782 w 225742"/>
                <a:gd name="connsiteY16" fmla="*/ 200025 h 279082"/>
                <a:gd name="connsiteX17" fmla="*/ 164782 w 225742"/>
                <a:gd name="connsiteY17" fmla="*/ 154305 h 279082"/>
                <a:gd name="connsiteX18" fmla="*/ 120967 w 225742"/>
                <a:gd name="connsiteY18" fmla="*/ 149543 h 279082"/>
                <a:gd name="connsiteX19" fmla="*/ 59055 w 225742"/>
                <a:gd name="connsiteY19" fmla="*/ 193358 h 279082"/>
                <a:gd name="connsiteX20" fmla="*/ 103822 w 225742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42" h="279082">
                  <a:moveTo>
                    <a:pt x="114300" y="107632"/>
                  </a:moveTo>
                  <a:cubicBezTo>
                    <a:pt x="131445" y="107632"/>
                    <a:pt x="147638" y="108585"/>
                    <a:pt x="164782" y="113347"/>
                  </a:cubicBezTo>
                  <a:lnTo>
                    <a:pt x="164782" y="103822"/>
                  </a:lnTo>
                  <a:cubicBezTo>
                    <a:pt x="164782" y="69532"/>
                    <a:pt x="144780" y="52388"/>
                    <a:pt x="105728" y="52388"/>
                  </a:cubicBezTo>
                  <a:cubicBezTo>
                    <a:pt x="83820" y="52388"/>
                    <a:pt x="60007" y="57150"/>
                    <a:pt x="38100" y="67628"/>
                  </a:cubicBezTo>
                  <a:lnTo>
                    <a:pt x="24765" y="15240"/>
                  </a:lnTo>
                  <a:cubicBezTo>
                    <a:pt x="49530" y="5715"/>
                    <a:pt x="81915" y="0"/>
                    <a:pt x="112395" y="0"/>
                  </a:cubicBezTo>
                  <a:cubicBezTo>
                    <a:pt x="187642" y="0"/>
                    <a:pt x="225742" y="35243"/>
                    <a:pt x="225742" y="102870"/>
                  </a:cubicBezTo>
                  <a:lnTo>
                    <a:pt x="225742" y="273368"/>
                  </a:lnTo>
                  <a:lnTo>
                    <a:pt x="166688" y="273368"/>
                  </a:lnTo>
                  <a:lnTo>
                    <a:pt x="166688" y="244793"/>
                  </a:lnTo>
                  <a:lnTo>
                    <a:pt x="165735" y="244793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2"/>
                    <a:pt x="114300" y="107632"/>
                  </a:cubicBezTo>
                  <a:close/>
                  <a:moveTo>
                    <a:pt x="103822" y="232410"/>
                  </a:moveTo>
                  <a:cubicBezTo>
                    <a:pt x="126682" y="232410"/>
                    <a:pt x="147638" y="220980"/>
                    <a:pt x="164782" y="200025"/>
                  </a:cubicBezTo>
                  <a:lnTo>
                    <a:pt x="164782" y="154305"/>
                  </a:lnTo>
                  <a:cubicBezTo>
                    <a:pt x="150495" y="150495"/>
                    <a:pt x="135255" y="149543"/>
                    <a:pt x="120967" y="149543"/>
                  </a:cubicBezTo>
                  <a:cubicBezTo>
                    <a:pt x="81915" y="149543"/>
                    <a:pt x="59055" y="164783"/>
                    <a:pt x="59055" y="193358"/>
                  </a:cubicBezTo>
                  <a:cubicBezTo>
                    <a:pt x="59055" y="217170"/>
                    <a:pt x="76200" y="232410"/>
                    <a:pt x="103822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7" name="Freihandform: Form 106">
              <a:extLst>
                <a:ext uri="{FF2B5EF4-FFF2-40B4-BE49-F238E27FC236}">
                  <a16:creationId xmlns:a16="http://schemas.microsoft.com/office/drawing/2014/main" id="{8A6FD466-169B-4F75-942E-689EC5C0E64B}"/>
                </a:ext>
              </a:extLst>
            </p:cNvPr>
            <p:cNvSpPr/>
            <p:nvPr/>
          </p:nvSpPr>
          <p:spPr>
            <a:xfrm>
              <a:off x="5812154" y="2642234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7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2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8" name="Freihandform: Form 107">
              <a:extLst>
                <a:ext uri="{FF2B5EF4-FFF2-40B4-BE49-F238E27FC236}">
                  <a16:creationId xmlns:a16="http://schemas.microsoft.com/office/drawing/2014/main" id="{0B78F095-D5BC-4777-B45E-2A0974088FDA}"/>
                </a:ext>
              </a:extLst>
            </p:cNvPr>
            <p:cNvSpPr/>
            <p:nvPr/>
          </p:nvSpPr>
          <p:spPr>
            <a:xfrm>
              <a:off x="6106477" y="2524124"/>
              <a:ext cx="248602" cy="396239"/>
            </a:xfrm>
            <a:custGeom>
              <a:avLst/>
              <a:gdLst>
                <a:gd name="connsiteX0" fmla="*/ 0 w 248602"/>
                <a:gd name="connsiteY0" fmla="*/ 256223 h 396239"/>
                <a:gd name="connsiteX1" fmla="*/ 108585 w 248602"/>
                <a:gd name="connsiteY1" fmla="*/ 117157 h 396239"/>
                <a:gd name="connsiteX2" fmla="*/ 185738 w 248602"/>
                <a:gd name="connsiteY2" fmla="*/ 153352 h 396239"/>
                <a:gd name="connsiteX3" fmla="*/ 186690 w 248602"/>
                <a:gd name="connsiteY3" fmla="*/ 153352 h 396239"/>
                <a:gd name="connsiteX4" fmla="*/ 186690 w 248602"/>
                <a:gd name="connsiteY4" fmla="*/ 16193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2 w 248602"/>
                <a:gd name="connsiteY7" fmla="*/ 389573 h 396239"/>
                <a:gd name="connsiteX8" fmla="*/ 187642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6223 h 396239"/>
                <a:gd name="connsiteX12" fmla="*/ 61913 w 248602"/>
                <a:gd name="connsiteY12" fmla="*/ 256223 h 396239"/>
                <a:gd name="connsiteX13" fmla="*/ 123825 w 248602"/>
                <a:gd name="connsiteY13" fmla="*/ 341948 h 396239"/>
                <a:gd name="connsiteX14" fmla="*/ 187642 w 248602"/>
                <a:gd name="connsiteY14" fmla="*/ 306705 h 396239"/>
                <a:gd name="connsiteX15" fmla="*/ 187642 w 248602"/>
                <a:gd name="connsiteY15" fmla="*/ 208598 h 396239"/>
                <a:gd name="connsiteX16" fmla="*/ 123825 w 248602"/>
                <a:gd name="connsiteY16" fmla="*/ 173355 h 396239"/>
                <a:gd name="connsiteX17" fmla="*/ 61913 w 248602"/>
                <a:gd name="connsiteY17" fmla="*/ 256223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6223"/>
                  </a:moveTo>
                  <a:cubicBezTo>
                    <a:pt x="0" y="170498"/>
                    <a:pt x="43815" y="117157"/>
                    <a:pt x="108585" y="117157"/>
                  </a:cubicBezTo>
                  <a:cubicBezTo>
                    <a:pt x="141922" y="117157"/>
                    <a:pt x="168592" y="131445"/>
                    <a:pt x="185738" y="153352"/>
                  </a:cubicBezTo>
                  <a:lnTo>
                    <a:pt x="186690" y="153352"/>
                  </a:lnTo>
                  <a:lnTo>
                    <a:pt x="186690" y="16193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6240"/>
                    <a:pt x="0" y="341948"/>
                    <a:pt x="0" y="256223"/>
                  </a:cubicBezTo>
                  <a:close/>
                  <a:moveTo>
                    <a:pt x="61913" y="256223"/>
                  </a:moveTo>
                  <a:cubicBezTo>
                    <a:pt x="61913" y="310515"/>
                    <a:pt x="84772" y="341948"/>
                    <a:pt x="123825" y="341948"/>
                  </a:cubicBezTo>
                  <a:cubicBezTo>
                    <a:pt x="147638" y="341948"/>
                    <a:pt x="167640" y="330517"/>
                    <a:pt x="187642" y="306705"/>
                  </a:cubicBezTo>
                  <a:lnTo>
                    <a:pt x="187642" y="208598"/>
                  </a:lnTo>
                  <a:cubicBezTo>
                    <a:pt x="169545" y="184785"/>
                    <a:pt x="149542" y="173355"/>
                    <a:pt x="123825" y="173355"/>
                  </a:cubicBezTo>
                  <a:cubicBezTo>
                    <a:pt x="83820" y="173355"/>
                    <a:pt x="61913" y="202883"/>
                    <a:pt x="61913" y="2562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9" name="Freihandform: Form 108">
              <a:extLst>
                <a:ext uri="{FF2B5EF4-FFF2-40B4-BE49-F238E27FC236}">
                  <a16:creationId xmlns:a16="http://schemas.microsoft.com/office/drawing/2014/main" id="{E961B20F-6BF9-4476-95BF-6940DF58679A}"/>
                </a:ext>
              </a:extLst>
            </p:cNvPr>
            <p:cNvSpPr/>
            <p:nvPr/>
          </p:nvSpPr>
          <p:spPr>
            <a:xfrm>
              <a:off x="642365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3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8" y="50482"/>
                    <a:pt x="123825" y="50482"/>
                  </a:cubicBezTo>
                  <a:cubicBezTo>
                    <a:pt x="89535" y="50482"/>
                    <a:pt x="67628" y="74295"/>
                    <a:pt x="61913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0" name="Freihandform: Form 109">
              <a:extLst>
                <a:ext uri="{FF2B5EF4-FFF2-40B4-BE49-F238E27FC236}">
                  <a16:creationId xmlns:a16="http://schemas.microsoft.com/office/drawing/2014/main" id="{2F1098BD-9E6B-48AD-8277-D894FBC001B0}"/>
                </a:ext>
              </a:extLst>
            </p:cNvPr>
            <p:cNvSpPr/>
            <p:nvPr/>
          </p:nvSpPr>
          <p:spPr>
            <a:xfrm>
              <a:off x="6737031" y="2641039"/>
              <a:ext cx="160019" cy="272657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39065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1" name="Freihandform: Form 110">
              <a:extLst>
                <a:ext uri="{FF2B5EF4-FFF2-40B4-BE49-F238E27FC236}">
                  <a16:creationId xmlns:a16="http://schemas.microsoft.com/office/drawing/2014/main" id="{ED7ED6CA-E50E-44B8-8124-0BC825AA6A8E}"/>
                </a:ext>
              </a:extLst>
            </p:cNvPr>
            <p:cNvSpPr/>
            <p:nvPr/>
          </p:nvSpPr>
          <p:spPr>
            <a:xfrm>
              <a:off x="6936104" y="2721291"/>
              <a:ext cx="130492" cy="59055"/>
            </a:xfrm>
            <a:custGeom>
              <a:avLst/>
              <a:gdLst>
                <a:gd name="connsiteX0" fmla="*/ 130493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3 w 130492"/>
                <a:gd name="connsiteY3" fmla="*/ 0 h 59055"/>
                <a:gd name="connsiteX4" fmla="*/ 130493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1" name="Freihandform: Form 160">
              <a:extLst>
                <a:ext uri="{FF2B5EF4-FFF2-40B4-BE49-F238E27FC236}">
                  <a16:creationId xmlns:a16="http://schemas.microsoft.com/office/drawing/2014/main" id="{73F6EBEA-DE7E-43C6-A2A4-AA735B06FA04}"/>
                </a:ext>
              </a:extLst>
            </p:cNvPr>
            <p:cNvSpPr/>
            <p:nvPr/>
          </p:nvSpPr>
          <p:spPr>
            <a:xfrm>
              <a:off x="7145654" y="2545079"/>
              <a:ext cx="288607" cy="375284"/>
            </a:xfrm>
            <a:custGeom>
              <a:avLst/>
              <a:gdLst>
                <a:gd name="connsiteX0" fmla="*/ 288607 w 288607"/>
                <a:gd name="connsiteY0" fmla="*/ 222885 h 375284"/>
                <a:gd name="connsiteX1" fmla="*/ 143827 w 288607"/>
                <a:gd name="connsiteY1" fmla="*/ 375285 h 375284"/>
                <a:gd name="connsiteX2" fmla="*/ 0 w 288607"/>
                <a:gd name="connsiteY2" fmla="*/ 222885 h 375284"/>
                <a:gd name="connsiteX3" fmla="*/ 0 w 288607"/>
                <a:gd name="connsiteY3" fmla="*/ 0 h 375284"/>
                <a:gd name="connsiteX4" fmla="*/ 66675 w 288607"/>
                <a:gd name="connsiteY4" fmla="*/ 0 h 375284"/>
                <a:gd name="connsiteX5" fmla="*/ 66675 w 288607"/>
                <a:gd name="connsiteY5" fmla="*/ 219075 h 375284"/>
                <a:gd name="connsiteX6" fmla="*/ 144780 w 288607"/>
                <a:gd name="connsiteY6" fmla="*/ 312420 h 375284"/>
                <a:gd name="connsiteX7" fmla="*/ 220980 w 288607"/>
                <a:gd name="connsiteY7" fmla="*/ 219075 h 375284"/>
                <a:gd name="connsiteX8" fmla="*/ 220980 w 288607"/>
                <a:gd name="connsiteY8" fmla="*/ 0 h 375284"/>
                <a:gd name="connsiteX9" fmla="*/ 287655 w 288607"/>
                <a:gd name="connsiteY9" fmla="*/ 0 h 375284"/>
                <a:gd name="connsiteX10" fmla="*/ 287655 w 288607"/>
                <a:gd name="connsiteY10" fmla="*/ 222885 h 375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88607" h="375284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2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2" name="Freihandform: Form 161">
              <a:extLst>
                <a:ext uri="{FF2B5EF4-FFF2-40B4-BE49-F238E27FC236}">
                  <a16:creationId xmlns:a16="http://schemas.microsoft.com/office/drawing/2014/main" id="{DDB3084D-9A6D-4432-B0B8-78A2C9CA6C57}"/>
                </a:ext>
              </a:extLst>
            </p:cNvPr>
            <p:cNvSpPr/>
            <p:nvPr/>
          </p:nvSpPr>
          <p:spPr>
            <a:xfrm>
              <a:off x="7517129" y="2642234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7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3" name="Freihandform: Form 162">
              <a:extLst>
                <a:ext uri="{FF2B5EF4-FFF2-40B4-BE49-F238E27FC236}">
                  <a16:creationId xmlns:a16="http://schemas.microsoft.com/office/drawing/2014/main" id="{453A6E23-9342-4888-990A-FF8E4FD480B9}"/>
                </a:ext>
              </a:extLst>
            </p:cNvPr>
            <p:cNvSpPr/>
            <p:nvPr/>
          </p:nvSpPr>
          <p:spPr>
            <a:xfrm>
              <a:off x="7816214" y="2528887"/>
              <a:ext cx="79057" cy="385762"/>
            </a:xfrm>
            <a:custGeom>
              <a:avLst/>
              <a:gdLst>
                <a:gd name="connsiteX0" fmla="*/ 79058 w 79057"/>
                <a:gd name="connsiteY0" fmla="*/ 38100 h 385762"/>
                <a:gd name="connsiteX1" fmla="*/ 39053 w 79057"/>
                <a:gd name="connsiteY1" fmla="*/ 76200 h 385762"/>
                <a:gd name="connsiteX2" fmla="*/ 0 w 79057"/>
                <a:gd name="connsiteY2" fmla="*/ 38100 h 385762"/>
                <a:gd name="connsiteX3" fmla="*/ 39053 w 79057"/>
                <a:gd name="connsiteY3" fmla="*/ 0 h 385762"/>
                <a:gd name="connsiteX4" fmla="*/ 79058 w 79057"/>
                <a:gd name="connsiteY4" fmla="*/ 38100 h 385762"/>
                <a:gd name="connsiteX5" fmla="*/ 70485 w 79057"/>
                <a:gd name="connsiteY5" fmla="*/ 385763 h 385762"/>
                <a:gd name="connsiteX6" fmla="*/ 8573 w 79057"/>
                <a:gd name="connsiteY6" fmla="*/ 385763 h 385762"/>
                <a:gd name="connsiteX7" fmla="*/ 8573 w 79057"/>
                <a:gd name="connsiteY7" fmla="*/ 119063 h 385762"/>
                <a:gd name="connsiteX8" fmla="*/ 70485 w 79057"/>
                <a:gd name="connsiteY8" fmla="*/ 119063 h 385762"/>
                <a:gd name="connsiteX9" fmla="*/ 70485 w 79057"/>
                <a:gd name="connsiteY9" fmla="*/ 385763 h 385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5762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5763"/>
                  </a:moveTo>
                  <a:lnTo>
                    <a:pt x="8573" y="385763"/>
                  </a:lnTo>
                  <a:lnTo>
                    <a:pt x="8573" y="119063"/>
                  </a:lnTo>
                  <a:lnTo>
                    <a:pt x="70485" y="119063"/>
                  </a:lnTo>
                  <a:lnTo>
                    <a:pt x="70485" y="385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4" name="Freihandform: Form 163">
              <a:extLst>
                <a:ext uri="{FF2B5EF4-FFF2-40B4-BE49-F238E27FC236}">
                  <a16:creationId xmlns:a16="http://schemas.microsoft.com/office/drawing/2014/main" id="{B426E48C-C34A-4787-B768-16E5A9D17D6A}"/>
                </a:ext>
              </a:extLst>
            </p:cNvPr>
            <p:cNvSpPr/>
            <p:nvPr/>
          </p:nvSpPr>
          <p:spPr>
            <a:xfrm>
              <a:off x="7940039" y="2647949"/>
              <a:ext cx="259080" cy="266700"/>
            </a:xfrm>
            <a:custGeom>
              <a:avLst/>
              <a:gdLst>
                <a:gd name="connsiteX0" fmla="*/ 259080 w 259080"/>
                <a:gd name="connsiteY0" fmla="*/ 0 h 266700"/>
                <a:gd name="connsiteX1" fmla="*/ 161925 w 259080"/>
                <a:gd name="connsiteY1" fmla="*/ 266700 h 266700"/>
                <a:gd name="connsiteX2" fmla="*/ 97155 w 259080"/>
                <a:gd name="connsiteY2" fmla="*/ 266700 h 266700"/>
                <a:gd name="connsiteX3" fmla="*/ 0 w 259080"/>
                <a:gd name="connsiteY3" fmla="*/ 0 h 266700"/>
                <a:gd name="connsiteX4" fmla="*/ 68580 w 259080"/>
                <a:gd name="connsiteY4" fmla="*/ 0 h 266700"/>
                <a:gd name="connsiteX5" fmla="*/ 129540 w 259080"/>
                <a:gd name="connsiteY5" fmla="*/ 193358 h 266700"/>
                <a:gd name="connsiteX6" fmla="*/ 130493 w 259080"/>
                <a:gd name="connsiteY6" fmla="*/ 193358 h 266700"/>
                <a:gd name="connsiteX7" fmla="*/ 191453 w 259080"/>
                <a:gd name="connsiteY7" fmla="*/ 0 h 266700"/>
                <a:gd name="connsiteX8" fmla="*/ 259080 w 259080"/>
                <a:gd name="connsiteY8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9080" h="266700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3" y="193358"/>
                  </a:lnTo>
                  <a:lnTo>
                    <a:pt x="191453" y="0"/>
                  </a:lnTo>
                  <a:lnTo>
                    <a:pt x="25908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5" name="Freihandform: Form 164">
              <a:extLst>
                <a:ext uri="{FF2B5EF4-FFF2-40B4-BE49-F238E27FC236}">
                  <a16:creationId xmlns:a16="http://schemas.microsoft.com/office/drawing/2014/main" id="{7615B64C-54A4-4AD2-904B-94038BAB952C}"/>
                </a:ext>
              </a:extLst>
            </p:cNvPr>
            <p:cNvSpPr/>
            <p:nvPr/>
          </p:nvSpPr>
          <p:spPr>
            <a:xfrm>
              <a:off x="8227694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3818 w 242887"/>
                <a:gd name="connsiteY5" fmla="*/ 160972 h 279082"/>
                <a:gd name="connsiteX6" fmla="*/ 133350 w 242887"/>
                <a:gd name="connsiteY6" fmla="*/ 225743 h 279082"/>
                <a:gd name="connsiteX7" fmla="*/ 199073 w 242887"/>
                <a:gd name="connsiteY7" fmla="*/ 194310 h 279082"/>
                <a:gd name="connsiteX8" fmla="*/ 238125 w 242887"/>
                <a:gd name="connsiteY8" fmla="*/ 235268 h 279082"/>
                <a:gd name="connsiteX9" fmla="*/ 132398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3818" y="160972"/>
                  </a:lnTo>
                  <a:cubicBezTo>
                    <a:pt x="70485" y="201930"/>
                    <a:pt x="95250" y="225743"/>
                    <a:pt x="133350" y="225743"/>
                  </a:cubicBezTo>
                  <a:cubicBezTo>
                    <a:pt x="158115" y="225743"/>
                    <a:pt x="178118" y="216218"/>
                    <a:pt x="199073" y="194310"/>
                  </a:cubicBezTo>
                  <a:lnTo>
                    <a:pt x="238125" y="235268"/>
                  </a:lnTo>
                  <a:cubicBezTo>
                    <a:pt x="206693" y="264795"/>
                    <a:pt x="172403" y="279083"/>
                    <a:pt x="132398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3" y="74295"/>
                    <a:pt x="159068" y="50482"/>
                    <a:pt x="123825" y="50482"/>
                  </a:cubicBezTo>
                  <a:cubicBezTo>
                    <a:pt x="89535" y="50482"/>
                    <a:pt x="67628" y="74295"/>
                    <a:pt x="61913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6" name="Freihandform: Form 165">
              <a:extLst>
                <a:ext uri="{FF2B5EF4-FFF2-40B4-BE49-F238E27FC236}">
                  <a16:creationId xmlns:a16="http://schemas.microsoft.com/office/drawing/2014/main" id="{EAB3BFB7-9BD5-4C34-9D06-AC7943D65799}"/>
                </a:ext>
              </a:extLst>
            </p:cNvPr>
            <p:cNvSpPr/>
            <p:nvPr/>
          </p:nvSpPr>
          <p:spPr>
            <a:xfrm>
              <a:off x="8539162" y="2641039"/>
              <a:ext cx="161925" cy="272657"/>
            </a:xfrm>
            <a:custGeom>
              <a:avLst/>
              <a:gdLst>
                <a:gd name="connsiteX0" fmla="*/ 161925 w 161925"/>
                <a:gd name="connsiteY0" fmla="*/ 5005 h 272657"/>
                <a:gd name="connsiteX1" fmla="*/ 152400 w 161925"/>
                <a:gd name="connsiteY1" fmla="*/ 68823 h 272657"/>
                <a:gd name="connsiteX2" fmla="*/ 118110 w 161925"/>
                <a:gd name="connsiteY2" fmla="*/ 60250 h 272657"/>
                <a:gd name="connsiteX3" fmla="*/ 63818 w 161925"/>
                <a:gd name="connsiteY3" fmla="*/ 135498 h 272657"/>
                <a:gd name="connsiteX4" fmla="*/ 63818 w 161925"/>
                <a:gd name="connsiteY4" fmla="*/ 272658 h 272657"/>
                <a:gd name="connsiteX5" fmla="*/ 0 w 161925"/>
                <a:gd name="connsiteY5" fmla="*/ 272658 h 272657"/>
                <a:gd name="connsiteX6" fmla="*/ 0 w 161925"/>
                <a:gd name="connsiteY6" fmla="*/ 5958 h 272657"/>
                <a:gd name="connsiteX7" fmla="*/ 60960 w 161925"/>
                <a:gd name="connsiteY7" fmla="*/ 5958 h 272657"/>
                <a:gd name="connsiteX8" fmla="*/ 60960 w 161925"/>
                <a:gd name="connsiteY8" fmla="*/ 40248 h 272657"/>
                <a:gd name="connsiteX9" fmla="*/ 61913 w 161925"/>
                <a:gd name="connsiteY9" fmla="*/ 40248 h 272657"/>
                <a:gd name="connsiteX10" fmla="*/ 131445 w 161925"/>
                <a:gd name="connsiteY10" fmla="*/ 243 h 272657"/>
                <a:gd name="connsiteX11" fmla="*/ 161925 w 161925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1925" h="272657">
                  <a:moveTo>
                    <a:pt x="161925" y="5005"/>
                  </a:moveTo>
                  <a:lnTo>
                    <a:pt x="152400" y="68823"/>
                  </a:lnTo>
                  <a:cubicBezTo>
                    <a:pt x="142875" y="64060"/>
                    <a:pt x="131445" y="60250"/>
                    <a:pt x="118110" y="60250"/>
                  </a:cubicBezTo>
                  <a:cubicBezTo>
                    <a:pt x="75248" y="60250"/>
                    <a:pt x="63818" y="94540"/>
                    <a:pt x="63818" y="135498"/>
                  </a:cubicBezTo>
                  <a:lnTo>
                    <a:pt x="63818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970" y="-710"/>
                    <a:pt x="152400" y="1195"/>
                    <a:pt x="161925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7" name="Freihandform: Form 166">
              <a:extLst>
                <a:ext uri="{FF2B5EF4-FFF2-40B4-BE49-F238E27FC236}">
                  <a16:creationId xmlns:a16="http://schemas.microsoft.com/office/drawing/2014/main" id="{77966ADB-5C9A-459D-BE24-5A2BEA535E86}"/>
                </a:ext>
              </a:extLst>
            </p:cNvPr>
            <p:cNvSpPr/>
            <p:nvPr/>
          </p:nvSpPr>
          <p:spPr>
            <a:xfrm>
              <a:off x="8729662" y="2640329"/>
              <a:ext cx="205739" cy="280034"/>
            </a:xfrm>
            <a:custGeom>
              <a:avLst/>
              <a:gdLst>
                <a:gd name="connsiteX0" fmla="*/ 29527 w 205739"/>
                <a:gd name="connsiteY0" fmla="*/ 198120 h 280034"/>
                <a:gd name="connsiteX1" fmla="*/ 104775 w 205739"/>
                <a:gd name="connsiteY1" fmla="*/ 227647 h 280034"/>
                <a:gd name="connsiteX2" fmla="*/ 143827 w 205739"/>
                <a:gd name="connsiteY2" fmla="*/ 200978 h 280034"/>
                <a:gd name="connsiteX3" fmla="*/ 10477 w 205739"/>
                <a:gd name="connsiteY3" fmla="*/ 82868 h 280034"/>
                <a:gd name="connsiteX4" fmla="*/ 111443 w 205739"/>
                <a:gd name="connsiteY4" fmla="*/ 0 h 280034"/>
                <a:gd name="connsiteX5" fmla="*/ 203835 w 205739"/>
                <a:gd name="connsiteY5" fmla="*/ 27622 h 280034"/>
                <a:gd name="connsiteX6" fmla="*/ 174307 w 205739"/>
                <a:gd name="connsiteY6" fmla="*/ 76200 h 280034"/>
                <a:gd name="connsiteX7" fmla="*/ 110490 w 205739"/>
                <a:gd name="connsiteY7" fmla="*/ 52387 h 280034"/>
                <a:gd name="connsiteX8" fmla="*/ 72390 w 205739"/>
                <a:gd name="connsiteY8" fmla="*/ 77153 h 280034"/>
                <a:gd name="connsiteX9" fmla="*/ 205740 w 205739"/>
                <a:gd name="connsiteY9" fmla="*/ 195262 h 280034"/>
                <a:gd name="connsiteX10" fmla="*/ 102870 w 205739"/>
                <a:gd name="connsiteY10" fmla="*/ 280035 h 280034"/>
                <a:gd name="connsiteX11" fmla="*/ 0 w 205739"/>
                <a:gd name="connsiteY11" fmla="*/ 247650 h 280034"/>
                <a:gd name="connsiteX12" fmla="*/ 29527 w 205739"/>
                <a:gd name="connsiteY12" fmla="*/ 198120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4">
                  <a:moveTo>
                    <a:pt x="29527" y="198120"/>
                  </a:moveTo>
                  <a:cubicBezTo>
                    <a:pt x="56198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3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8" y="60007"/>
                    <a:pt x="130493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8" name="Freihandform: Form 167">
              <a:extLst>
                <a:ext uri="{FF2B5EF4-FFF2-40B4-BE49-F238E27FC236}">
                  <a16:creationId xmlns:a16="http://schemas.microsoft.com/office/drawing/2014/main" id="{8D312537-DCFF-421E-A9B8-AE30CB4BB377}"/>
                </a:ext>
              </a:extLst>
            </p:cNvPr>
            <p:cNvSpPr/>
            <p:nvPr/>
          </p:nvSpPr>
          <p:spPr>
            <a:xfrm>
              <a:off x="8993504" y="2528887"/>
              <a:ext cx="79057" cy="385762"/>
            </a:xfrm>
            <a:custGeom>
              <a:avLst/>
              <a:gdLst>
                <a:gd name="connsiteX0" fmla="*/ 79057 w 79057"/>
                <a:gd name="connsiteY0" fmla="*/ 38100 h 385762"/>
                <a:gd name="connsiteX1" fmla="*/ 39052 w 79057"/>
                <a:gd name="connsiteY1" fmla="*/ 76200 h 385762"/>
                <a:gd name="connsiteX2" fmla="*/ 0 w 79057"/>
                <a:gd name="connsiteY2" fmla="*/ 38100 h 385762"/>
                <a:gd name="connsiteX3" fmla="*/ 39052 w 79057"/>
                <a:gd name="connsiteY3" fmla="*/ 0 h 385762"/>
                <a:gd name="connsiteX4" fmla="*/ 79057 w 79057"/>
                <a:gd name="connsiteY4" fmla="*/ 38100 h 385762"/>
                <a:gd name="connsiteX5" fmla="*/ 70485 w 79057"/>
                <a:gd name="connsiteY5" fmla="*/ 385763 h 385762"/>
                <a:gd name="connsiteX6" fmla="*/ 8572 w 79057"/>
                <a:gd name="connsiteY6" fmla="*/ 385763 h 385762"/>
                <a:gd name="connsiteX7" fmla="*/ 8572 w 79057"/>
                <a:gd name="connsiteY7" fmla="*/ 119063 h 385762"/>
                <a:gd name="connsiteX8" fmla="*/ 70485 w 79057"/>
                <a:gd name="connsiteY8" fmla="*/ 119063 h 385762"/>
                <a:gd name="connsiteX9" fmla="*/ 70485 w 79057"/>
                <a:gd name="connsiteY9" fmla="*/ 385763 h 385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5762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5763"/>
                  </a:moveTo>
                  <a:lnTo>
                    <a:pt x="8572" y="385763"/>
                  </a:lnTo>
                  <a:lnTo>
                    <a:pt x="8572" y="119063"/>
                  </a:lnTo>
                  <a:lnTo>
                    <a:pt x="70485" y="119063"/>
                  </a:lnTo>
                  <a:lnTo>
                    <a:pt x="70485" y="385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9" name="Freihandform: Form 168">
              <a:extLst>
                <a:ext uri="{FF2B5EF4-FFF2-40B4-BE49-F238E27FC236}">
                  <a16:creationId xmlns:a16="http://schemas.microsoft.com/office/drawing/2014/main" id="{DECD11B4-70BB-4002-B619-D5EA3D2965F0}"/>
                </a:ext>
              </a:extLst>
            </p:cNvPr>
            <p:cNvSpPr/>
            <p:nvPr/>
          </p:nvSpPr>
          <p:spPr>
            <a:xfrm>
              <a:off x="9117329" y="2562224"/>
              <a:ext cx="165734" cy="358139"/>
            </a:xfrm>
            <a:custGeom>
              <a:avLst/>
              <a:gdLst>
                <a:gd name="connsiteX0" fmla="*/ 165735 w 165734"/>
                <a:gd name="connsiteY0" fmla="*/ 295275 h 358139"/>
                <a:gd name="connsiteX1" fmla="*/ 165735 w 165734"/>
                <a:gd name="connsiteY1" fmla="*/ 348615 h 358139"/>
                <a:gd name="connsiteX2" fmla="*/ 113347 w 165734"/>
                <a:gd name="connsiteY2" fmla="*/ 358140 h 358139"/>
                <a:gd name="connsiteX3" fmla="*/ 40957 w 165734"/>
                <a:gd name="connsiteY3" fmla="*/ 282892 h 358139"/>
                <a:gd name="connsiteX4" fmla="*/ 40957 w 165734"/>
                <a:gd name="connsiteY4" fmla="*/ 137160 h 358139"/>
                <a:gd name="connsiteX5" fmla="*/ 0 w 165734"/>
                <a:gd name="connsiteY5" fmla="*/ 137160 h 358139"/>
                <a:gd name="connsiteX6" fmla="*/ 0 w 165734"/>
                <a:gd name="connsiteY6" fmla="*/ 85725 h 358139"/>
                <a:gd name="connsiteX7" fmla="*/ 40005 w 165734"/>
                <a:gd name="connsiteY7" fmla="*/ 85725 h 358139"/>
                <a:gd name="connsiteX8" fmla="*/ 40005 w 165734"/>
                <a:gd name="connsiteY8" fmla="*/ 13335 h 358139"/>
                <a:gd name="connsiteX9" fmla="*/ 101918 w 165734"/>
                <a:gd name="connsiteY9" fmla="*/ 0 h 358139"/>
                <a:gd name="connsiteX10" fmla="*/ 101918 w 165734"/>
                <a:gd name="connsiteY10" fmla="*/ 86677 h 358139"/>
                <a:gd name="connsiteX11" fmla="*/ 165735 w 165734"/>
                <a:gd name="connsiteY11" fmla="*/ 86677 h 358139"/>
                <a:gd name="connsiteX12" fmla="*/ 165735 w 165734"/>
                <a:gd name="connsiteY12" fmla="*/ 138113 h 358139"/>
                <a:gd name="connsiteX13" fmla="*/ 101918 w 165734"/>
                <a:gd name="connsiteY13" fmla="*/ 138113 h 358139"/>
                <a:gd name="connsiteX14" fmla="*/ 101918 w 165734"/>
                <a:gd name="connsiteY14" fmla="*/ 269558 h 358139"/>
                <a:gd name="connsiteX15" fmla="*/ 130493 w 165734"/>
                <a:gd name="connsiteY15" fmla="*/ 304800 h 358139"/>
                <a:gd name="connsiteX16" fmla="*/ 165735 w 165734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0" name="Freihandform: Form 169">
              <a:extLst>
                <a:ext uri="{FF2B5EF4-FFF2-40B4-BE49-F238E27FC236}">
                  <a16:creationId xmlns:a16="http://schemas.microsoft.com/office/drawing/2014/main" id="{028A2D0E-91B4-4CF7-B2F7-90C7C7F367F4}"/>
                </a:ext>
              </a:extLst>
            </p:cNvPr>
            <p:cNvSpPr/>
            <p:nvPr/>
          </p:nvSpPr>
          <p:spPr>
            <a:xfrm>
              <a:off x="9331642" y="2533649"/>
              <a:ext cx="225742" cy="386714"/>
            </a:xfrm>
            <a:custGeom>
              <a:avLst/>
              <a:gdLst>
                <a:gd name="connsiteX0" fmla="*/ 114300 w 225742"/>
                <a:gd name="connsiteY0" fmla="*/ 215265 h 386714"/>
                <a:gd name="connsiteX1" fmla="*/ 164782 w 225742"/>
                <a:gd name="connsiteY1" fmla="*/ 220980 h 386714"/>
                <a:gd name="connsiteX2" fmla="*/ 164782 w 225742"/>
                <a:gd name="connsiteY2" fmla="*/ 211455 h 386714"/>
                <a:gd name="connsiteX3" fmla="*/ 105727 w 225742"/>
                <a:gd name="connsiteY3" fmla="*/ 160020 h 386714"/>
                <a:gd name="connsiteX4" fmla="*/ 38100 w 225742"/>
                <a:gd name="connsiteY4" fmla="*/ 175260 h 386714"/>
                <a:gd name="connsiteX5" fmla="*/ 24765 w 225742"/>
                <a:gd name="connsiteY5" fmla="*/ 122873 h 386714"/>
                <a:gd name="connsiteX6" fmla="*/ 112395 w 225742"/>
                <a:gd name="connsiteY6" fmla="*/ 107632 h 386714"/>
                <a:gd name="connsiteX7" fmla="*/ 225743 w 225742"/>
                <a:gd name="connsiteY7" fmla="*/ 210502 h 386714"/>
                <a:gd name="connsiteX8" fmla="*/ 225743 w 225742"/>
                <a:gd name="connsiteY8" fmla="*/ 381000 h 386714"/>
                <a:gd name="connsiteX9" fmla="*/ 166688 w 225742"/>
                <a:gd name="connsiteY9" fmla="*/ 381000 h 386714"/>
                <a:gd name="connsiteX10" fmla="*/ 166688 w 225742"/>
                <a:gd name="connsiteY10" fmla="*/ 352425 h 386714"/>
                <a:gd name="connsiteX11" fmla="*/ 165735 w 225742"/>
                <a:gd name="connsiteY11" fmla="*/ 352425 h 386714"/>
                <a:gd name="connsiteX12" fmla="*/ 87630 w 225742"/>
                <a:gd name="connsiteY12" fmla="*/ 386715 h 386714"/>
                <a:gd name="connsiteX13" fmla="*/ 0 w 225742"/>
                <a:gd name="connsiteY13" fmla="*/ 301942 h 386714"/>
                <a:gd name="connsiteX14" fmla="*/ 114300 w 225742"/>
                <a:gd name="connsiteY14" fmla="*/ 215265 h 386714"/>
                <a:gd name="connsiteX15" fmla="*/ 63818 w 225742"/>
                <a:gd name="connsiteY15" fmla="*/ 72390 h 386714"/>
                <a:gd name="connsiteX16" fmla="*/ 26670 w 225742"/>
                <a:gd name="connsiteY16" fmla="*/ 36195 h 386714"/>
                <a:gd name="connsiteX17" fmla="*/ 63818 w 225742"/>
                <a:gd name="connsiteY17" fmla="*/ 0 h 386714"/>
                <a:gd name="connsiteX18" fmla="*/ 100965 w 225742"/>
                <a:gd name="connsiteY18" fmla="*/ 36195 h 386714"/>
                <a:gd name="connsiteX19" fmla="*/ 63818 w 225742"/>
                <a:gd name="connsiteY19" fmla="*/ 72390 h 386714"/>
                <a:gd name="connsiteX20" fmla="*/ 104775 w 225742"/>
                <a:gd name="connsiteY20" fmla="*/ 340042 h 386714"/>
                <a:gd name="connsiteX21" fmla="*/ 165735 w 225742"/>
                <a:gd name="connsiteY21" fmla="*/ 307658 h 386714"/>
                <a:gd name="connsiteX22" fmla="*/ 165735 w 225742"/>
                <a:gd name="connsiteY22" fmla="*/ 261938 h 386714"/>
                <a:gd name="connsiteX23" fmla="*/ 121920 w 225742"/>
                <a:gd name="connsiteY23" fmla="*/ 257175 h 386714"/>
                <a:gd name="connsiteX24" fmla="*/ 60007 w 225742"/>
                <a:gd name="connsiteY24" fmla="*/ 300990 h 386714"/>
                <a:gd name="connsiteX25" fmla="*/ 104775 w 225742"/>
                <a:gd name="connsiteY25" fmla="*/ 340042 h 386714"/>
                <a:gd name="connsiteX26" fmla="*/ 173355 w 225742"/>
                <a:gd name="connsiteY26" fmla="*/ 72390 h 386714"/>
                <a:gd name="connsiteX27" fmla="*/ 136207 w 225742"/>
                <a:gd name="connsiteY27" fmla="*/ 36195 h 386714"/>
                <a:gd name="connsiteX28" fmla="*/ 173355 w 225742"/>
                <a:gd name="connsiteY28" fmla="*/ 0 h 386714"/>
                <a:gd name="connsiteX29" fmla="*/ 210502 w 225742"/>
                <a:gd name="connsiteY29" fmla="*/ 36195 h 386714"/>
                <a:gd name="connsiteX30" fmla="*/ 173355 w 225742"/>
                <a:gd name="connsiteY30" fmla="*/ 72390 h 386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4">
                  <a:moveTo>
                    <a:pt x="114300" y="215265"/>
                  </a:moveTo>
                  <a:cubicBezTo>
                    <a:pt x="131445" y="215265"/>
                    <a:pt x="147638" y="216217"/>
                    <a:pt x="164782" y="220980"/>
                  </a:cubicBezTo>
                  <a:lnTo>
                    <a:pt x="164782" y="211455"/>
                  </a:lnTo>
                  <a:cubicBezTo>
                    <a:pt x="164782" y="177165"/>
                    <a:pt x="144780" y="160020"/>
                    <a:pt x="105727" y="160020"/>
                  </a:cubicBezTo>
                  <a:cubicBezTo>
                    <a:pt x="83820" y="160020"/>
                    <a:pt x="60007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4775" y="340042"/>
                  </a:moveTo>
                  <a:cubicBezTo>
                    <a:pt x="127635" y="340042"/>
                    <a:pt x="148590" y="328613"/>
                    <a:pt x="165735" y="307658"/>
                  </a:cubicBezTo>
                  <a:lnTo>
                    <a:pt x="165735" y="261938"/>
                  </a:lnTo>
                  <a:cubicBezTo>
                    <a:pt x="151447" y="258127"/>
                    <a:pt x="136207" y="257175"/>
                    <a:pt x="121920" y="257175"/>
                  </a:cubicBezTo>
                  <a:cubicBezTo>
                    <a:pt x="82868" y="257175"/>
                    <a:pt x="60007" y="272415"/>
                    <a:pt x="60007" y="300990"/>
                  </a:cubicBezTo>
                  <a:cubicBezTo>
                    <a:pt x="60007" y="324803"/>
                    <a:pt x="77152" y="340042"/>
                    <a:pt x="104775" y="340042"/>
                  </a:cubicBezTo>
                  <a:close/>
                  <a:moveTo>
                    <a:pt x="173355" y="72390"/>
                  </a:moveTo>
                  <a:cubicBezTo>
                    <a:pt x="153352" y="72390"/>
                    <a:pt x="136207" y="55245"/>
                    <a:pt x="136207" y="36195"/>
                  </a:cubicBezTo>
                  <a:cubicBezTo>
                    <a:pt x="136207" y="17145"/>
                    <a:pt x="153352" y="0"/>
                    <a:pt x="173355" y="0"/>
                  </a:cubicBezTo>
                  <a:cubicBezTo>
                    <a:pt x="193357" y="0"/>
                    <a:pt x="210502" y="17145"/>
                    <a:pt x="210502" y="36195"/>
                  </a:cubicBezTo>
                  <a:cubicBezTo>
                    <a:pt x="210502" y="56198"/>
                    <a:pt x="192405" y="72390"/>
                    <a:pt x="173355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1" name="Freihandform: Form 170">
              <a:extLst>
                <a:ext uri="{FF2B5EF4-FFF2-40B4-BE49-F238E27FC236}">
                  <a16:creationId xmlns:a16="http://schemas.microsoft.com/office/drawing/2014/main" id="{3F538F95-8D24-4208-AA6F-20E82E8F4BA2}"/>
                </a:ext>
              </a:extLst>
            </p:cNvPr>
            <p:cNvSpPr/>
            <p:nvPr/>
          </p:nvSpPr>
          <p:spPr>
            <a:xfrm>
              <a:off x="9605962" y="2562224"/>
              <a:ext cx="166687" cy="358139"/>
            </a:xfrm>
            <a:custGeom>
              <a:avLst/>
              <a:gdLst>
                <a:gd name="connsiteX0" fmla="*/ 166688 w 166687"/>
                <a:gd name="connsiteY0" fmla="*/ 295275 h 358139"/>
                <a:gd name="connsiteX1" fmla="*/ 166688 w 166687"/>
                <a:gd name="connsiteY1" fmla="*/ 348615 h 358139"/>
                <a:gd name="connsiteX2" fmla="*/ 114300 w 166687"/>
                <a:gd name="connsiteY2" fmla="*/ 358140 h 358139"/>
                <a:gd name="connsiteX3" fmla="*/ 41910 w 166687"/>
                <a:gd name="connsiteY3" fmla="*/ 282892 h 358139"/>
                <a:gd name="connsiteX4" fmla="*/ 41910 w 166687"/>
                <a:gd name="connsiteY4" fmla="*/ 137160 h 358139"/>
                <a:gd name="connsiteX5" fmla="*/ 0 w 166687"/>
                <a:gd name="connsiteY5" fmla="*/ 137160 h 358139"/>
                <a:gd name="connsiteX6" fmla="*/ 0 w 166687"/>
                <a:gd name="connsiteY6" fmla="*/ 85725 h 358139"/>
                <a:gd name="connsiteX7" fmla="*/ 40005 w 166687"/>
                <a:gd name="connsiteY7" fmla="*/ 85725 h 358139"/>
                <a:gd name="connsiteX8" fmla="*/ 40005 w 166687"/>
                <a:gd name="connsiteY8" fmla="*/ 13335 h 358139"/>
                <a:gd name="connsiteX9" fmla="*/ 101918 w 166687"/>
                <a:gd name="connsiteY9" fmla="*/ 0 h 358139"/>
                <a:gd name="connsiteX10" fmla="*/ 101918 w 166687"/>
                <a:gd name="connsiteY10" fmla="*/ 86677 h 358139"/>
                <a:gd name="connsiteX11" fmla="*/ 165735 w 166687"/>
                <a:gd name="connsiteY11" fmla="*/ 86677 h 358139"/>
                <a:gd name="connsiteX12" fmla="*/ 165735 w 166687"/>
                <a:gd name="connsiteY12" fmla="*/ 138113 h 358139"/>
                <a:gd name="connsiteX13" fmla="*/ 101918 w 166687"/>
                <a:gd name="connsiteY13" fmla="*/ 138113 h 358139"/>
                <a:gd name="connsiteX14" fmla="*/ 101918 w 166687"/>
                <a:gd name="connsiteY14" fmla="*/ 269558 h 358139"/>
                <a:gd name="connsiteX15" fmla="*/ 130493 w 166687"/>
                <a:gd name="connsiteY15" fmla="*/ 304800 h 358139"/>
                <a:gd name="connsiteX16" fmla="*/ 166688 w 166687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6687" h="358139">
                  <a:moveTo>
                    <a:pt x="166688" y="295275"/>
                  </a:moveTo>
                  <a:lnTo>
                    <a:pt x="166688" y="348615"/>
                  </a:lnTo>
                  <a:cubicBezTo>
                    <a:pt x="153352" y="355283"/>
                    <a:pt x="132398" y="358140"/>
                    <a:pt x="114300" y="358140"/>
                  </a:cubicBezTo>
                  <a:cubicBezTo>
                    <a:pt x="67627" y="358140"/>
                    <a:pt x="41910" y="331470"/>
                    <a:pt x="41910" y="282892"/>
                  </a:cubicBezTo>
                  <a:lnTo>
                    <a:pt x="41910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3827" y="303848"/>
                    <a:pt x="156210" y="300038"/>
                    <a:pt x="166688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2" name="Freihandform: Form 171">
              <a:extLst>
                <a:ext uri="{FF2B5EF4-FFF2-40B4-BE49-F238E27FC236}">
                  <a16:creationId xmlns:a16="http://schemas.microsoft.com/office/drawing/2014/main" id="{AA3C1939-5697-4E85-A1A5-C912A60338EB}"/>
                </a:ext>
              </a:extLst>
            </p:cNvPr>
            <p:cNvSpPr/>
            <p:nvPr/>
          </p:nvSpPr>
          <p:spPr>
            <a:xfrm>
              <a:off x="2090737" y="3122294"/>
              <a:ext cx="231457" cy="368617"/>
            </a:xfrm>
            <a:custGeom>
              <a:avLst/>
              <a:gdLst>
                <a:gd name="connsiteX0" fmla="*/ 231458 w 231457"/>
                <a:gd name="connsiteY0" fmla="*/ 60007 h 368617"/>
                <a:gd name="connsiteX1" fmla="*/ 65723 w 231457"/>
                <a:gd name="connsiteY1" fmla="*/ 60007 h 368617"/>
                <a:gd name="connsiteX2" fmla="*/ 65723 w 231457"/>
                <a:gd name="connsiteY2" fmla="*/ 151447 h 368617"/>
                <a:gd name="connsiteX3" fmla="*/ 189548 w 231457"/>
                <a:gd name="connsiteY3" fmla="*/ 151447 h 368617"/>
                <a:gd name="connsiteX4" fmla="*/ 189548 w 231457"/>
                <a:gd name="connsiteY4" fmla="*/ 211455 h 368617"/>
                <a:gd name="connsiteX5" fmla="*/ 65723 w 231457"/>
                <a:gd name="connsiteY5" fmla="*/ 211455 h 368617"/>
                <a:gd name="connsiteX6" fmla="*/ 65723 w 231457"/>
                <a:gd name="connsiteY6" fmla="*/ 368617 h 368617"/>
                <a:gd name="connsiteX7" fmla="*/ 0 w 231457"/>
                <a:gd name="connsiteY7" fmla="*/ 368617 h 368617"/>
                <a:gd name="connsiteX8" fmla="*/ 0 w 231457"/>
                <a:gd name="connsiteY8" fmla="*/ 0 h 368617"/>
                <a:gd name="connsiteX9" fmla="*/ 231458 w 231457"/>
                <a:gd name="connsiteY9" fmla="*/ 0 h 368617"/>
                <a:gd name="connsiteX10" fmla="*/ 231458 w 231457"/>
                <a:gd name="connsiteY10" fmla="*/ 60007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1457" h="368617">
                  <a:moveTo>
                    <a:pt x="231458" y="60007"/>
                  </a:moveTo>
                  <a:lnTo>
                    <a:pt x="65723" y="60007"/>
                  </a:lnTo>
                  <a:lnTo>
                    <a:pt x="65723" y="151447"/>
                  </a:lnTo>
                  <a:lnTo>
                    <a:pt x="189548" y="151447"/>
                  </a:lnTo>
                  <a:lnTo>
                    <a:pt x="189548" y="211455"/>
                  </a:lnTo>
                  <a:lnTo>
                    <a:pt x="65723" y="211455"/>
                  </a:lnTo>
                  <a:lnTo>
                    <a:pt x="65723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00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3" name="Freihandform: Form 172">
              <a:extLst>
                <a:ext uri="{FF2B5EF4-FFF2-40B4-BE49-F238E27FC236}">
                  <a16:creationId xmlns:a16="http://schemas.microsoft.com/office/drawing/2014/main" id="{74A758B7-C89F-404E-8A81-AF52E986AB67}"/>
                </a:ext>
              </a:extLst>
            </p:cNvPr>
            <p:cNvSpPr/>
            <p:nvPr/>
          </p:nvSpPr>
          <p:spPr>
            <a:xfrm>
              <a:off x="2334560" y="3217544"/>
              <a:ext cx="225758" cy="279082"/>
            </a:xfrm>
            <a:custGeom>
              <a:avLst/>
              <a:gdLst>
                <a:gd name="connsiteX0" fmla="*/ 114316 w 225758"/>
                <a:gd name="connsiteY0" fmla="*/ 107633 h 279082"/>
                <a:gd name="connsiteX1" fmla="*/ 164799 w 225758"/>
                <a:gd name="connsiteY1" fmla="*/ 113347 h 279082"/>
                <a:gd name="connsiteX2" fmla="*/ 164799 w 225758"/>
                <a:gd name="connsiteY2" fmla="*/ 103822 h 279082"/>
                <a:gd name="connsiteX3" fmla="*/ 105744 w 225758"/>
                <a:gd name="connsiteY3" fmla="*/ 52388 h 279082"/>
                <a:gd name="connsiteX4" fmla="*/ 38116 w 225758"/>
                <a:gd name="connsiteY4" fmla="*/ 67627 h 279082"/>
                <a:gd name="connsiteX5" fmla="*/ 24781 w 225758"/>
                <a:gd name="connsiteY5" fmla="*/ 15240 h 279082"/>
                <a:gd name="connsiteX6" fmla="*/ 112411 w 225758"/>
                <a:gd name="connsiteY6" fmla="*/ 0 h 279082"/>
                <a:gd name="connsiteX7" fmla="*/ 225759 w 225758"/>
                <a:gd name="connsiteY7" fmla="*/ 102870 h 279082"/>
                <a:gd name="connsiteX8" fmla="*/ 225759 w 225758"/>
                <a:gd name="connsiteY8" fmla="*/ 273367 h 279082"/>
                <a:gd name="connsiteX9" fmla="*/ 166704 w 225758"/>
                <a:gd name="connsiteY9" fmla="*/ 273367 h 279082"/>
                <a:gd name="connsiteX10" fmla="*/ 166704 w 225758"/>
                <a:gd name="connsiteY10" fmla="*/ 244792 h 279082"/>
                <a:gd name="connsiteX11" fmla="*/ 165751 w 225758"/>
                <a:gd name="connsiteY11" fmla="*/ 244792 h 279082"/>
                <a:gd name="connsiteX12" fmla="*/ 87646 w 225758"/>
                <a:gd name="connsiteY12" fmla="*/ 279083 h 279082"/>
                <a:gd name="connsiteX13" fmla="*/ 16 w 225758"/>
                <a:gd name="connsiteY13" fmla="*/ 194310 h 279082"/>
                <a:gd name="connsiteX14" fmla="*/ 114316 w 225758"/>
                <a:gd name="connsiteY14" fmla="*/ 107633 h 279082"/>
                <a:gd name="connsiteX15" fmla="*/ 103839 w 225758"/>
                <a:gd name="connsiteY15" fmla="*/ 232410 h 279082"/>
                <a:gd name="connsiteX16" fmla="*/ 164799 w 225758"/>
                <a:gd name="connsiteY16" fmla="*/ 200025 h 279082"/>
                <a:gd name="connsiteX17" fmla="*/ 164799 w 225758"/>
                <a:gd name="connsiteY17" fmla="*/ 153352 h 279082"/>
                <a:gd name="connsiteX18" fmla="*/ 120984 w 225758"/>
                <a:gd name="connsiteY18" fmla="*/ 148590 h 279082"/>
                <a:gd name="connsiteX19" fmla="*/ 59071 w 225758"/>
                <a:gd name="connsiteY19" fmla="*/ 192405 h 279082"/>
                <a:gd name="connsiteX20" fmla="*/ 103839 w 225758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58" h="279082">
                  <a:moveTo>
                    <a:pt x="114316" y="107633"/>
                  </a:moveTo>
                  <a:cubicBezTo>
                    <a:pt x="131461" y="107633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6" y="52388"/>
                    <a:pt x="105744" y="52388"/>
                  </a:cubicBezTo>
                  <a:cubicBezTo>
                    <a:pt x="83836" y="52388"/>
                    <a:pt x="60024" y="57150"/>
                    <a:pt x="38116" y="67627"/>
                  </a:cubicBezTo>
                  <a:lnTo>
                    <a:pt x="24781" y="15240"/>
                  </a:lnTo>
                  <a:cubicBezTo>
                    <a:pt x="49546" y="5715"/>
                    <a:pt x="81931" y="0"/>
                    <a:pt x="112411" y="0"/>
                  </a:cubicBezTo>
                  <a:cubicBezTo>
                    <a:pt x="187659" y="0"/>
                    <a:pt x="225759" y="35242"/>
                    <a:pt x="225759" y="102870"/>
                  </a:cubicBezTo>
                  <a:lnTo>
                    <a:pt x="225759" y="273367"/>
                  </a:lnTo>
                  <a:lnTo>
                    <a:pt x="166704" y="273367"/>
                  </a:lnTo>
                  <a:lnTo>
                    <a:pt x="166704" y="244792"/>
                  </a:lnTo>
                  <a:lnTo>
                    <a:pt x="165751" y="244792"/>
                  </a:lnTo>
                  <a:cubicBezTo>
                    <a:pt x="142891" y="268605"/>
                    <a:pt x="119079" y="279083"/>
                    <a:pt x="87646" y="279083"/>
                  </a:cubicBezTo>
                  <a:cubicBezTo>
                    <a:pt x="34306" y="279083"/>
                    <a:pt x="16" y="245745"/>
                    <a:pt x="16" y="194310"/>
                  </a:cubicBezTo>
                  <a:cubicBezTo>
                    <a:pt x="-936" y="138113"/>
                    <a:pt x="40021" y="107633"/>
                    <a:pt x="114316" y="107633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3352"/>
                  </a:lnTo>
                  <a:cubicBezTo>
                    <a:pt x="150511" y="149542"/>
                    <a:pt x="135271" y="148590"/>
                    <a:pt x="120984" y="148590"/>
                  </a:cubicBezTo>
                  <a:cubicBezTo>
                    <a:pt x="81931" y="148590"/>
                    <a:pt x="59071" y="163830"/>
                    <a:pt x="59071" y="192405"/>
                  </a:cubicBezTo>
                  <a:cubicBezTo>
                    <a:pt x="59071" y="217170"/>
                    <a:pt x="76216" y="232410"/>
                    <a:pt x="103839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4" name="Freihandform: Form 173">
              <a:extLst>
                <a:ext uri="{FF2B5EF4-FFF2-40B4-BE49-F238E27FC236}">
                  <a16:creationId xmlns:a16="http://schemas.microsoft.com/office/drawing/2014/main" id="{DBF08E2B-7525-44C8-AEAE-5AD0BB721D24}"/>
                </a:ext>
              </a:extLst>
            </p:cNvPr>
            <p:cNvSpPr/>
            <p:nvPr/>
          </p:nvSpPr>
          <p:spPr>
            <a:xfrm>
              <a:off x="2625089" y="3216591"/>
              <a:ext cx="224789" cy="280035"/>
            </a:xfrm>
            <a:custGeom>
              <a:avLst/>
              <a:gdLst>
                <a:gd name="connsiteX0" fmla="*/ 222885 w 224789"/>
                <a:gd name="connsiteY0" fmla="*/ 237173 h 280035"/>
                <a:gd name="connsiteX1" fmla="*/ 127635 w 224789"/>
                <a:gd name="connsiteY1" fmla="*/ 280035 h 280035"/>
                <a:gd name="connsiteX2" fmla="*/ 0 w 224789"/>
                <a:gd name="connsiteY2" fmla="*/ 140970 h 280035"/>
                <a:gd name="connsiteX3" fmla="*/ 128588 w 224789"/>
                <a:gd name="connsiteY3" fmla="*/ 0 h 280035"/>
                <a:gd name="connsiteX4" fmla="*/ 224790 w 224789"/>
                <a:gd name="connsiteY4" fmla="*/ 45720 h 280035"/>
                <a:gd name="connsiteX5" fmla="*/ 181927 w 224789"/>
                <a:gd name="connsiteY5" fmla="*/ 86678 h 280035"/>
                <a:gd name="connsiteX6" fmla="*/ 128588 w 224789"/>
                <a:gd name="connsiteY6" fmla="*/ 57150 h 280035"/>
                <a:gd name="connsiteX7" fmla="*/ 62865 w 224789"/>
                <a:gd name="connsiteY7" fmla="*/ 140017 h 280035"/>
                <a:gd name="connsiteX8" fmla="*/ 128588 w 224789"/>
                <a:gd name="connsiteY8" fmla="*/ 222885 h 280035"/>
                <a:gd name="connsiteX9" fmla="*/ 183833 w 224789"/>
                <a:gd name="connsiteY9" fmla="*/ 193358 h 280035"/>
                <a:gd name="connsiteX10" fmla="*/ 222885 w 224789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5" name="Freihandform: Form 174">
              <a:extLst>
                <a:ext uri="{FF2B5EF4-FFF2-40B4-BE49-F238E27FC236}">
                  <a16:creationId xmlns:a16="http://schemas.microsoft.com/office/drawing/2014/main" id="{1ADC3CB3-6C6C-4A42-A262-DE9C860D0718}"/>
                </a:ext>
              </a:extLst>
            </p:cNvPr>
            <p:cNvSpPr/>
            <p:nvPr/>
          </p:nvSpPr>
          <p:spPr>
            <a:xfrm>
              <a:off x="2904172" y="3100387"/>
              <a:ext cx="228599" cy="390525"/>
            </a:xfrm>
            <a:custGeom>
              <a:avLst/>
              <a:gdLst>
                <a:gd name="connsiteX0" fmla="*/ 228600 w 228599"/>
                <a:gd name="connsiteY0" fmla="*/ 390525 h 390525"/>
                <a:gd name="connsiteX1" fmla="*/ 166687 w 228599"/>
                <a:gd name="connsiteY1" fmla="*/ 390525 h 390525"/>
                <a:gd name="connsiteX2" fmla="*/ 166687 w 228599"/>
                <a:gd name="connsiteY2" fmla="*/ 238125 h 390525"/>
                <a:gd name="connsiteX3" fmla="*/ 117157 w 228599"/>
                <a:gd name="connsiteY3" fmla="*/ 173355 h 390525"/>
                <a:gd name="connsiteX4" fmla="*/ 61913 w 228599"/>
                <a:gd name="connsiteY4" fmla="*/ 238125 h 390525"/>
                <a:gd name="connsiteX5" fmla="*/ 61913 w 228599"/>
                <a:gd name="connsiteY5" fmla="*/ 390525 h 390525"/>
                <a:gd name="connsiteX6" fmla="*/ 0 w 228599"/>
                <a:gd name="connsiteY6" fmla="*/ 390525 h 390525"/>
                <a:gd name="connsiteX7" fmla="*/ 0 w 228599"/>
                <a:gd name="connsiteY7" fmla="*/ 16192 h 390525"/>
                <a:gd name="connsiteX8" fmla="*/ 61913 w 228599"/>
                <a:gd name="connsiteY8" fmla="*/ 0 h 390525"/>
                <a:gd name="connsiteX9" fmla="*/ 61913 w 228599"/>
                <a:gd name="connsiteY9" fmla="*/ 155258 h 390525"/>
                <a:gd name="connsiteX10" fmla="*/ 62865 w 228599"/>
                <a:gd name="connsiteY10" fmla="*/ 155258 h 390525"/>
                <a:gd name="connsiteX11" fmla="*/ 140970 w 228599"/>
                <a:gd name="connsiteY11" fmla="*/ 116205 h 390525"/>
                <a:gd name="connsiteX12" fmla="*/ 228600 w 228599"/>
                <a:gd name="connsiteY12" fmla="*/ 223838 h 390525"/>
                <a:gd name="connsiteX13" fmla="*/ 228600 w 228599"/>
                <a:gd name="connsiteY13" fmla="*/ 390525 h 390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599" h="390525">
                  <a:moveTo>
                    <a:pt x="228600" y="390525"/>
                  </a:moveTo>
                  <a:lnTo>
                    <a:pt x="166687" y="390525"/>
                  </a:lnTo>
                  <a:lnTo>
                    <a:pt x="166687" y="238125"/>
                  </a:lnTo>
                  <a:cubicBezTo>
                    <a:pt x="166687" y="199073"/>
                    <a:pt x="154305" y="173355"/>
                    <a:pt x="117157" y="173355"/>
                  </a:cubicBezTo>
                  <a:cubicBezTo>
                    <a:pt x="74295" y="173355"/>
                    <a:pt x="61913" y="207645"/>
                    <a:pt x="61913" y="238125"/>
                  </a:cubicBezTo>
                  <a:lnTo>
                    <a:pt x="61913" y="390525"/>
                  </a:lnTo>
                  <a:lnTo>
                    <a:pt x="0" y="390525"/>
                  </a:lnTo>
                  <a:lnTo>
                    <a:pt x="0" y="16192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7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9052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6" name="Freihandform: Form 175">
              <a:extLst>
                <a:ext uri="{FF2B5EF4-FFF2-40B4-BE49-F238E27FC236}">
                  <a16:creationId xmlns:a16="http://schemas.microsoft.com/office/drawing/2014/main" id="{A478A2E7-2C2D-4074-BE32-550E6CC87CBD}"/>
                </a:ext>
              </a:extLst>
            </p:cNvPr>
            <p:cNvSpPr/>
            <p:nvPr/>
          </p:nvSpPr>
          <p:spPr>
            <a:xfrm>
              <a:off x="3211829" y="3099434"/>
              <a:ext cx="249554" cy="397192"/>
            </a:xfrm>
            <a:custGeom>
              <a:avLst/>
              <a:gdLst>
                <a:gd name="connsiteX0" fmla="*/ 249555 w 249554"/>
                <a:gd name="connsiteY0" fmla="*/ 256223 h 397192"/>
                <a:gd name="connsiteX1" fmla="*/ 140970 w 249554"/>
                <a:gd name="connsiteY1" fmla="*/ 397193 h 397192"/>
                <a:gd name="connsiteX2" fmla="*/ 61913 w 249554"/>
                <a:gd name="connsiteY2" fmla="*/ 360045 h 397192"/>
                <a:gd name="connsiteX3" fmla="*/ 60008 w 249554"/>
                <a:gd name="connsiteY3" fmla="*/ 360045 h 397192"/>
                <a:gd name="connsiteX4" fmla="*/ 60008 w 249554"/>
                <a:gd name="connsiteY4" fmla="*/ 390525 h 397192"/>
                <a:gd name="connsiteX5" fmla="*/ 0 w 249554"/>
                <a:gd name="connsiteY5" fmla="*/ 390525 h 397192"/>
                <a:gd name="connsiteX6" fmla="*/ 0 w 249554"/>
                <a:gd name="connsiteY6" fmla="*/ 16192 h 397192"/>
                <a:gd name="connsiteX7" fmla="*/ 61913 w 249554"/>
                <a:gd name="connsiteY7" fmla="*/ 0 h 397192"/>
                <a:gd name="connsiteX8" fmla="*/ 61913 w 249554"/>
                <a:gd name="connsiteY8" fmla="*/ 154305 h 397192"/>
                <a:gd name="connsiteX9" fmla="*/ 62865 w 249554"/>
                <a:gd name="connsiteY9" fmla="*/ 154305 h 397192"/>
                <a:gd name="connsiteX10" fmla="*/ 140970 w 249554"/>
                <a:gd name="connsiteY10" fmla="*/ 116205 h 397192"/>
                <a:gd name="connsiteX11" fmla="*/ 249555 w 249554"/>
                <a:gd name="connsiteY11" fmla="*/ 256223 h 397192"/>
                <a:gd name="connsiteX12" fmla="*/ 187642 w 249554"/>
                <a:gd name="connsiteY12" fmla="*/ 257175 h 397192"/>
                <a:gd name="connsiteX13" fmla="*/ 125730 w 249554"/>
                <a:gd name="connsiteY13" fmla="*/ 173355 h 397192"/>
                <a:gd name="connsiteX14" fmla="*/ 62865 w 249554"/>
                <a:gd name="connsiteY14" fmla="*/ 207645 h 397192"/>
                <a:gd name="connsiteX15" fmla="*/ 62865 w 249554"/>
                <a:gd name="connsiteY15" fmla="*/ 305753 h 397192"/>
                <a:gd name="connsiteX16" fmla="*/ 126683 w 249554"/>
                <a:gd name="connsiteY16" fmla="*/ 341948 h 397192"/>
                <a:gd name="connsiteX17" fmla="*/ 187642 w 249554"/>
                <a:gd name="connsiteY17" fmla="*/ 257175 h 397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9554" h="397192">
                  <a:moveTo>
                    <a:pt x="249555" y="256223"/>
                  </a:moveTo>
                  <a:cubicBezTo>
                    <a:pt x="249555" y="341948"/>
                    <a:pt x="205740" y="397193"/>
                    <a:pt x="140970" y="397193"/>
                  </a:cubicBezTo>
                  <a:cubicBezTo>
                    <a:pt x="107633" y="397193"/>
                    <a:pt x="80010" y="382905"/>
                    <a:pt x="61913" y="360045"/>
                  </a:cubicBezTo>
                  <a:lnTo>
                    <a:pt x="60008" y="360045"/>
                  </a:lnTo>
                  <a:lnTo>
                    <a:pt x="60008" y="390525"/>
                  </a:lnTo>
                  <a:lnTo>
                    <a:pt x="0" y="390525"/>
                  </a:lnTo>
                  <a:lnTo>
                    <a:pt x="0" y="16192"/>
                  </a:lnTo>
                  <a:lnTo>
                    <a:pt x="61913" y="0"/>
                  </a:lnTo>
                  <a:lnTo>
                    <a:pt x="61913" y="154305"/>
                  </a:lnTo>
                  <a:lnTo>
                    <a:pt x="62865" y="154305"/>
                  </a:lnTo>
                  <a:cubicBezTo>
                    <a:pt x="80963" y="130492"/>
                    <a:pt x="107633" y="116205"/>
                    <a:pt x="140970" y="116205"/>
                  </a:cubicBezTo>
                  <a:cubicBezTo>
                    <a:pt x="205740" y="117157"/>
                    <a:pt x="249555" y="169545"/>
                    <a:pt x="249555" y="256223"/>
                  </a:cubicBezTo>
                  <a:close/>
                  <a:moveTo>
                    <a:pt x="187642" y="257175"/>
                  </a:moveTo>
                  <a:cubicBezTo>
                    <a:pt x="187642" y="201930"/>
                    <a:pt x="164783" y="173355"/>
                    <a:pt x="125730" y="173355"/>
                  </a:cubicBezTo>
                  <a:cubicBezTo>
                    <a:pt x="101917" y="173355"/>
                    <a:pt x="81915" y="183832"/>
                    <a:pt x="62865" y="207645"/>
                  </a:cubicBezTo>
                  <a:lnTo>
                    <a:pt x="62865" y="305753"/>
                  </a:lnTo>
                  <a:cubicBezTo>
                    <a:pt x="80963" y="329565"/>
                    <a:pt x="100965" y="341948"/>
                    <a:pt x="126683" y="341948"/>
                  </a:cubicBezTo>
                  <a:cubicBezTo>
                    <a:pt x="166688" y="341948"/>
                    <a:pt x="187642" y="310515"/>
                    <a:pt x="187642" y="2571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7" name="Freihandform: Form 176">
              <a:extLst>
                <a:ext uri="{FF2B5EF4-FFF2-40B4-BE49-F238E27FC236}">
                  <a16:creationId xmlns:a16="http://schemas.microsoft.com/office/drawing/2014/main" id="{30787BF8-95C4-40D1-AE1C-FAA8A8A397E7}"/>
                </a:ext>
              </a:extLst>
            </p:cNvPr>
            <p:cNvSpPr/>
            <p:nvPr/>
          </p:nvSpPr>
          <p:spPr>
            <a:xfrm>
              <a:off x="3515677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8" name="Freihandform: Form 177">
              <a:extLst>
                <a:ext uri="{FF2B5EF4-FFF2-40B4-BE49-F238E27FC236}">
                  <a16:creationId xmlns:a16="http://schemas.microsoft.com/office/drawing/2014/main" id="{98929552-9ABC-407B-9587-131D54401CDC}"/>
                </a:ext>
              </a:extLst>
            </p:cNvPr>
            <p:cNvSpPr/>
            <p:nvPr/>
          </p:nvSpPr>
          <p:spPr>
            <a:xfrm>
              <a:off x="3829049" y="3217301"/>
              <a:ext cx="160020" cy="273610"/>
            </a:xfrm>
            <a:custGeom>
              <a:avLst/>
              <a:gdLst>
                <a:gd name="connsiteX0" fmla="*/ 160020 w 160020"/>
                <a:gd name="connsiteY0" fmla="*/ 5005 h 273610"/>
                <a:gd name="connsiteX1" fmla="*/ 150495 w 160020"/>
                <a:gd name="connsiteY1" fmla="*/ 68823 h 273610"/>
                <a:gd name="connsiteX2" fmla="*/ 116205 w 160020"/>
                <a:gd name="connsiteY2" fmla="*/ 60250 h 273610"/>
                <a:gd name="connsiteX3" fmla="*/ 61913 w 160020"/>
                <a:gd name="connsiteY3" fmla="*/ 135498 h 273610"/>
                <a:gd name="connsiteX4" fmla="*/ 61913 w 160020"/>
                <a:gd name="connsiteY4" fmla="*/ 273610 h 273610"/>
                <a:gd name="connsiteX5" fmla="*/ 0 w 160020"/>
                <a:gd name="connsiteY5" fmla="*/ 273610 h 273610"/>
                <a:gd name="connsiteX6" fmla="*/ 0 w 160020"/>
                <a:gd name="connsiteY6" fmla="*/ 6910 h 273610"/>
                <a:gd name="connsiteX7" fmla="*/ 60960 w 160020"/>
                <a:gd name="connsiteY7" fmla="*/ 6910 h 273610"/>
                <a:gd name="connsiteX8" fmla="*/ 60960 w 160020"/>
                <a:gd name="connsiteY8" fmla="*/ 40248 h 273610"/>
                <a:gd name="connsiteX9" fmla="*/ 61913 w 160020"/>
                <a:gd name="connsiteY9" fmla="*/ 40248 h 273610"/>
                <a:gd name="connsiteX10" fmla="*/ 131445 w 160020"/>
                <a:gd name="connsiteY10" fmla="*/ 243 h 273610"/>
                <a:gd name="connsiteX11" fmla="*/ 160020 w 160020"/>
                <a:gd name="connsiteY11" fmla="*/ 5005 h 273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361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3610"/>
                  </a:lnTo>
                  <a:lnTo>
                    <a:pt x="0" y="273610"/>
                  </a:lnTo>
                  <a:lnTo>
                    <a:pt x="0" y="6910"/>
                  </a:lnTo>
                  <a:lnTo>
                    <a:pt x="60960" y="6910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39065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9" name="Freihandform: Form 178">
              <a:extLst>
                <a:ext uri="{FF2B5EF4-FFF2-40B4-BE49-F238E27FC236}">
                  <a16:creationId xmlns:a16="http://schemas.microsoft.com/office/drawing/2014/main" id="{BF752B82-4D94-4179-B1F4-7DFFDB975482}"/>
                </a:ext>
              </a:extLst>
            </p:cNvPr>
            <p:cNvSpPr/>
            <p:nvPr/>
          </p:nvSpPr>
          <p:spPr>
            <a:xfrm>
              <a:off x="4022407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7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3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3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7" y="53340"/>
                    <a:pt x="242887" y="135255"/>
                  </a:cubicBezTo>
                  <a:cubicBezTo>
                    <a:pt x="242887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3" y="235267"/>
                  </a:lnTo>
                  <a:cubicBezTo>
                    <a:pt x="207645" y="264795"/>
                    <a:pt x="173355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8580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0" name="Freihandform: Form 179">
              <a:extLst>
                <a:ext uri="{FF2B5EF4-FFF2-40B4-BE49-F238E27FC236}">
                  <a16:creationId xmlns:a16="http://schemas.microsoft.com/office/drawing/2014/main" id="{B3177CBC-CA24-49A5-8158-7AEB6780019B}"/>
                </a:ext>
              </a:extLst>
            </p:cNvPr>
            <p:cNvSpPr/>
            <p:nvPr/>
          </p:nvSpPr>
          <p:spPr>
            <a:xfrm>
              <a:off x="4325302" y="3105149"/>
              <a:ext cx="79057" cy="385762"/>
            </a:xfrm>
            <a:custGeom>
              <a:avLst/>
              <a:gdLst>
                <a:gd name="connsiteX0" fmla="*/ 79057 w 79057"/>
                <a:gd name="connsiteY0" fmla="*/ 38100 h 385762"/>
                <a:gd name="connsiteX1" fmla="*/ 39053 w 79057"/>
                <a:gd name="connsiteY1" fmla="*/ 76200 h 385762"/>
                <a:gd name="connsiteX2" fmla="*/ 0 w 79057"/>
                <a:gd name="connsiteY2" fmla="*/ 38100 h 385762"/>
                <a:gd name="connsiteX3" fmla="*/ 39053 w 79057"/>
                <a:gd name="connsiteY3" fmla="*/ 0 h 385762"/>
                <a:gd name="connsiteX4" fmla="*/ 79057 w 79057"/>
                <a:gd name="connsiteY4" fmla="*/ 38100 h 385762"/>
                <a:gd name="connsiteX5" fmla="*/ 71438 w 79057"/>
                <a:gd name="connsiteY5" fmla="*/ 385763 h 385762"/>
                <a:gd name="connsiteX6" fmla="*/ 9525 w 79057"/>
                <a:gd name="connsiteY6" fmla="*/ 385763 h 385762"/>
                <a:gd name="connsiteX7" fmla="*/ 9525 w 79057"/>
                <a:gd name="connsiteY7" fmla="*/ 119063 h 385762"/>
                <a:gd name="connsiteX8" fmla="*/ 71438 w 79057"/>
                <a:gd name="connsiteY8" fmla="*/ 119063 h 385762"/>
                <a:gd name="connsiteX9" fmla="*/ 71438 w 79057"/>
                <a:gd name="connsiteY9" fmla="*/ 385763 h 385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5762">
                  <a:moveTo>
                    <a:pt x="79057" y="38100"/>
                  </a:moveTo>
                  <a:cubicBezTo>
                    <a:pt x="79057" y="60008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3" y="0"/>
                  </a:cubicBezTo>
                  <a:cubicBezTo>
                    <a:pt x="61913" y="0"/>
                    <a:pt x="79057" y="16192"/>
                    <a:pt x="79057" y="38100"/>
                  </a:cubicBezTo>
                  <a:close/>
                  <a:moveTo>
                    <a:pt x="71438" y="385763"/>
                  </a:moveTo>
                  <a:lnTo>
                    <a:pt x="9525" y="385763"/>
                  </a:lnTo>
                  <a:lnTo>
                    <a:pt x="9525" y="119063"/>
                  </a:lnTo>
                  <a:lnTo>
                    <a:pt x="71438" y="119063"/>
                  </a:lnTo>
                  <a:lnTo>
                    <a:pt x="71438" y="385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1" name="Freihandform: Form 180">
              <a:extLst>
                <a:ext uri="{FF2B5EF4-FFF2-40B4-BE49-F238E27FC236}">
                  <a16:creationId xmlns:a16="http://schemas.microsoft.com/office/drawing/2014/main" id="{D15F8C52-CCE6-4F1E-889B-D672DAC96462}"/>
                </a:ext>
              </a:extLst>
            </p:cNvPr>
            <p:cNvSpPr/>
            <p:nvPr/>
          </p:nvSpPr>
          <p:spPr>
            <a:xfrm>
              <a:off x="4463414" y="3216591"/>
              <a:ext cx="224790" cy="280035"/>
            </a:xfrm>
            <a:custGeom>
              <a:avLst/>
              <a:gdLst>
                <a:gd name="connsiteX0" fmla="*/ 222885 w 224790"/>
                <a:gd name="connsiteY0" fmla="*/ 237173 h 280035"/>
                <a:gd name="connsiteX1" fmla="*/ 127635 w 224790"/>
                <a:gd name="connsiteY1" fmla="*/ 280035 h 280035"/>
                <a:gd name="connsiteX2" fmla="*/ 0 w 224790"/>
                <a:gd name="connsiteY2" fmla="*/ 140970 h 280035"/>
                <a:gd name="connsiteX3" fmla="*/ 128588 w 224790"/>
                <a:gd name="connsiteY3" fmla="*/ 0 h 280035"/>
                <a:gd name="connsiteX4" fmla="*/ 224790 w 224790"/>
                <a:gd name="connsiteY4" fmla="*/ 45720 h 280035"/>
                <a:gd name="connsiteX5" fmla="*/ 181928 w 224790"/>
                <a:gd name="connsiteY5" fmla="*/ 86678 h 280035"/>
                <a:gd name="connsiteX6" fmla="*/ 128588 w 224790"/>
                <a:gd name="connsiteY6" fmla="*/ 57150 h 280035"/>
                <a:gd name="connsiteX7" fmla="*/ 62865 w 224790"/>
                <a:gd name="connsiteY7" fmla="*/ 140017 h 280035"/>
                <a:gd name="connsiteX8" fmla="*/ 128588 w 224790"/>
                <a:gd name="connsiteY8" fmla="*/ 222885 h 280035"/>
                <a:gd name="connsiteX9" fmla="*/ 183832 w 224790"/>
                <a:gd name="connsiteY9" fmla="*/ 193358 h 280035"/>
                <a:gd name="connsiteX10" fmla="*/ 222885 w 224790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2" name="Freihandform: Form 181">
              <a:extLst>
                <a:ext uri="{FF2B5EF4-FFF2-40B4-BE49-F238E27FC236}">
                  <a16:creationId xmlns:a16="http://schemas.microsoft.com/office/drawing/2014/main" id="{9685CF63-81A1-40EB-820A-C74025CA8AC8}"/>
                </a:ext>
              </a:extLst>
            </p:cNvPr>
            <p:cNvSpPr/>
            <p:nvPr/>
          </p:nvSpPr>
          <p:spPr>
            <a:xfrm>
              <a:off x="4742496" y="3100387"/>
              <a:ext cx="228600" cy="390525"/>
            </a:xfrm>
            <a:custGeom>
              <a:avLst/>
              <a:gdLst>
                <a:gd name="connsiteX0" fmla="*/ 228600 w 228600"/>
                <a:gd name="connsiteY0" fmla="*/ 390525 h 390525"/>
                <a:gd name="connsiteX1" fmla="*/ 166688 w 228600"/>
                <a:gd name="connsiteY1" fmla="*/ 390525 h 390525"/>
                <a:gd name="connsiteX2" fmla="*/ 166688 w 228600"/>
                <a:gd name="connsiteY2" fmla="*/ 238125 h 390525"/>
                <a:gd name="connsiteX3" fmla="*/ 117158 w 228600"/>
                <a:gd name="connsiteY3" fmla="*/ 173355 h 390525"/>
                <a:gd name="connsiteX4" fmla="*/ 61913 w 228600"/>
                <a:gd name="connsiteY4" fmla="*/ 238125 h 390525"/>
                <a:gd name="connsiteX5" fmla="*/ 61913 w 228600"/>
                <a:gd name="connsiteY5" fmla="*/ 390525 h 390525"/>
                <a:gd name="connsiteX6" fmla="*/ 0 w 228600"/>
                <a:gd name="connsiteY6" fmla="*/ 390525 h 390525"/>
                <a:gd name="connsiteX7" fmla="*/ 0 w 228600"/>
                <a:gd name="connsiteY7" fmla="*/ 16192 h 390525"/>
                <a:gd name="connsiteX8" fmla="*/ 61913 w 228600"/>
                <a:gd name="connsiteY8" fmla="*/ 0 h 390525"/>
                <a:gd name="connsiteX9" fmla="*/ 61913 w 228600"/>
                <a:gd name="connsiteY9" fmla="*/ 155258 h 390525"/>
                <a:gd name="connsiteX10" fmla="*/ 62865 w 228600"/>
                <a:gd name="connsiteY10" fmla="*/ 155258 h 390525"/>
                <a:gd name="connsiteX11" fmla="*/ 140970 w 228600"/>
                <a:gd name="connsiteY11" fmla="*/ 116205 h 390525"/>
                <a:gd name="connsiteX12" fmla="*/ 228600 w 228600"/>
                <a:gd name="connsiteY12" fmla="*/ 223838 h 390525"/>
                <a:gd name="connsiteX13" fmla="*/ 228600 w 228600"/>
                <a:gd name="connsiteY13" fmla="*/ 390525 h 390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90525">
                  <a:moveTo>
                    <a:pt x="228600" y="390525"/>
                  </a:moveTo>
                  <a:lnTo>
                    <a:pt x="166688" y="390525"/>
                  </a:lnTo>
                  <a:lnTo>
                    <a:pt x="166688" y="238125"/>
                  </a:lnTo>
                  <a:cubicBezTo>
                    <a:pt x="166688" y="199073"/>
                    <a:pt x="154305" y="173355"/>
                    <a:pt x="117158" y="173355"/>
                  </a:cubicBezTo>
                  <a:cubicBezTo>
                    <a:pt x="74295" y="173355"/>
                    <a:pt x="61913" y="207645"/>
                    <a:pt x="61913" y="238125"/>
                  </a:cubicBezTo>
                  <a:lnTo>
                    <a:pt x="61913" y="390525"/>
                  </a:lnTo>
                  <a:lnTo>
                    <a:pt x="0" y="390525"/>
                  </a:lnTo>
                  <a:lnTo>
                    <a:pt x="0" y="16192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9052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3" name="Freihandform: Form 182">
              <a:extLst>
                <a:ext uri="{FF2B5EF4-FFF2-40B4-BE49-F238E27FC236}">
                  <a16:creationId xmlns:a16="http://schemas.microsoft.com/office/drawing/2014/main" id="{0C5B9D47-061E-44B8-8092-76D3A05D62CB}"/>
                </a:ext>
              </a:extLst>
            </p:cNvPr>
            <p:cNvSpPr/>
            <p:nvPr/>
          </p:nvSpPr>
          <p:spPr>
            <a:xfrm>
              <a:off x="5209221" y="3122294"/>
              <a:ext cx="273367" cy="368617"/>
            </a:xfrm>
            <a:custGeom>
              <a:avLst/>
              <a:gdLst>
                <a:gd name="connsiteX0" fmla="*/ 64770 w 273367"/>
                <a:gd name="connsiteY0" fmla="*/ 368617 h 368617"/>
                <a:gd name="connsiteX1" fmla="*/ 0 w 273367"/>
                <a:gd name="connsiteY1" fmla="*/ 368617 h 368617"/>
                <a:gd name="connsiteX2" fmla="*/ 0 w 273367"/>
                <a:gd name="connsiteY2" fmla="*/ 0 h 368617"/>
                <a:gd name="connsiteX3" fmla="*/ 137160 w 273367"/>
                <a:gd name="connsiteY3" fmla="*/ 0 h 368617"/>
                <a:gd name="connsiteX4" fmla="*/ 263843 w 273367"/>
                <a:gd name="connsiteY4" fmla="*/ 108585 h 368617"/>
                <a:gd name="connsiteX5" fmla="*/ 188595 w 273367"/>
                <a:gd name="connsiteY5" fmla="*/ 214313 h 368617"/>
                <a:gd name="connsiteX6" fmla="*/ 273368 w 273367"/>
                <a:gd name="connsiteY6" fmla="*/ 368617 h 368617"/>
                <a:gd name="connsiteX7" fmla="*/ 196215 w 273367"/>
                <a:gd name="connsiteY7" fmla="*/ 368617 h 368617"/>
                <a:gd name="connsiteX8" fmla="*/ 120015 w 273367"/>
                <a:gd name="connsiteY8" fmla="*/ 220980 h 368617"/>
                <a:gd name="connsiteX9" fmla="*/ 63818 w 273367"/>
                <a:gd name="connsiteY9" fmla="*/ 220980 h 368617"/>
                <a:gd name="connsiteX10" fmla="*/ 63818 w 273367"/>
                <a:gd name="connsiteY10" fmla="*/ 368617 h 368617"/>
                <a:gd name="connsiteX11" fmla="*/ 197168 w 273367"/>
                <a:gd name="connsiteY11" fmla="*/ 110490 h 368617"/>
                <a:gd name="connsiteX12" fmla="*/ 131445 w 273367"/>
                <a:gd name="connsiteY12" fmla="*/ 57150 h 368617"/>
                <a:gd name="connsiteX13" fmla="*/ 64770 w 273367"/>
                <a:gd name="connsiteY13" fmla="*/ 57150 h 368617"/>
                <a:gd name="connsiteX14" fmla="*/ 64770 w 273367"/>
                <a:gd name="connsiteY14" fmla="*/ 164782 h 368617"/>
                <a:gd name="connsiteX15" fmla="*/ 128588 w 273367"/>
                <a:gd name="connsiteY15" fmla="*/ 164782 h 368617"/>
                <a:gd name="connsiteX16" fmla="*/ 197168 w 273367"/>
                <a:gd name="connsiteY16" fmla="*/ 110490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73367" h="368617">
                  <a:moveTo>
                    <a:pt x="64770" y="368617"/>
                  </a:moveTo>
                  <a:lnTo>
                    <a:pt x="0" y="368617"/>
                  </a:lnTo>
                  <a:lnTo>
                    <a:pt x="0" y="0"/>
                  </a:lnTo>
                  <a:lnTo>
                    <a:pt x="137160" y="0"/>
                  </a:lnTo>
                  <a:cubicBezTo>
                    <a:pt x="215265" y="0"/>
                    <a:pt x="263843" y="36195"/>
                    <a:pt x="263843" y="108585"/>
                  </a:cubicBezTo>
                  <a:cubicBezTo>
                    <a:pt x="263843" y="164782"/>
                    <a:pt x="235268" y="200025"/>
                    <a:pt x="188595" y="214313"/>
                  </a:cubicBezTo>
                  <a:lnTo>
                    <a:pt x="273368" y="368617"/>
                  </a:lnTo>
                  <a:lnTo>
                    <a:pt x="196215" y="368617"/>
                  </a:lnTo>
                  <a:lnTo>
                    <a:pt x="120015" y="220980"/>
                  </a:lnTo>
                  <a:lnTo>
                    <a:pt x="63818" y="220980"/>
                  </a:lnTo>
                  <a:lnTo>
                    <a:pt x="63818" y="368617"/>
                  </a:lnTo>
                  <a:close/>
                  <a:moveTo>
                    <a:pt x="197168" y="110490"/>
                  </a:moveTo>
                  <a:cubicBezTo>
                    <a:pt x="197168" y="74295"/>
                    <a:pt x="174308" y="57150"/>
                    <a:pt x="131445" y="57150"/>
                  </a:cubicBezTo>
                  <a:lnTo>
                    <a:pt x="64770" y="57150"/>
                  </a:lnTo>
                  <a:lnTo>
                    <a:pt x="64770" y="164782"/>
                  </a:lnTo>
                  <a:lnTo>
                    <a:pt x="128588" y="164782"/>
                  </a:lnTo>
                  <a:cubicBezTo>
                    <a:pt x="173355" y="164782"/>
                    <a:pt x="197168" y="146685"/>
                    <a:pt x="197168" y="1104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4" name="Freihandform: Form 183">
              <a:extLst>
                <a:ext uri="{FF2B5EF4-FFF2-40B4-BE49-F238E27FC236}">
                  <a16:creationId xmlns:a16="http://schemas.microsoft.com/office/drawing/2014/main" id="{7C59B211-BAB8-489C-B154-5529C1834206}"/>
                </a:ext>
              </a:extLst>
            </p:cNvPr>
            <p:cNvSpPr/>
            <p:nvPr/>
          </p:nvSpPr>
          <p:spPr>
            <a:xfrm>
              <a:off x="5523546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3 w 242887"/>
                <a:gd name="connsiteY11" fmla="*/ 115252 h 279082"/>
                <a:gd name="connsiteX12" fmla="*/ 124778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3" y="264795"/>
                    <a:pt x="173355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5" name="Freihandform: Form 184">
              <a:extLst>
                <a:ext uri="{FF2B5EF4-FFF2-40B4-BE49-F238E27FC236}">
                  <a16:creationId xmlns:a16="http://schemas.microsoft.com/office/drawing/2014/main" id="{8A4F19CE-1147-41B6-A789-087E963C7CFE}"/>
                </a:ext>
              </a:extLst>
            </p:cNvPr>
            <p:cNvSpPr/>
            <p:nvPr/>
          </p:nvSpPr>
          <p:spPr>
            <a:xfrm>
              <a:off x="5821679" y="3216591"/>
              <a:ext cx="224789" cy="280035"/>
            </a:xfrm>
            <a:custGeom>
              <a:avLst/>
              <a:gdLst>
                <a:gd name="connsiteX0" fmla="*/ 222885 w 224789"/>
                <a:gd name="connsiteY0" fmla="*/ 237173 h 280035"/>
                <a:gd name="connsiteX1" fmla="*/ 127635 w 224789"/>
                <a:gd name="connsiteY1" fmla="*/ 280035 h 280035"/>
                <a:gd name="connsiteX2" fmla="*/ 0 w 224789"/>
                <a:gd name="connsiteY2" fmla="*/ 140970 h 280035"/>
                <a:gd name="connsiteX3" fmla="*/ 128588 w 224789"/>
                <a:gd name="connsiteY3" fmla="*/ 0 h 280035"/>
                <a:gd name="connsiteX4" fmla="*/ 224790 w 224789"/>
                <a:gd name="connsiteY4" fmla="*/ 45720 h 280035"/>
                <a:gd name="connsiteX5" fmla="*/ 181927 w 224789"/>
                <a:gd name="connsiteY5" fmla="*/ 86678 h 280035"/>
                <a:gd name="connsiteX6" fmla="*/ 128588 w 224789"/>
                <a:gd name="connsiteY6" fmla="*/ 57150 h 280035"/>
                <a:gd name="connsiteX7" fmla="*/ 62865 w 224789"/>
                <a:gd name="connsiteY7" fmla="*/ 140017 h 280035"/>
                <a:gd name="connsiteX8" fmla="*/ 128588 w 224789"/>
                <a:gd name="connsiteY8" fmla="*/ 222885 h 280035"/>
                <a:gd name="connsiteX9" fmla="*/ 183832 w 224789"/>
                <a:gd name="connsiteY9" fmla="*/ 193358 h 280035"/>
                <a:gd name="connsiteX10" fmla="*/ 222885 w 224789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6" name="Freihandform: Form 185">
              <a:extLst>
                <a:ext uri="{FF2B5EF4-FFF2-40B4-BE49-F238E27FC236}">
                  <a16:creationId xmlns:a16="http://schemas.microsoft.com/office/drawing/2014/main" id="{E99F0637-ACE1-4143-A682-71DB314898B9}"/>
                </a:ext>
              </a:extLst>
            </p:cNvPr>
            <p:cNvSpPr/>
            <p:nvPr/>
          </p:nvSpPr>
          <p:spPr>
            <a:xfrm>
              <a:off x="6099809" y="3100387"/>
              <a:ext cx="228600" cy="390525"/>
            </a:xfrm>
            <a:custGeom>
              <a:avLst/>
              <a:gdLst>
                <a:gd name="connsiteX0" fmla="*/ 228600 w 228600"/>
                <a:gd name="connsiteY0" fmla="*/ 390525 h 390525"/>
                <a:gd name="connsiteX1" fmla="*/ 166688 w 228600"/>
                <a:gd name="connsiteY1" fmla="*/ 390525 h 390525"/>
                <a:gd name="connsiteX2" fmla="*/ 166688 w 228600"/>
                <a:gd name="connsiteY2" fmla="*/ 238125 h 390525"/>
                <a:gd name="connsiteX3" fmla="*/ 117158 w 228600"/>
                <a:gd name="connsiteY3" fmla="*/ 173355 h 390525"/>
                <a:gd name="connsiteX4" fmla="*/ 61913 w 228600"/>
                <a:gd name="connsiteY4" fmla="*/ 238125 h 390525"/>
                <a:gd name="connsiteX5" fmla="*/ 61913 w 228600"/>
                <a:gd name="connsiteY5" fmla="*/ 390525 h 390525"/>
                <a:gd name="connsiteX6" fmla="*/ 0 w 228600"/>
                <a:gd name="connsiteY6" fmla="*/ 390525 h 390525"/>
                <a:gd name="connsiteX7" fmla="*/ 0 w 228600"/>
                <a:gd name="connsiteY7" fmla="*/ 16192 h 390525"/>
                <a:gd name="connsiteX8" fmla="*/ 61913 w 228600"/>
                <a:gd name="connsiteY8" fmla="*/ 0 h 390525"/>
                <a:gd name="connsiteX9" fmla="*/ 61913 w 228600"/>
                <a:gd name="connsiteY9" fmla="*/ 155258 h 390525"/>
                <a:gd name="connsiteX10" fmla="*/ 62865 w 228600"/>
                <a:gd name="connsiteY10" fmla="*/ 155258 h 390525"/>
                <a:gd name="connsiteX11" fmla="*/ 140970 w 228600"/>
                <a:gd name="connsiteY11" fmla="*/ 116205 h 390525"/>
                <a:gd name="connsiteX12" fmla="*/ 228600 w 228600"/>
                <a:gd name="connsiteY12" fmla="*/ 223838 h 390525"/>
                <a:gd name="connsiteX13" fmla="*/ 228600 w 228600"/>
                <a:gd name="connsiteY13" fmla="*/ 390525 h 390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90525">
                  <a:moveTo>
                    <a:pt x="228600" y="390525"/>
                  </a:moveTo>
                  <a:lnTo>
                    <a:pt x="166688" y="390525"/>
                  </a:lnTo>
                  <a:lnTo>
                    <a:pt x="166688" y="238125"/>
                  </a:lnTo>
                  <a:cubicBezTo>
                    <a:pt x="166688" y="199073"/>
                    <a:pt x="154305" y="173355"/>
                    <a:pt x="117158" y="173355"/>
                  </a:cubicBezTo>
                  <a:cubicBezTo>
                    <a:pt x="74295" y="173355"/>
                    <a:pt x="61913" y="207645"/>
                    <a:pt x="61913" y="238125"/>
                  </a:cubicBezTo>
                  <a:lnTo>
                    <a:pt x="61913" y="390525"/>
                  </a:lnTo>
                  <a:lnTo>
                    <a:pt x="0" y="390525"/>
                  </a:lnTo>
                  <a:lnTo>
                    <a:pt x="0" y="16192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9052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7" name="Freihandform: Form 186">
              <a:extLst>
                <a:ext uri="{FF2B5EF4-FFF2-40B4-BE49-F238E27FC236}">
                  <a16:creationId xmlns:a16="http://schemas.microsoft.com/office/drawing/2014/main" id="{A1D98275-0AAB-49E7-8C98-A09EED60B8FC}"/>
                </a:ext>
              </a:extLst>
            </p:cNvPr>
            <p:cNvSpPr/>
            <p:nvPr/>
          </p:nvSpPr>
          <p:spPr>
            <a:xfrm>
              <a:off x="6377939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7 w 165734"/>
                <a:gd name="connsiteY9" fmla="*/ 0 h 358140"/>
                <a:gd name="connsiteX10" fmla="*/ 101917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7 w 165734"/>
                <a:gd name="connsiteY13" fmla="*/ 138113 h 358140"/>
                <a:gd name="connsiteX14" fmla="*/ 101917 w 165734"/>
                <a:gd name="connsiteY14" fmla="*/ 269558 h 358140"/>
                <a:gd name="connsiteX15" fmla="*/ 130492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2"/>
                    <a:pt x="110490" y="304800"/>
                    <a:pt x="130492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8" name="Freihandform: Form 187">
              <a:extLst>
                <a:ext uri="{FF2B5EF4-FFF2-40B4-BE49-F238E27FC236}">
                  <a16:creationId xmlns:a16="http://schemas.microsoft.com/office/drawing/2014/main" id="{8C9F4491-3D5D-42B3-8605-45E6CA52B8D4}"/>
                </a:ext>
              </a:extLst>
            </p:cNvPr>
            <p:cNvSpPr/>
            <p:nvPr/>
          </p:nvSpPr>
          <p:spPr>
            <a:xfrm>
              <a:off x="6588442" y="3216591"/>
              <a:ext cx="205739" cy="280035"/>
            </a:xfrm>
            <a:custGeom>
              <a:avLst/>
              <a:gdLst>
                <a:gd name="connsiteX0" fmla="*/ 29527 w 205739"/>
                <a:gd name="connsiteY0" fmla="*/ 198120 h 280035"/>
                <a:gd name="connsiteX1" fmla="*/ 104775 w 205739"/>
                <a:gd name="connsiteY1" fmla="*/ 227648 h 280035"/>
                <a:gd name="connsiteX2" fmla="*/ 143827 w 205739"/>
                <a:gd name="connsiteY2" fmla="*/ 200978 h 280035"/>
                <a:gd name="connsiteX3" fmla="*/ 10477 w 205739"/>
                <a:gd name="connsiteY3" fmla="*/ 82868 h 280035"/>
                <a:gd name="connsiteX4" fmla="*/ 111443 w 205739"/>
                <a:gd name="connsiteY4" fmla="*/ 0 h 280035"/>
                <a:gd name="connsiteX5" fmla="*/ 203835 w 205739"/>
                <a:gd name="connsiteY5" fmla="*/ 27623 h 280035"/>
                <a:gd name="connsiteX6" fmla="*/ 174307 w 205739"/>
                <a:gd name="connsiteY6" fmla="*/ 76200 h 280035"/>
                <a:gd name="connsiteX7" fmla="*/ 110490 w 205739"/>
                <a:gd name="connsiteY7" fmla="*/ 52388 h 280035"/>
                <a:gd name="connsiteX8" fmla="*/ 72390 w 205739"/>
                <a:gd name="connsiteY8" fmla="*/ 77153 h 280035"/>
                <a:gd name="connsiteX9" fmla="*/ 205740 w 205739"/>
                <a:gd name="connsiteY9" fmla="*/ 195263 h 280035"/>
                <a:gd name="connsiteX10" fmla="*/ 102870 w 205739"/>
                <a:gd name="connsiteY10" fmla="*/ 280035 h 280035"/>
                <a:gd name="connsiteX11" fmla="*/ 0 w 205739"/>
                <a:gd name="connsiteY11" fmla="*/ 247650 h 280035"/>
                <a:gd name="connsiteX12" fmla="*/ 29527 w 205739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5">
                  <a:moveTo>
                    <a:pt x="29527" y="198120"/>
                  </a:moveTo>
                  <a:cubicBezTo>
                    <a:pt x="56197" y="218123"/>
                    <a:pt x="80963" y="227648"/>
                    <a:pt x="104775" y="227648"/>
                  </a:cubicBezTo>
                  <a:cubicBezTo>
                    <a:pt x="127635" y="227648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3" y="0"/>
                  </a:cubicBezTo>
                  <a:cubicBezTo>
                    <a:pt x="143827" y="0"/>
                    <a:pt x="175260" y="9525"/>
                    <a:pt x="203835" y="27623"/>
                  </a:cubicBezTo>
                  <a:lnTo>
                    <a:pt x="174307" y="76200"/>
                  </a:lnTo>
                  <a:cubicBezTo>
                    <a:pt x="151447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9" name="Freihandform: Form 188">
              <a:extLst>
                <a:ext uri="{FF2B5EF4-FFF2-40B4-BE49-F238E27FC236}">
                  <a16:creationId xmlns:a16="http://schemas.microsoft.com/office/drawing/2014/main" id="{9C73EEC4-619E-407A-AA74-3DA3D18090D0}"/>
                </a:ext>
              </a:extLst>
            </p:cNvPr>
            <p:cNvSpPr/>
            <p:nvPr/>
          </p:nvSpPr>
          <p:spPr>
            <a:xfrm>
              <a:off x="6837044" y="3224212"/>
              <a:ext cx="376237" cy="266700"/>
            </a:xfrm>
            <a:custGeom>
              <a:avLst/>
              <a:gdLst>
                <a:gd name="connsiteX0" fmla="*/ 376238 w 376237"/>
                <a:gd name="connsiteY0" fmla="*/ 0 h 266700"/>
                <a:gd name="connsiteX1" fmla="*/ 297180 w 376237"/>
                <a:gd name="connsiteY1" fmla="*/ 266700 h 266700"/>
                <a:gd name="connsiteX2" fmla="*/ 237173 w 376237"/>
                <a:gd name="connsiteY2" fmla="*/ 266700 h 266700"/>
                <a:gd name="connsiteX3" fmla="*/ 188595 w 376237"/>
                <a:gd name="connsiteY3" fmla="*/ 81915 h 266700"/>
                <a:gd name="connsiteX4" fmla="*/ 187643 w 376237"/>
                <a:gd name="connsiteY4" fmla="*/ 81915 h 266700"/>
                <a:gd name="connsiteX5" fmla="*/ 139065 w 376237"/>
                <a:gd name="connsiteY5" fmla="*/ 266700 h 266700"/>
                <a:gd name="connsiteX6" fmla="*/ 79057 w 376237"/>
                <a:gd name="connsiteY6" fmla="*/ 266700 h 266700"/>
                <a:gd name="connsiteX7" fmla="*/ 0 w 376237"/>
                <a:gd name="connsiteY7" fmla="*/ 0 h 266700"/>
                <a:gd name="connsiteX8" fmla="*/ 65723 w 376237"/>
                <a:gd name="connsiteY8" fmla="*/ 0 h 266700"/>
                <a:gd name="connsiteX9" fmla="*/ 111443 w 376237"/>
                <a:gd name="connsiteY9" fmla="*/ 180022 h 266700"/>
                <a:gd name="connsiteX10" fmla="*/ 112395 w 376237"/>
                <a:gd name="connsiteY10" fmla="*/ 180022 h 266700"/>
                <a:gd name="connsiteX11" fmla="*/ 159068 w 376237"/>
                <a:gd name="connsiteY11" fmla="*/ 0 h 266700"/>
                <a:gd name="connsiteX12" fmla="*/ 216218 w 376237"/>
                <a:gd name="connsiteY12" fmla="*/ 0 h 266700"/>
                <a:gd name="connsiteX13" fmla="*/ 264795 w 376237"/>
                <a:gd name="connsiteY13" fmla="*/ 180022 h 266700"/>
                <a:gd name="connsiteX14" fmla="*/ 265748 w 376237"/>
                <a:gd name="connsiteY14" fmla="*/ 180022 h 266700"/>
                <a:gd name="connsiteX15" fmla="*/ 311468 w 376237"/>
                <a:gd name="connsiteY15" fmla="*/ 0 h 266700"/>
                <a:gd name="connsiteX16" fmla="*/ 376238 w 376237"/>
                <a:gd name="connsiteY16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76237" h="266700">
                  <a:moveTo>
                    <a:pt x="376238" y="0"/>
                  </a:moveTo>
                  <a:lnTo>
                    <a:pt x="297180" y="266700"/>
                  </a:lnTo>
                  <a:lnTo>
                    <a:pt x="237173" y="266700"/>
                  </a:lnTo>
                  <a:lnTo>
                    <a:pt x="188595" y="81915"/>
                  </a:lnTo>
                  <a:lnTo>
                    <a:pt x="187643" y="81915"/>
                  </a:lnTo>
                  <a:lnTo>
                    <a:pt x="139065" y="266700"/>
                  </a:lnTo>
                  <a:lnTo>
                    <a:pt x="79057" y="266700"/>
                  </a:lnTo>
                  <a:lnTo>
                    <a:pt x="0" y="0"/>
                  </a:lnTo>
                  <a:lnTo>
                    <a:pt x="65723" y="0"/>
                  </a:lnTo>
                  <a:lnTo>
                    <a:pt x="111443" y="180022"/>
                  </a:lnTo>
                  <a:lnTo>
                    <a:pt x="112395" y="180022"/>
                  </a:lnTo>
                  <a:lnTo>
                    <a:pt x="159068" y="0"/>
                  </a:lnTo>
                  <a:lnTo>
                    <a:pt x="216218" y="0"/>
                  </a:lnTo>
                  <a:lnTo>
                    <a:pt x="264795" y="180022"/>
                  </a:lnTo>
                  <a:lnTo>
                    <a:pt x="265748" y="180022"/>
                  </a:lnTo>
                  <a:lnTo>
                    <a:pt x="311468" y="0"/>
                  </a:lnTo>
                  <a:lnTo>
                    <a:pt x="3762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0" name="Freihandform: Form 189">
              <a:extLst>
                <a:ext uri="{FF2B5EF4-FFF2-40B4-BE49-F238E27FC236}">
                  <a16:creationId xmlns:a16="http://schemas.microsoft.com/office/drawing/2014/main" id="{31A37F81-D616-456A-9BB5-630F98BE708D}"/>
                </a:ext>
              </a:extLst>
            </p:cNvPr>
            <p:cNvSpPr/>
            <p:nvPr/>
          </p:nvSpPr>
          <p:spPr>
            <a:xfrm>
              <a:off x="7259954" y="3105149"/>
              <a:ext cx="79057" cy="385762"/>
            </a:xfrm>
            <a:custGeom>
              <a:avLst/>
              <a:gdLst>
                <a:gd name="connsiteX0" fmla="*/ 79057 w 79057"/>
                <a:gd name="connsiteY0" fmla="*/ 38100 h 385762"/>
                <a:gd name="connsiteX1" fmla="*/ 39052 w 79057"/>
                <a:gd name="connsiteY1" fmla="*/ 76200 h 385762"/>
                <a:gd name="connsiteX2" fmla="*/ 0 w 79057"/>
                <a:gd name="connsiteY2" fmla="*/ 38100 h 385762"/>
                <a:gd name="connsiteX3" fmla="*/ 39052 w 79057"/>
                <a:gd name="connsiteY3" fmla="*/ 0 h 385762"/>
                <a:gd name="connsiteX4" fmla="*/ 79057 w 79057"/>
                <a:gd name="connsiteY4" fmla="*/ 38100 h 385762"/>
                <a:gd name="connsiteX5" fmla="*/ 70485 w 79057"/>
                <a:gd name="connsiteY5" fmla="*/ 385763 h 385762"/>
                <a:gd name="connsiteX6" fmla="*/ 8572 w 79057"/>
                <a:gd name="connsiteY6" fmla="*/ 385763 h 385762"/>
                <a:gd name="connsiteX7" fmla="*/ 8572 w 79057"/>
                <a:gd name="connsiteY7" fmla="*/ 119063 h 385762"/>
                <a:gd name="connsiteX8" fmla="*/ 70485 w 79057"/>
                <a:gd name="connsiteY8" fmla="*/ 119063 h 385762"/>
                <a:gd name="connsiteX9" fmla="*/ 70485 w 79057"/>
                <a:gd name="connsiteY9" fmla="*/ 385763 h 385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5762">
                  <a:moveTo>
                    <a:pt x="79057" y="38100"/>
                  </a:moveTo>
                  <a:cubicBezTo>
                    <a:pt x="79057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1913" y="0"/>
                    <a:pt x="79057" y="16192"/>
                    <a:pt x="79057" y="38100"/>
                  </a:cubicBezTo>
                  <a:close/>
                  <a:moveTo>
                    <a:pt x="70485" y="385763"/>
                  </a:moveTo>
                  <a:lnTo>
                    <a:pt x="8572" y="385763"/>
                  </a:lnTo>
                  <a:lnTo>
                    <a:pt x="8572" y="119063"/>
                  </a:lnTo>
                  <a:lnTo>
                    <a:pt x="70485" y="119063"/>
                  </a:lnTo>
                  <a:lnTo>
                    <a:pt x="70485" y="385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1" name="Freihandform: Form 190">
              <a:extLst>
                <a:ext uri="{FF2B5EF4-FFF2-40B4-BE49-F238E27FC236}">
                  <a16:creationId xmlns:a16="http://schemas.microsoft.com/office/drawing/2014/main" id="{097730BE-9166-460E-AAD2-4BEB195E1174}"/>
                </a:ext>
              </a:extLst>
            </p:cNvPr>
            <p:cNvSpPr/>
            <p:nvPr/>
          </p:nvSpPr>
          <p:spPr>
            <a:xfrm>
              <a:off x="7388542" y="3216591"/>
              <a:ext cx="205739" cy="280035"/>
            </a:xfrm>
            <a:custGeom>
              <a:avLst/>
              <a:gdLst>
                <a:gd name="connsiteX0" fmla="*/ 29527 w 205739"/>
                <a:gd name="connsiteY0" fmla="*/ 198120 h 280035"/>
                <a:gd name="connsiteX1" fmla="*/ 104775 w 205739"/>
                <a:gd name="connsiteY1" fmla="*/ 227648 h 280035"/>
                <a:gd name="connsiteX2" fmla="*/ 143827 w 205739"/>
                <a:gd name="connsiteY2" fmla="*/ 200978 h 280035"/>
                <a:gd name="connsiteX3" fmla="*/ 10477 w 205739"/>
                <a:gd name="connsiteY3" fmla="*/ 82868 h 280035"/>
                <a:gd name="connsiteX4" fmla="*/ 111443 w 205739"/>
                <a:gd name="connsiteY4" fmla="*/ 0 h 280035"/>
                <a:gd name="connsiteX5" fmla="*/ 203835 w 205739"/>
                <a:gd name="connsiteY5" fmla="*/ 27623 h 280035"/>
                <a:gd name="connsiteX6" fmla="*/ 174307 w 205739"/>
                <a:gd name="connsiteY6" fmla="*/ 76200 h 280035"/>
                <a:gd name="connsiteX7" fmla="*/ 110490 w 205739"/>
                <a:gd name="connsiteY7" fmla="*/ 52388 h 280035"/>
                <a:gd name="connsiteX8" fmla="*/ 72390 w 205739"/>
                <a:gd name="connsiteY8" fmla="*/ 77153 h 280035"/>
                <a:gd name="connsiteX9" fmla="*/ 205740 w 205739"/>
                <a:gd name="connsiteY9" fmla="*/ 195263 h 280035"/>
                <a:gd name="connsiteX10" fmla="*/ 102870 w 205739"/>
                <a:gd name="connsiteY10" fmla="*/ 280035 h 280035"/>
                <a:gd name="connsiteX11" fmla="*/ 0 w 205739"/>
                <a:gd name="connsiteY11" fmla="*/ 247650 h 280035"/>
                <a:gd name="connsiteX12" fmla="*/ 29527 w 205739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5">
                  <a:moveTo>
                    <a:pt x="29527" y="198120"/>
                  </a:moveTo>
                  <a:cubicBezTo>
                    <a:pt x="56197" y="218123"/>
                    <a:pt x="80963" y="227648"/>
                    <a:pt x="104775" y="227648"/>
                  </a:cubicBezTo>
                  <a:cubicBezTo>
                    <a:pt x="127635" y="227648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3" y="0"/>
                  </a:cubicBezTo>
                  <a:cubicBezTo>
                    <a:pt x="143827" y="0"/>
                    <a:pt x="175260" y="9525"/>
                    <a:pt x="203835" y="27623"/>
                  </a:cubicBezTo>
                  <a:lnTo>
                    <a:pt x="174307" y="76200"/>
                  </a:lnTo>
                  <a:cubicBezTo>
                    <a:pt x="151447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2" name="Freihandform: Form 191">
              <a:extLst>
                <a:ext uri="{FF2B5EF4-FFF2-40B4-BE49-F238E27FC236}">
                  <a16:creationId xmlns:a16="http://schemas.microsoft.com/office/drawing/2014/main" id="{A2E02141-6B4B-472B-8FC7-E4B47D9A77E3}"/>
                </a:ext>
              </a:extLst>
            </p:cNvPr>
            <p:cNvSpPr/>
            <p:nvPr/>
          </p:nvSpPr>
          <p:spPr>
            <a:xfrm>
              <a:off x="7635239" y="3216591"/>
              <a:ext cx="205740" cy="280035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3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6198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3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3" name="Freihandform: Form 192">
              <a:extLst>
                <a:ext uri="{FF2B5EF4-FFF2-40B4-BE49-F238E27FC236}">
                  <a16:creationId xmlns:a16="http://schemas.microsoft.com/office/drawing/2014/main" id="{1C381119-A2BA-485E-BE98-479B24429EDD}"/>
                </a:ext>
              </a:extLst>
            </p:cNvPr>
            <p:cNvSpPr/>
            <p:nvPr/>
          </p:nvSpPr>
          <p:spPr>
            <a:xfrm>
              <a:off x="7890509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4" name="Freihandform: Form 193">
              <a:extLst>
                <a:ext uri="{FF2B5EF4-FFF2-40B4-BE49-F238E27FC236}">
                  <a16:creationId xmlns:a16="http://schemas.microsoft.com/office/drawing/2014/main" id="{16C63372-1C8E-4CBE-9BE1-F118ECC80455}"/>
                </a:ext>
              </a:extLst>
            </p:cNvPr>
            <p:cNvSpPr/>
            <p:nvPr/>
          </p:nvSpPr>
          <p:spPr>
            <a:xfrm>
              <a:off x="8202929" y="3217544"/>
              <a:ext cx="228600" cy="273367"/>
            </a:xfrm>
            <a:custGeom>
              <a:avLst/>
              <a:gdLst>
                <a:gd name="connsiteX0" fmla="*/ 228600 w 228600"/>
                <a:gd name="connsiteY0" fmla="*/ 273367 h 273367"/>
                <a:gd name="connsiteX1" fmla="*/ 166688 w 228600"/>
                <a:gd name="connsiteY1" fmla="*/ 273367 h 273367"/>
                <a:gd name="connsiteX2" fmla="*/ 166688 w 228600"/>
                <a:gd name="connsiteY2" fmla="*/ 120967 h 273367"/>
                <a:gd name="connsiteX3" fmla="*/ 117157 w 228600"/>
                <a:gd name="connsiteY3" fmla="*/ 56197 h 273367"/>
                <a:gd name="connsiteX4" fmla="*/ 61913 w 228600"/>
                <a:gd name="connsiteY4" fmla="*/ 120967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3 h 273367"/>
                <a:gd name="connsiteX13" fmla="*/ 228600 w 228600"/>
                <a:gd name="connsiteY13" fmla="*/ 273367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3367"/>
                  </a:moveTo>
                  <a:lnTo>
                    <a:pt x="166688" y="273367"/>
                  </a:lnTo>
                  <a:lnTo>
                    <a:pt x="166688" y="120967"/>
                  </a:lnTo>
                  <a:cubicBezTo>
                    <a:pt x="166688" y="81915"/>
                    <a:pt x="155257" y="56197"/>
                    <a:pt x="117157" y="56197"/>
                  </a:cubicBezTo>
                  <a:cubicBezTo>
                    <a:pt x="73343" y="56197"/>
                    <a:pt x="61913" y="91440"/>
                    <a:pt x="61913" y="120967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336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5" name="Freihandform: Form 194">
              <a:extLst>
                <a:ext uri="{FF2B5EF4-FFF2-40B4-BE49-F238E27FC236}">
                  <a16:creationId xmlns:a16="http://schemas.microsoft.com/office/drawing/2014/main" id="{37A9BBCA-24C0-4BE0-ACC3-A8F17B9FA8A5}"/>
                </a:ext>
              </a:extLst>
            </p:cNvPr>
            <p:cNvSpPr/>
            <p:nvPr/>
          </p:nvSpPr>
          <p:spPr>
            <a:xfrm>
              <a:off x="8487726" y="3216591"/>
              <a:ext cx="205740" cy="280035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3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6198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3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6" name="Freihandform: Form 195">
              <a:extLst>
                <a:ext uri="{FF2B5EF4-FFF2-40B4-BE49-F238E27FC236}">
                  <a16:creationId xmlns:a16="http://schemas.microsoft.com/office/drawing/2014/main" id="{9AEEE4BD-D09F-4028-BE39-68FF6FE4817D}"/>
                </a:ext>
              </a:extLst>
            </p:cNvPr>
            <p:cNvSpPr/>
            <p:nvPr/>
          </p:nvSpPr>
          <p:spPr>
            <a:xfrm>
              <a:off x="8743949" y="3216591"/>
              <a:ext cx="224789" cy="280035"/>
            </a:xfrm>
            <a:custGeom>
              <a:avLst/>
              <a:gdLst>
                <a:gd name="connsiteX0" fmla="*/ 222885 w 224789"/>
                <a:gd name="connsiteY0" fmla="*/ 237173 h 280035"/>
                <a:gd name="connsiteX1" fmla="*/ 127635 w 224789"/>
                <a:gd name="connsiteY1" fmla="*/ 280035 h 280035"/>
                <a:gd name="connsiteX2" fmla="*/ 0 w 224789"/>
                <a:gd name="connsiteY2" fmla="*/ 140970 h 280035"/>
                <a:gd name="connsiteX3" fmla="*/ 128588 w 224789"/>
                <a:gd name="connsiteY3" fmla="*/ 0 h 280035"/>
                <a:gd name="connsiteX4" fmla="*/ 224790 w 224789"/>
                <a:gd name="connsiteY4" fmla="*/ 45720 h 280035"/>
                <a:gd name="connsiteX5" fmla="*/ 181927 w 224789"/>
                <a:gd name="connsiteY5" fmla="*/ 86678 h 280035"/>
                <a:gd name="connsiteX6" fmla="*/ 128588 w 224789"/>
                <a:gd name="connsiteY6" fmla="*/ 57150 h 280035"/>
                <a:gd name="connsiteX7" fmla="*/ 62865 w 224789"/>
                <a:gd name="connsiteY7" fmla="*/ 140017 h 280035"/>
                <a:gd name="connsiteX8" fmla="*/ 128588 w 224789"/>
                <a:gd name="connsiteY8" fmla="*/ 222885 h 280035"/>
                <a:gd name="connsiteX9" fmla="*/ 183832 w 224789"/>
                <a:gd name="connsiteY9" fmla="*/ 193358 h 280035"/>
                <a:gd name="connsiteX10" fmla="*/ 222885 w 224789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7" name="Freihandform: Form 196">
              <a:extLst>
                <a:ext uri="{FF2B5EF4-FFF2-40B4-BE49-F238E27FC236}">
                  <a16:creationId xmlns:a16="http://schemas.microsoft.com/office/drawing/2014/main" id="{E6C8FC0C-FF6E-46F6-A3CA-026DE75C28C1}"/>
                </a:ext>
              </a:extLst>
            </p:cNvPr>
            <p:cNvSpPr/>
            <p:nvPr/>
          </p:nvSpPr>
          <p:spPr>
            <a:xfrm>
              <a:off x="9022079" y="3100387"/>
              <a:ext cx="228600" cy="390525"/>
            </a:xfrm>
            <a:custGeom>
              <a:avLst/>
              <a:gdLst>
                <a:gd name="connsiteX0" fmla="*/ 228600 w 228600"/>
                <a:gd name="connsiteY0" fmla="*/ 390525 h 390525"/>
                <a:gd name="connsiteX1" fmla="*/ 166688 w 228600"/>
                <a:gd name="connsiteY1" fmla="*/ 390525 h 390525"/>
                <a:gd name="connsiteX2" fmla="*/ 166688 w 228600"/>
                <a:gd name="connsiteY2" fmla="*/ 238125 h 390525"/>
                <a:gd name="connsiteX3" fmla="*/ 117157 w 228600"/>
                <a:gd name="connsiteY3" fmla="*/ 173355 h 390525"/>
                <a:gd name="connsiteX4" fmla="*/ 61913 w 228600"/>
                <a:gd name="connsiteY4" fmla="*/ 238125 h 390525"/>
                <a:gd name="connsiteX5" fmla="*/ 61913 w 228600"/>
                <a:gd name="connsiteY5" fmla="*/ 390525 h 390525"/>
                <a:gd name="connsiteX6" fmla="*/ 0 w 228600"/>
                <a:gd name="connsiteY6" fmla="*/ 390525 h 390525"/>
                <a:gd name="connsiteX7" fmla="*/ 0 w 228600"/>
                <a:gd name="connsiteY7" fmla="*/ 16192 h 390525"/>
                <a:gd name="connsiteX8" fmla="*/ 61913 w 228600"/>
                <a:gd name="connsiteY8" fmla="*/ 0 h 390525"/>
                <a:gd name="connsiteX9" fmla="*/ 61913 w 228600"/>
                <a:gd name="connsiteY9" fmla="*/ 155258 h 390525"/>
                <a:gd name="connsiteX10" fmla="*/ 62865 w 228600"/>
                <a:gd name="connsiteY10" fmla="*/ 155258 h 390525"/>
                <a:gd name="connsiteX11" fmla="*/ 140970 w 228600"/>
                <a:gd name="connsiteY11" fmla="*/ 116205 h 390525"/>
                <a:gd name="connsiteX12" fmla="*/ 228600 w 228600"/>
                <a:gd name="connsiteY12" fmla="*/ 223838 h 390525"/>
                <a:gd name="connsiteX13" fmla="*/ 228600 w 228600"/>
                <a:gd name="connsiteY13" fmla="*/ 390525 h 390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90525">
                  <a:moveTo>
                    <a:pt x="228600" y="390525"/>
                  </a:moveTo>
                  <a:lnTo>
                    <a:pt x="166688" y="390525"/>
                  </a:lnTo>
                  <a:lnTo>
                    <a:pt x="166688" y="238125"/>
                  </a:lnTo>
                  <a:cubicBezTo>
                    <a:pt x="166688" y="199073"/>
                    <a:pt x="154305" y="173355"/>
                    <a:pt x="117157" y="173355"/>
                  </a:cubicBezTo>
                  <a:cubicBezTo>
                    <a:pt x="74295" y="173355"/>
                    <a:pt x="61913" y="207645"/>
                    <a:pt x="61913" y="238125"/>
                  </a:cubicBezTo>
                  <a:lnTo>
                    <a:pt x="61913" y="390525"/>
                  </a:lnTo>
                  <a:lnTo>
                    <a:pt x="0" y="390525"/>
                  </a:lnTo>
                  <a:lnTo>
                    <a:pt x="0" y="16192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7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9052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8" name="Freihandform: Form 197">
              <a:extLst>
                <a:ext uri="{FF2B5EF4-FFF2-40B4-BE49-F238E27FC236}">
                  <a16:creationId xmlns:a16="http://schemas.microsoft.com/office/drawing/2014/main" id="{81D94ACD-F368-4472-9DCE-514A0AA54968}"/>
                </a:ext>
              </a:extLst>
            </p:cNvPr>
            <p:cNvSpPr/>
            <p:nvPr/>
          </p:nvSpPr>
          <p:spPr>
            <a:xfrm>
              <a:off x="9312592" y="3217544"/>
              <a:ext cx="225742" cy="279082"/>
            </a:xfrm>
            <a:custGeom>
              <a:avLst/>
              <a:gdLst>
                <a:gd name="connsiteX0" fmla="*/ 114300 w 225742"/>
                <a:gd name="connsiteY0" fmla="*/ 107633 h 279082"/>
                <a:gd name="connsiteX1" fmla="*/ 164782 w 225742"/>
                <a:gd name="connsiteY1" fmla="*/ 113347 h 279082"/>
                <a:gd name="connsiteX2" fmla="*/ 164782 w 225742"/>
                <a:gd name="connsiteY2" fmla="*/ 103822 h 279082"/>
                <a:gd name="connsiteX3" fmla="*/ 105727 w 225742"/>
                <a:gd name="connsiteY3" fmla="*/ 52388 h 279082"/>
                <a:gd name="connsiteX4" fmla="*/ 38100 w 225742"/>
                <a:gd name="connsiteY4" fmla="*/ 67627 h 279082"/>
                <a:gd name="connsiteX5" fmla="*/ 24765 w 225742"/>
                <a:gd name="connsiteY5" fmla="*/ 15240 h 279082"/>
                <a:gd name="connsiteX6" fmla="*/ 112395 w 225742"/>
                <a:gd name="connsiteY6" fmla="*/ 0 h 279082"/>
                <a:gd name="connsiteX7" fmla="*/ 225743 w 225742"/>
                <a:gd name="connsiteY7" fmla="*/ 102870 h 279082"/>
                <a:gd name="connsiteX8" fmla="*/ 225743 w 225742"/>
                <a:gd name="connsiteY8" fmla="*/ 273367 h 279082"/>
                <a:gd name="connsiteX9" fmla="*/ 166688 w 225742"/>
                <a:gd name="connsiteY9" fmla="*/ 273367 h 279082"/>
                <a:gd name="connsiteX10" fmla="*/ 166688 w 225742"/>
                <a:gd name="connsiteY10" fmla="*/ 244792 h 279082"/>
                <a:gd name="connsiteX11" fmla="*/ 165735 w 225742"/>
                <a:gd name="connsiteY11" fmla="*/ 244792 h 279082"/>
                <a:gd name="connsiteX12" fmla="*/ 87630 w 225742"/>
                <a:gd name="connsiteY12" fmla="*/ 279083 h 279082"/>
                <a:gd name="connsiteX13" fmla="*/ 0 w 225742"/>
                <a:gd name="connsiteY13" fmla="*/ 194310 h 279082"/>
                <a:gd name="connsiteX14" fmla="*/ 114300 w 225742"/>
                <a:gd name="connsiteY14" fmla="*/ 107633 h 279082"/>
                <a:gd name="connsiteX15" fmla="*/ 103822 w 225742"/>
                <a:gd name="connsiteY15" fmla="*/ 232410 h 279082"/>
                <a:gd name="connsiteX16" fmla="*/ 164782 w 225742"/>
                <a:gd name="connsiteY16" fmla="*/ 200025 h 279082"/>
                <a:gd name="connsiteX17" fmla="*/ 164782 w 225742"/>
                <a:gd name="connsiteY17" fmla="*/ 153352 h 279082"/>
                <a:gd name="connsiteX18" fmla="*/ 120968 w 225742"/>
                <a:gd name="connsiteY18" fmla="*/ 148590 h 279082"/>
                <a:gd name="connsiteX19" fmla="*/ 59055 w 225742"/>
                <a:gd name="connsiteY19" fmla="*/ 192405 h 279082"/>
                <a:gd name="connsiteX20" fmla="*/ 103822 w 225742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42" h="279082">
                  <a:moveTo>
                    <a:pt x="114300" y="107633"/>
                  </a:moveTo>
                  <a:cubicBezTo>
                    <a:pt x="131445" y="107633"/>
                    <a:pt x="147638" y="108585"/>
                    <a:pt x="164782" y="113347"/>
                  </a:cubicBezTo>
                  <a:lnTo>
                    <a:pt x="164782" y="103822"/>
                  </a:lnTo>
                  <a:cubicBezTo>
                    <a:pt x="164782" y="69532"/>
                    <a:pt x="144780" y="52388"/>
                    <a:pt x="105727" y="52388"/>
                  </a:cubicBezTo>
                  <a:cubicBezTo>
                    <a:pt x="83820" y="52388"/>
                    <a:pt x="60007" y="57150"/>
                    <a:pt x="38100" y="67627"/>
                  </a:cubicBezTo>
                  <a:lnTo>
                    <a:pt x="24765" y="15240"/>
                  </a:lnTo>
                  <a:cubicBezTo>
                    <a:pt x="49530" y="5715"/>
                    <a:pt x="81915" y="0"/>
                    <a:pt x="112395" y="0"/>
                  </a:cubicBezTo>
                  <a:cubicBezTo>
                    <a:pt x="187643" y="0"/>
                    <a:pt x="225743" y="35242"/>
                    <a:pt x="225743" y="102870"/>
                  </a:cubicBezTo>
                  <a:lnTo>
                    <a:pt x="225743" y="273367"/>
                  </a:lnTo>
                  <a:lnTo>
                    <a:pt x="166688" y="273367"/>
                  </a:lnTo>
                  <a:lnTo>
                    <a:pt x="166688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4300" y="107633"/>
                  </a:cubicBezTo>
                  <a:close/>
                  <a:moveTo>
                    <a:pt x="103822" y="232410"/>
                  </a:moveTo>
                  <a:cubicBezTo>
                    <a:pt x="126682" y="232410"/>
                    <a:pt x="147638" y="220980"/>
                    <a:pt x="164782" y="200025"/>
                  </a:cubicBezTo>
                  <a:lnTo>
                    <a:pt x="164782" y="153352"/>
                  </a:lnTo>
                  <a:cubicBezTo>
                    <a:pt x="150495" y="149542"/>
                    <a:pt x="135255" y="148590"/>
                    <a:pt x="120968" y="148590"/>
                  </a:cubicBezTo>
                  <a:cubicBezTo>
                    <a:pt x="81915" y="148590"/>
                    <a:pt x="59055" y="163830"/>
                    <a:pt x="59055" y="192405"/>
                  </a:cubicBezTo>
                  <a:cubicBezTo>
                    <a:pt x="60007" y="217170"/>
                    <a:pt x="77152" y="232410"/>
                    <a:pt x="103822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9" name="Freihandform: Form 198">
              <a:extLst>
                <a:ext uri="{FF2B5EF4-FFF2-40B4-BE49-F238E27FC236}">
                  <a16:creationId xmlns:a16="http://schemas.microsoft.com/office/drawing/2014/main" id="{6C8CDCFB-F73C-48A5-BAD7-18CB5B87C38B}"/>
                </a:ext>
              </a:extLst>
            </p:cNvPr>
            <p:cNvSpPr/>
            <p:nvPr/>
          </p:nvSpPr>
          <p:spPr>
            <a:xfrm>
              <a:off x="9588817" y="3097529"/>
              <a:ext cx="162877" cy="393382"/>
            </a:xfrm>
            <a:custGeom>
              <a:avLst/>
              <a:gdLst>
                <a:gd name="connsiteX0" fmla="*/ 162877 w 162877"/>
                <a:gd name="connsiteY0" fmla="*/ 58103 h 393382"/>
                <a:gd name="connsiteX1" fmla="*/ 135255 w 162877"/>
                <a:gd name="connsiteY1" fmla="*/ 53340 h 393382"/>
                <a:gd name="connsiteX2" fmla="*/ 101918 w 162877"/>
                <a:gd name="connsiteY2" fmla="*/ 90488 h 393382"/>
                <a:gd name="connsiteX3" fmla="*/ 101918 w 162877"/>
                <a:gd name="connsiteY3" fmla="*/ 126683 h 393382"/>
                <a:gd name="connsiteX4" fmla="*/ 155257 w 162877"/>
                <a:gd name="connsiteY4" fmla="*/ 126683 h 393382"/>
                <a:gd name="connsiteX5" fmla="*/ 155257 w 162877"/>
                <a:gd name="connsiteY5" fmla="*/ 178118 h 393382"/>
                <a:gd name="connsiteX6" fmla="*/ 102870 w 162877"/>
                <a:gd name="connsiteY6" fmla="*/ 178118 h 393382"/>
                <a:gd name="connsiteX7" fmla="*/ 102870 w 162877"/>
                <a:gd name="connsiteY7" fmla="*/ 393383 h 393382"/>
                <a:gd name="connsiteX8" fmla="*/ 40957 w 162877"/>
                <a:gd name="connsiteY8" fmla="*/ 393383 h 393382"/>
                <a:gd name="connsiteX9" fmla="*/ 40957 w 162877"/>
                <a:gd name="connsiteY9" fmla="*/ 179070 h 393382"/>
                <a:gd name="connsiteX10" fmla="*/ 0 w 162877"/>
                <a:gd name="connsiteY10" fmla="*/ 179070 h 393382"/>
                <a:gd name="connsiteX11" fmla="*/ 0 w 162877"/>
                <a:gd name="connsiteY11" fmla="*/ 126683 h 393382"/>
                <a:gd name="connsiteX12" fmla="*/ 40957 w 162877"/>
                <a:gd name="connsiteY12" fmla="*/ 126683 h 393382"/>
                <a:gd name="connsiteX13" fmla="*/ 40957 w 162877"/>
                <a:gd name="connsiteY13" fmla="*/ 88583 h 393382"/>
                <a:gd name="connsiteX14" fmla="*/ 125730 w 162877"/>
                <a:gd name="connsiteY14" fmla="*/ 0 h 393382"/>
                <a:gd name="connsiteX15" fmla="*/ 162877 w 162877"/>
                <a:gd name="connsiteY15" fmla="*/ 5715 h 393382"/>
                <a:gd name="connsiteX16" fmla="*/ 162877 w 162877"/>
                <a:gd name="connsiteY16" fmla="*/ 58103 h 393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2877" h="393382">
                  <a:moveTo>
                    <a:pt x="162877" y="58103"/>
                  </a:moveTo>
                  <a:cubicBezTo>
                    <a:pt x="154305" y="54293"/>
                    <a:pt x="144780" y="53340"/>
                    <a:pt x="135255" y="53340"/>
                  </a:cubicBezTo>
                  <a:cubicBezTo>
                    <a:pt x="111443" y="53340"/>
                    <a:pt x="101918" y="65723"/>
                    <a:pt x="101918" y="90488"/>
                  </a:cubicBezTo>
                  <a:lnTo>
                    <a:pt x="101918" y="126683"/>
                  </a:lnTo>
                  <a:lnTo>
                    <a:pt x="155257" y="126683"/>
                  </a:lnTo>
                  <a:lnTo>
                    <a:pt x="155257" y="178118"/>
                  </a:lnTo>
                  <a:lnTo>
                    <a:pt x="102870" y="178118"/>
                  </a:lnTo>
                  <a:lnTo>
                    <a:pt x="102870" y="393383"/>
                  </a:lnTo>
                  <a:lnTo>
                    <a:pt x="40957" y="393383"/>
                  </a:lnTo>
                  <a:lnTo>
                    <a:pt x="40957" y="179070"/>
                  </a:lnTo>
                  <a:lnTo>
                    <a:pt x="0" y="179070"/>
                  </a:lnTo>
                  <a:lnTo>
                    <a:pt x="0" y="126683"/>
                  </a:lnTo>
                  <a:lnTo>
                    <a:pt x="40957" y="126683"/>
                  </a:lnTo>
                  <a:lnTo>
                    <a:pt x="40957" y="88583"/>
                  </a:lnTo>
                  <a:cubicBezTo>
                    <a:pt x="40957" y="33338"/>
                    <a:pt x="65722" y="0"/>
                    <a:pt x="125730" y="0"/>
                  </a:cubicBezTo>
                  <a:cubicBezTo>
                    <a:pt x="139065" y="0"/>
                    <a:pt x="152400" y="1905"/>
                    <a:pt x="162877" y="5715"/>
                  </a:cubicBezTo>
                  <a:lnTo>
                    <a:pt x="162877" y="5810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0" name="Freihandform: Form 199">
              <a:extLst>
                <a:ext uri="{FF2B5EF4-FFF2-40B4-BE49-F238E27FC236}">
                  <a16:creationId xmlns:a16="http://schemas.microsoft.com/office/drawing/2014/main" id="{DA8859A3-A58E-46CF-8142-3F1B295D3618}"/>
                </a:ext>
              </a:extLst>
            </p:cNvPr>
            <p:cNvSpPr/>
            <p:nvPr/>
          </p:nvSpPr>
          <p:spPr>
            <a:xfrm>
              <a:off x="9785984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7 w 165734"/>
                <a:gd name="connsiteY9" fmla="*/ 0 h 358140"/>
                <a:gd name="connsiteX10" fmla="*/ 101917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7 w 165734"/>
                <a:gd name="connsiteY13" fmla="*/ 138113 h 358140"/>
                <a:gd name="connsiteX14" fmla="*/ 101917 w 165734"/>
                <a:gd name="connsiteY14" fmla="*/ 269558 h 358140"/>
                <a:gd name="connsiteX15" fmla="*/ 130492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2"/>
                    <a:pt x="110490" y="304800"/>
                    <a:pt x="130492" y="304800"/>
                  </a:cubicBezTo>
                  <a:cubicBezTo>
                    <a:pt x="141922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4797165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16FEA-3FF6-494D-B706-4E23BBB1C80F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7" y="1631156"/>
            <a:ext cx="11157745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F5C59997-58CB-4A34-A7D6-744D4117F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9" name="Bildplatzhalter 6">
            <a:extLst>
              <a:ext uri="{FF2B5EF4-FFF2-40B4-BE49-F238E27FC236}">
                <a16:creationId xmlns:a16="http://schemas.microsoft.com/office/drawing/2014/main" id="{25613776-0F22-42BA-AE5A-1B73727AAD1E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D4D5745E-E636-484E-8028-8021CCFDEC5B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40970288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5A3C6-EFBA-4A6D-8C0D-F3133B32F504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8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024A1079-17C2-45DE-A16B-14C152A08F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06329" y="1631156"/>
            <a:ext cx="5469732" cy="456961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6791738E-1095-45F8-98E2-D057FFD19CAA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73212EE7-978B-435B-B747-4DF34057F18C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55941387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| dr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B6EF3-D0F0-4720-9B8F-C62F29F9B281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36A777D-D5C6-4E84-A9C9-D0F4836A4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304591F-2FC9-4C29-9FE5-537955E3B92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8318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D0C47385-EF97-44EE-867E-E9365B44CA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07242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E3F53468-6A74-4DFC-93FD-A760B961965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12780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86333803-0B38-4F61-95AE-49DCFFD7FB8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08BEEA51-35F2-44B9-8FA6-474AFBCFB0F8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6673816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 Bild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453F5-159D-4A45-A3BC-5CBF3C6E5FB7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8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3A0E3338-4E71-4920-9A06-A4D408E5A297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206329" y="1631155"/>
            <a:ext cx="5469732" cy="4569619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8D50DB04-91D7-4C23-96CE-09E0502D14CD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BA160CC5-8A59-46D3-A1D7-F21A3B6955D5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66463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- 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3A0E3338-4E71-4920-9A06-A4D408E5A297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8" y="1631155"/>
            <a:ext cx="5469732" cy="4569619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8DBA7-0385-4D84-A6C6-833E9D9F09AD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06331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1C6D487A-3469-4A14-880C-0C0352BFC29A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65A4D142-596E-4394-B407-65001A377D3A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41282086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ldfolie | mit Stör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C430C106-4EB7-47B9-8F1D-0BFCFBEAECE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D1CD45B2-C7E2-4C43-84ED-BFB6DC4E84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8319" y="3431381"/>
            <a:ext cx="3571200" cy="2769394"/>
          </a:xfrm>
          <a:solidFill>
            <a:schemeClr val="bg1"/>
          </a:solidFill>
        </p:spPr>
        <p:txBody>
          <a:bodyPr wrap="square" lIns="180000" tIns="180000" rIns="360000" bIns="18000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DFE029E8-09EC-45DC-B2BB-25B2B1C145AC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D3613C15-D9EF-4DBF-8B74-3D509941276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8E0568E8-B36B-404B-9E38-F367F7DFCF81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54EB1BCB-8EFE-43BA-AE53-9984B9F11B54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B189016C-ED2A-474D-A417-5E0F497B514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9856DE16-FDEC-4063-8C73-CBF95C803B59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E3759D02-378A-4C73-8CA4-E4FB217B94E6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612F9041-226E-4E23-B398-1F7D9044B5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618D5641-3E9B-4072-8388-BB46336975A8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870072D5-E220-4946-9EE1-80DFB58C3A38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0A43D9D6-7790-4E94-8493-67757E33734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8E7E0758-62D1-453D-B55E-FDC4CCE3C6E4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84310EC5-28E5-4146-A748-79C1FCA769F0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2D5BC590-E7B8-48F8-AAC5-6799BCBDEB4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DF5B0BA6-3F36-41A3-8125-15AA496849C8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07018BC3-E9D3-4DC9-9093-D415FD96426D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38F1A063-9C9E-48DF-9813-A4EA4497C2D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F79F31FE-DC89-4DED-A231-3D8DCBF48D98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7DF8EA8-3E45-431B-90A0-140583E1D07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B300055A-A6D6-4CE1-986A-0930765E02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0B2C23E7-0482-498A-B984-44C6CF40F3B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AC7A65B2-F352-4DA5-9A36-9105D478D2C2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4D9AE9BE-891D-491B-98F9-78F552DDC8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E259A48F-52D3-481E-86F8-360FED16B872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7ADB04CE-94F5-430A-9FF1-01DE211731F2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50411913-7BEC-4F33-BDE8-154F93D079C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A40BADBF-D4AC-4B48-AE66-D79BD3055404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CB5DA2A5-4F29-4DF6-A342-0A7B4878AAB5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E820BD84-9211-4C19-A40B-4121AD892514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21C7D9CA-751B-4809-9338-47DDC5D1A72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D1C22B97-CFD8-4E78-BF7E-02A71F190F83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8132024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1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872F4C-B254-41E7-9EBE-BD5E675422DD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6A4CB3A7-ACED-41D0-8E35-318CD3693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EBFE18BD-74E5-4328-B98A-9C6FC4FCA59F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11157746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A51E223D-AC82-4D54-A383-0E2DF84E2EF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11157746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Bildplatzhalter 6">
            <a:extLst>
              <a:ext uri="{FF2B5EF4-FFF2-40B4-BE49-F238E27FC236}">
                <a16:creationId xmlns:a16="http://schemas.microsoft.com/office/drawing/2014/main" id="{05EC4CE8-43C6-428F-9E62-CB38E0CE6447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142AAD46-67A3-4127-B280-D69434A7D725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34085020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52598-0512-48B0-BEDB-37E263871362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8C7F934-D7F3-42CA-88CC-3AEB50FF1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4" name="Bildplatzhalter 8">
            <a:extLst>
              <a:ext uri="{FF2B5EF4-FFF2-40B4-BE49-F238E27FC236}">
                <a16:creationId xmlns:a16="http://schemas.microsoft.com/office/drawing/2014/main" id="{B4B72DA6-61BE-42F9-8894-08B159BC7C7D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5" name="Textplatzhalter 10">
            <a:extLst>
              <a:ext uri="{FF2B5EF4-FFF2-40B4-BE49-F238E27FC236}">
                <a16:creationId xmlns:a16="http://schemas.microsoft.com/office/drawing/2014/main" id="{0E2D86CD-8C0A-461A-82DE-DEB73A6F9ACE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6" name="Bildplatzhalter 8">
            <a:extLst>
              <a:ext uri="{FF2B5EF4-FFF2-40B4-BE49-F238E27FC236}">
                <a16:creationId xmlns:a16="http://schemas.microsoft.com/office/drawing/2014/main" id="{B4E7C39B-83E8-467B-AD57-55CA08888B5C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206331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7" name="Textplatzhalter 10">
            <a:extLst>
              <a:ext uri="{FF2B5EF4-FFF2-40B4-BE49-F238E27FC236}">
                <a16:creationId xmlns:a16="http://schemas.microsoft.com/office/drawing/2014/main" id="{CE124A50-74B4-4E32-AA56-DCD775B1300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206331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BF87D6FE-3E8F-49D4-B36A-217C95B23AF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381895C7-DC25-40C3-9857-7AF6421845A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16274499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F5A06-C1DB-4EEE-B23D-568D3876050A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9995CF9C-9826-4946-A085-FF49199BE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E2430412-20B6-4F53-A77B-A26A49135E4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2" name="Textplatzhalter 10">
            <a:extLst>
              <a:ext uri="{FF2B5EF4-FFF2-40B4-BE49-F238E27FC236}">
                <a16:creationId xmlns:a16="http://schemas.microsoft.com/office/drawing/2014/main" id="{48CA2DF0-5B92-4CE6-AF1A-CC648431BB9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Bildplatzhalter 8">
            <a:extLst>
              <a:ext uri="{FF2B5EF4-FFF2-40B4-BE49-F238E27FC236}">
                <a16:creationId xmlns:a16="http://schemas.microsoft.com/office/drawing/2014/main" id="{002E2471-F223-4896-A895-CE0AF20E11D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8106305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4" name="Textplatzhalter 10">
            <a:extLst>
              <a:ext uri="{FF2B5EF4-FFF2-40B4-BE49-F238E27FC236}">
                <a16:creationId xmlns:a16="http://schemas.microsoft.com/office/drawing/2014/main" id="{470E7482-A37A-44BE-ADE5-A0B3B10E8FCA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106305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5" name="Bildplatzhalter 8">
            <a:extLst>
              <a:ext uri="{FF2B5EF4-FFF2-40B4-BE49-F238E27FC236}">
                <a16:creationId xmlns:a16="http://schemas.microsoft.com/office/drawing/2014/main" id="{3FD09289-F115-4464-A726-812A11720CAD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4312311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6" name="Textplatzhalter 10">
            <a:extLst>
              <a:ext uri="{FF2B5EF4-FFF2-40B4-BE49-F238E27FC236}">
                <a16:creationId xmlns:a16="http://schemas.microsoft.com/office/drawing/2014/main" id="{F3F11CE6-C8CF-4ABE-B3B8-C00D74678A9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312311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Bildplatzhalter 6">
            <a:extLst>
              <a:ext uri="{FF2B5EF4-FFF2-40B4-BE49-F238E27FC236}">
                <a16:creationId xmlns:a16="http://schemas.microsoft.com/office/drawing/2014/main" id="{A7347480-9F70-4378-B138-B8B7C593F862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DD6E75C0-962B-4DE7-8D95-4D4F45AB824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7218925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B7BA5-BA69-4D27-95D8-1E4230534015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A3EEDC1-9ABB-471E-855E-52CC8C208FB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18317" y="1631156"/>
            <a:ext cx="11155366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BBD0D2AE-225B-47F4-A359-0020AE80A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451A9BBC-9F96-4260-BC40-C6D3D23D6FB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A13C3F65-DA83-41EB-89FA-4255A4DF2ED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2854430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214218-A20B-41DD-9352-D734DF1511FB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A3EEDC1-9ABB-471E-855E-52CC8C208FB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18317" y="1631156"/>
            <a:ext cx="5469733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BBD0D2AE-225B-47F4-A359-0020AE80A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451A9BBC-9F96-4260-BC40-C6D3D23D6FB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Inhaltsplatzhalter 7">
            <a:extLst>
              <a:ext uri="{FF2B5EF4-FFF2-40B4-BE49-F238E27FC236}">
                <a16:creationId xmlns:a16="http://schemas.microsoft.com/office/drawing/2014/main" id="{33608DEB-69EC-4E8F-A567-9E3EA36C3624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6206330" y="1631156"/>
            <a:ext cx="5469733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6BCD0DB3-1746-4FA4-9BF2-5CC1A0E5F8BB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55777566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| mi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453FD9-414D-4F1D-B463-5B53552BE487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5086500-15A5-49F2-8B64-748C19FDABC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04861" y="1631156"/>
            <a:ext cx="3571200" cy="456962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84BE64F-DBB2-4BF3-ABE7-E92BB978D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9" name="Inhaltsplatzhalter 7">
            <a:extLst>
              <a:ext uri="{FF2B5EF4-FFF2-40B4-BE49-F238E27FC236}">
                <a16:creationId xmlns:a16="http://schemas.microsoft.com/office/drawing/2014/main" id="{0D6633D6-CA56-460E-AA1C-9A4D6A62324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18317" y="1631157"/>
            <a:ext cx="7363752" cy="4569620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7CDDF36A-B7A5-4E95-A5D6-07C5FCED28B4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B3506DC8-BD94-4752-B673-EB18A5638B45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01857921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 | Ro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360FA9B-309D-46AD-8FFB-6B86479D4584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87F00BE4-512D-4F35-B132-4E5C5CF1413D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F1925060-7FCF-4CBC-B0DA-0731E3E98579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Textplatzhalter 9">
            <a:extLst>
              <a:ext uri="{FF2B5EF4-FFF2-40B4-BE49-F238E27FC236}">
                <a16:creationId xmlns:a16="http://schemas.microsoft.com/office/drawing/2014/main" id="{A9FF3927-CA7B-4361-998A-3A60E5D23F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Freihandform: Form 60">
            <a:extLst>
              <a:ext uri="{FF2B5EF4-FFF2-40B4-BE49-F238E27FC236}">
                <a16:creationId xmlns:a16="http://schemas.microsoft.com/office/drawing/2014/main" id="{BC19384B-1D95-4C0D-B3F0-61407A015F56}"/>
              </a:ext>
            </a:extLst>
          </p:cNvPr>
          <p:cNvSpPr>
            <a:spLocks noChangeAspect="1"/>
          </p:cNvSpPr>
          <p:nvPr userDrawn="1"/>
        </p:nvSpPr>
        <p:spPr>
          <a:xfrm>
            <a:off x="10596063" y="299346"/>
            <a:ext cx="1080000" cy="412328"/>
          </a:xfrm>
          <a:custGeom>
            <a:avLst/>
            <a:gdLst>
              <a:gd name="connsiteX0" fmla="*/ 0 w 4797018"/>
              <a:gd name="connsiteY0" fmla="*/ 170736 h 1831428"/>
              <a:gd name="connsiteX1" fmla="*/ 92812 w 4797018"/>
              <a:gd name="connsiteY1" fmla="*/ 77924 h 1831428"/>
              <a:gd name="connsiteX2" fmla="*/ 92812 w 4797018"/>
              <a:gd name="connsiteY2" fmla="*/ 1763373 h 1831428"/>
              <a:gd name="connsiteX3" fmla="*/ 0 w 4797018"/>
              <a:gd name="connsiteY3" fmla="*/ 1763373 h 1831428"/>
              <a:gd name="connsiteX4" fmla="*/ 0 w 4797018"/>
              <a:gd name="connsiteY4" fmla="*/ 170736 h 1831428"/>
              <a:gd name="connsiteX5" fmla="*/ 278425 w 4797018"/>
              <a:gd name="connsiteY5" fmla="*/ 92812 h 1831428"/>
              <a:gd name="connsiteX6" fmla="*/ 1392136 w 4797018"/>
              <a:gd name="connsiteY6" fmla="*/ 92812 h 1831428"/>
              <a:gd name="connsiteX7" fmla="*/ 1392136 w 4797018"/>
              <a:gd name="connsiteY7" fmla="*/ 0 h 1831428"/>
              <a:gd name="connsiteX8" fmla="*/ 185614 w 4797018"/>
              <a:gd name="connsiteY8" fmla="*/ 0 h 1831428"/>
              <a:gd name="connsiteX9" fmla="*/ 185614 w 4797018"/>
              <a:gd name="connsiteY9" fmla="*/ 1113701 h 1831428"/>
              <a:gd name="connsiteX10" fmla="*/ 1210723 w 4797018"/>
              <a:gd name="connsiteY10" fmla="*/ 1113701 h 1831428"/>
              <a:gd name="connsiteX11" fmla="*/ 1210723 w 4797018"/>
              <a:gd name="connsiteY11" fmla="*/ 1020899 h 1831428"/>
              <a:gd name="connsiteX12" fmla="*/ 278425 w 4797018"/>
              <a:gd name="connsiteY12" fmla="*/ 1020899 h 1831428"/>
              <a:gd name="connsiteX13" fmla="*/ 278425 w 4797018"/>
              <a:gd name="connsiteY13" fmla="*/ 92812 h 1831428"/>
              <a:gd name="connsiteX14" fmla="*/ 1350464 w 4797018"/>
              <a:gd name="connsiteY14" fmla="*/ 835285 h 1831428"/>
              <a:gd name="connsiteX15" fmla="*/ 464048 w 4797018"/>
              <a:gd name="connsiteY15" fmla="*/ 835285 h 1831428"/>
              <a:gd name="connsiteX16" fmla="*/ 464048 w 4797018"/>
              <a:gd name="connsiteY16" fmla="*/ 464048 h 1831428"/>
              <a:gd name="connsiteX17" fmla="*/ 1222124 w 4797018"/>
              <a:gd name="connsiteY17" fmla="*/ 464048 h 1831428"/>
              <a:gd name="connsiteX18" fmla="*/ 1314926 w 4797018"/>
              <a:gd name="connsiteY18" fmla="*/ 371237 h 1831428"/>
              <a:gd name="connsiteX19" fmla="*/ 464048 w 4797018"/>
              <a:gd name="connsiteY19" fmla="*/ 371237 h 1831428"/>
              <a:gd name="connsiteX20" fmla="*/ 464048 w 4797018"/>
              <a:gd name="connsiteY20" fmla="*/ 278425 h 1831428"/>
              <a:gd name="connsiteX21" fmla="*/ 1392146 w 4797018"/>
              <a:gd name="connsiteY21" fmla="*/ 278425 h 1831428"/>
              <a:gd name="connsiteX22" fmla="*/ 1392146 w 4797018"/>
              <a:gd name="connsiteY22" fmla="*/ 185614 h 1831428"/>
              <a:gd name="connsiteX23" fmla="*/ 371237 w 4797018"/>
              <a:gd name="connsiteY23" fmla="*/ 185614 h 1831428"/>
              <a:gd name="connsiteX24" fmla="*/ 371237 w 4797018"/>
              <a:gd name="connsiteY24" fmla="*/ 928087 h 1831428"/>
              <a:gd name="connsiteX25" fmla="*/ 1258872 w 4797018"/>
              <a:gd name="connsiteY25" fmla="*/ 928087 h 1831428"/>
              <a:gd name="connsiteX26" fmla="*/ 1350464 w 4797018"/>
              <a:gd name="connsiteY26" fmla="*/ 835285 h 1831428"/>
              <a:gd name="connsiteX27" fmla="*/ 185614 w 4797018"/>
              <a:gd name="connsiteY27" fmla="*/ 1763373 h 1831428"/>
              <a:gd name="connsiteX28" fmla="*/ 278425 w 4797018"/>
              <a:gd name="connsiteY28" fmla="*/ 1763373 h 1831428"/>
              <a:gd name="connsiteX29" fmla="*/ 278425 w 4797018"/>
              <a:gd name="connsiteY29" fmla="*/ 1299324 h 1831428"/>
              <a:gd name="connsiteX30" fmla="*/ 371237 w 4797018"/>
              <a:gd name="connsiteY30" fmla="*/ 1299324 h 1831428"/>
              <a:gd name="connsiteX31" fmla="*/ 371237 w 4797018"/>
              <a:gd name="connsiteY31" fmla="*/ 1685449 h 1831428"/>
              <a:gd name="connsiteX32" fmla="*/ 464039 w 4797018"/>
              <a:gd name="connsiteY32" fmla="*/ 1592647 h 1831428"/>
              <a:gd name="connsiteX33" fmla="*/ 464039 w 4797018"/>
              <a:gd name="connsiteY33" fmla="*/ 1299324 h 1831428"/>
              <a:gd name="connsiteX34" fmla="*/ 1210723 w 4797018"/>
              <a:gd name="connsiteY34" fmla="*/ 1299324 h 1831428"/>
              <a:gd name="connsiteX35" fmla="*/ 1210723 w 4797018"/>
              <a:gd name="connsiteY35" fmla="*/ 1206522 h 1831428"/>
              <a:gd name="connsiteX36" fmla="*/ 185614 w 4797018"/>
              <a:gd name="connsiteY36" fmla="*/ 1206522 h 1831428"/>
              <a:gd name="connsiteX37" fmla="*/ 185614 w 4797018"/>
              <a:gd name="connsiteY37" fmla="*/ 1763373 h 1831428"/>
              <a:gd name="connsiteX38" fmla="*/ 4704207 w 4797018"/>
              <a:gd name="connsiteY38" fmla="*/ 0 h 1831428"/>
              <a:gd name="connsiteX39" fmla="*/ 4704207 w 4797018"/>
              <a:gd name="connsiteY39" fmla="*/ 1067314 h 1831428"/>
              <a:gd name="connsiteX40" fmla="*/ 4334837 w 4797018"/>
              <a:gd name="connsiteY40" fmla="*/ 1692688 h 1831428"/>
              <a:gd name="connsiteX41" fmla="*/ 4332742 w 4797018"/>
              <a:gd name="connsiteY41" fmla="*/ 1689954 h 1831428"/>
              <a:gd name="connsiteX42" fmla="*/ 4611405 w 4797018"/>
              <a:gd name="connsiteY42" fmla="*/ 1158564 h 1831428"/>
              <a:gd name="connsiteX43" fmla="*/ 4611405 w 4797018"/>
              <a:gd name="connsiteY43" fmla="*/ 0 h 1831428"/>
              <a:gd name="connsiteX44" fmla="*/ 4518594 w 4797018"/>
              <a:gd name="connsiteY44" fmla="*/ 0 h 1831428"/>
              <a:gd name="connsiteX45" fmla="*/ 4518594 w 4797018"/>
              <a:gd name="connsiteY45" fmla="*/ 1157021 h 1831428"/>
              <a:gd name="connsiteX46" fmla="*/ 3915337 w 4797018"/>
              <a:gd name="connsiteY46" fmla="*/ 1740170 h 1831428"/>
              <a:gd name="connsiteX47" fmla="*/ 3312081 w 4797018"/>
              <a:gd name="connsiteY47" fmla="*/ 1157021 h 1831428"/>
              <a:gd name="connsiteX48" fmla="*/ 3312081 w 4797018"/>
              <a:gd name="connsiteY48" fmla="*/ 77924 h 1831428"/>
              <a:gd name="connsiteX49" fmla="*/ 3219269 w 4797018"/>
              <a:gd name="connsiteY49" fmla="*/ 170736 h 1831428"/>
              <a:gd name="connsiteX50" fmla="*/ 3219269 w 4797018"/>
              <a:gd name="connsiteY50" fmla="*/ 1158564 h 1831428"/>
              <a:gd name="connsiteX51" fmla="*/ 3915337 w 4797018"/>
              <a:gd name="connsiteY51" fmla="*/ 1831429 h 1831428"/>
              <a:gd name="connsiteX52" fmla="*/ 4008139 w 4797018"/>
              <a:gd name="connsiteY52" fmla="*/ 1831429 h 1831428"/>
              <a:gd name="connsiteX53" fmla="*/ 4797019 w 4797018"/>
              <a:gd name="connsiteY53" fmla="*/ 1068667 h 1831428"/>
              <a:gd name="connsiteX54" fmla="*/ 4797019 w 4797018"/>
              <a:gd name="connsiteY54" fmla="*/ 0 h 1831428"/>
              <a:gd name="connsiteX55" fmla="*/ 4704207 w 4797018"/>
              <a:gd name="connsiteY55" fmla="*/ 0 h 1831428"/>
              <a:gd name="connsiteX56" fmla="*/ 3915328 w 4797018"/>
              <a:gd name="connsiteY56" fmla="*/ 1647358 h 1831428"/>
              <a:gd name="connsiteX57" fmla="*/ 4425773 w 4797018"/>
              <a:gd name="connsiteY57" fmla="*/ 1157021 h 1831428"/>
              <a:gd name="connsiteX58" fmla="*/ 4425782 w 4797018"/>
              <a:gd name="connsiteY58" fmla="*/ 1157021 h 1831428"/>
              <a:gd name="connsiteX59" fmla="*/ 4425782 w 4797018"/>
              <a:gd name="connsiteY59" fmla="*/ 77924 h 1831428"/>
              <a:gd name="connsiteX60" fmla="*/ 4332970 w 4797018"/>
              <a:gd name="connsiteY60" fmla="*/ 170736 h 1831428"/>
              <a:gd name="connsiteX61" fmla="*/ 4332970 w 4797018"/>
              <a:gd name="connsiteY61" fmla="*/ 1067305 h 1831428"/>
              <a:gd name="connsiteX62" fmla="*/ 4008130 w 4797018"/>
              <a:gd name="connsiteY62" fmla="*/ 1368933 h 1831428"/>
              <a:gd name="connsiteX63" fmla="*/ 3683298 w 4797018"/>
              <a:gd name="connsiteY63" fmla="*/ 1067305 h 1831428"/>
              <a:gd name="connsiteX64" fmla="*/ 3683289 w 4797018"/>
              <a:gd name="connsiteY64" fmla="*/ 0 h 1831428"/>
              <a:gd name="connsiteX65" fmla="*/ 3590487 w 4797018"/>
              <a:gd name="connsiteY65" fmla="*/ 0 h 1831428"/>
              <a:gd name="connsiteX66" fmla="*/ 3590487 w 4797018"/>
              <a:gd name="connsiteY66" fmla="*/ 1067305 h 1831428"/>
              <a:gd name="connsiteX67" fmla="*/ 4008130 w 4797018"/>
              <a:gd name="connsiteY67" fmla="*/ 1461745 h 1831428"/>
              <a:gd name="connsiteX68" fmla="*/ 4294699 w 4797018"/>
              <a:gd name="connsiteY68" fmla="*/ 1333129 h 1831428"/>
              <a:gd name="connsiteX69" fmla="*/ 4296785 w 4797018"/>
              <a:gd name="connsiteY69" fmla="*/ 1335862 h 1831428"/>
              <a:gd name="connsiteX70" fmla="*/ 3915328 w 4797018"/>
              <a:gd name="connsiteY70" fmla="*/ 1554556 h 1831428"/>
              <a:gd name="connsiteX71" fmla="*/ 3497742 w 4797018"/>
              <a:gd name="connsiteY71" fmla="*/ 1160116 h 1831428"/>
              <a:gd name="connsiteX72" fmla="*/ 3497685 w 4797018"/>
              <a:gd name="connsiteY72" fmla="*/ 1160116 h 1831428"/>
              <a:gd name="connsiteX73" fmla="*/ 3497685 w 4797018"/>
              <a:gd name="connsiteY73" fmla="*/ 0 h 1831428"/>
              <a:gd name="connsiteX74" fmla="*/ 3404873 w 4797018"/>
              <a:gd name="connsiteY74" fmla="*/ 0 h 1831428"/>
              <a:gd name="connsiteX75" fmla="*/ 3404873 w 4797018"/>
              <a:gd name="connsiteY75" fmla="*/ 1160107 h 1831428"/>
              <a:gd name="connsiteX76" fmla="*/ 3404921 w 4797018"/>
              <a:gd name="connsiteY76" fmla="*/ 1160107 h 1831428"/>
              <a:gd name="connsiteX77" fmla="*/ 3915328 w 4797018"/>
              <a:gd name="connsiteY77" fmla="*/ 1647358 h 1831428"/>
              <a:gd name="connsiteX78" fmla="*/ 1852984 w 4797018"/>
              <a:gd name="connsiteY78" fmla="*/ 1206522 h 1831428"/>
              <a:gd name="connsiteX79" fmla="*/ 1618288 w 4797018"/>
              <a:gd name="connsiteY79" fmla="*/ 1763373 h 1831428"/>
              <a:gd name="connsiteX80" fmla="*/ 1711119 w 4797018"/>
              <a:gd name="connsiteY80" fmla="*/ 1763363 h 1831428"/>
              <a:gd name="connsiteX81" fmla="*/ 1711100 w 4797018"/>
              <a:gd name="connsiteY81" fmla="*/ 1763373 h 1831428"/>
              <a:gd name="connsiteX82" fmla="*/ 1711119 w 4797018"/>
              <a:gd name="connsiteY82" fmla="*/ 1763373 h 1831428"/>
              <a:gd name="connsiteX83" fmla="*/ 1828448 w 4797018"/>
              <a:gd name="connsiteY83" fmla="*/ 1484948 h 1831428"/>
              <a:gd name="connsiteX84" fmla="*/ 2614774 w 4797018"/>
              <a:gd name="connsiteY84" fmla="*/ 1484948 h 1831428"/>
              <a:gd name="connsiteX85" fmla="*/ 2732018 w 4797018"/>
              <a:gd name="connsiteY85" fmla="*/ 1763373 h 1831428"/>
              <a:gd name="connsiteX86" fmla="*/ 2824820 w 4797018"/>
              <a:gd name="connsiteY86" fmla="*/ 1763373 h 1831428"/>
              <a:gd name="connsiteX87" fmla="*/ 2668515 w 4797018"/>
              <a:gd name="connsiteY87" fmla="*/ 1392136 h 1831428"/>
              <a:gd name="connsiteX88" fmla="*/ 1867567 w 4797018"/>
              <a:gd name="connsiteY88" fmla="*/ 1392136 h 1831428"/>
              <a:gd name="connsiteX89" fmla="*/ 1906676 w 4797018"/>
              <a:gd name="connsiteY89" fmla="*/ 1299324 h 1831428"/>
              <a:gd name="connsiteX90" fmla="*/ 2722236 w 4797018"/>
              <a:gd name="connsiteY90" fmla="*/ 1299324 h 1831428"/>
              <a:gd name="connsiteX91" fmla="*/ 2917632 w 4797018"/>
              <a:gd name="connsiteY91" fmla="*/ 1763373 h 1831428"/>
              <a:gd name="connsiteX92" fmla="*/ 3010443 w 4797018"/>
              <a:gd name="connsiteY92" fmla="*/ 1763373 h 1831428"/>
              <a:gd name="connsiteX93" fmla="*/ 2775976 w 4797018"/>
              <a:gd name="connsiteY93" fmla="*/ 1206522 h 1831428"/>
              <a:gd name="connsiteX94" fmla="*/ 1852984 w 4797018"/>
              <a:gd name="connsiteY94" fmla="*/ 1206522 h 1831428"/>
              <a:gd name="connsiteX95" fmla="*/ 1989544 w 4797018"/>
              <a:gd name="connsiteY95" fmla="*/ 0 h 1831428"/>
              <a:gd name="connsiteX96" fmla="*/ 1307459 w 4797018"/>
              <a:gd name="connsiteY96" fmla="*/ 1617898 h 1831428"/>
              <a:gd name="connsiteX97" fmla="*/ 1366533 w 4797018"/>
              <a:gd name="connsiteY97" fmla="*/ 1698098 h 1831428"/>
              <a:gd name="connsiteX98" fmla="*/ 2082356 w 4797018"/>
              <a:gd name="connsiteY98" fmla="*/ 0 h 1831428"/>
              <a:gd name="connsiteX99" fmla="*/ 1989544 w 4797018"/>
              <a:gd name="connsiteY99" fmla="*/ 0 h 1831428"/>
              <a:gd name="connsiteX100" fmla="*/ 2360771 w 4797018"/>
              <a:gd name="connsiteY100" fmla="*/ 0 h 1831428"/>
              <a:gd name="connsiteX101" fmla="*/ 3075708 w 4797018"/>
              <a:gd name="connsiteY101" fmla="*/ 1698098 h 1831428"/>
              <a:gd name="connsiteX102" fmla="*/ 3134639 w 4797018"/>
              <a:gd name="connsiteY102" fmla="*/ 1617898 h 1831428"/>
              <a:gd name="connsiteX103" fmla="*/ 2453592 w 4797018"/>
              <a:gd name="connsiteY103" fmla="*/ 0 h 1831428"/>
              <a:gd name="connsiteX104" fmla="*/ 2360771 w 4797018"/>
              <a:gd name="connsiteY104" fmla="*/ 0 h 1831428"/>
              <a:gd name="connsiteX105" fmla="*/ 1799101 w 4797018"/>
              <a:gd name="connsiteY105" fmla="*/ 1113711 h 1831428"/>
              <a:gd name="connsiteX106" fmla="*/ 1524610 w 4797018"/>
              <a:gd name="connsiteY106" fmla="*/ 1763373 h 1831428"/>
              <a:gd name="connsiteX107" fmla="*/ 1431798 w 4797018"/>
              <a:gd name="connsiteY107" fmla="*/ 1763373 h 1831428"/>
              <a:gd name="connsiteX108" fmla="*/ 2128761 w 4797018"/>
              <a:gd name="connsiteY108" fmla="*/ 110195 h 1831428"/>
              <a:gd name="connsiteX109" fmla="*/ 2512219 w 4797018"/>
              <a:gd name="connsiteY109" fmla="*/ 1020899 h 1831428"/>
              <a:gd name="connsiteX110" fmla="*/ 2605021 w 4797018"/>
              <a:gd name="connsiteY110" fmla="*/ 1020899 h 1831428"/>
              <a:gd name="connsiteX111" fmla="*/ 2175158 w 4797018"/>
              <a:gd name="connsiteY111" fmla="*/ 0 h 1831428"/>
              <a:gd name="connsiteX112" fmla="*/ 2267969 w 4797018"/>
              <a:gd name="connsiteY112" fmla="*/ 0 h 1831428"/>
              <a:gd name="connsiteX113" fmla="*/ 2736895 w 4797018"/>
              <a:gd name="connsiteY113" fmla="*/ 1113701 h 1831428"/>
              <a:gd name="connsiteX114" fmla="*/ 1799101 w 4797018"/>
              <a:gd name="connsiteY114" fmla="*/ 1113701 h 1831428"/>
              <a:gd name="connsiteX115" fmla="*/ 2221802 w 4797018"/>
              <a:gd name="connsiteY115" fmla="*/ 551602 h 1831428"/>
              <a:gd name="connsiteX116" fmla="*/ 2024015 w 4797018"/>
              <a:gd name="connsiteY116" fmla="*/ 1020899 h 1831428"/>
              <a:gd name="connsiteX117" fmla="*/ 2419398 w 4797018"/>
              <a:gd name="connsiteY117" fmla="*/ 1020899 h 1831428"/>
              <a:gd name="connsiteX118" fmla="*/ 2221802 w 4797018"/>
              <a:gd name="connsiteY118" fmla="*/ 551602 h 1831428"/>
              <a:gd name="connsiteX119" fmla="*/ 1838163 w 4797018"/>
              <a:gd name="connsiteY119" fmla="*/ 1020899 h 1831428"/>
              <a:gd name="connsiteX120" fmla="*/ 1931213 w 4797018"/>
              <a:gd name="connsiteY120" fmla="*/ 1020899 h 1831428"/>
              <a:gd name="connsiteX121" fmla="*/ 2175415 w 4797018"/>
              <a:gd name="connsiteY121" fmla="*/ 441436 h 1831428"/>
              <a:gd name="connsiteX122" fmla="*/ 2128942 w 4797018"/>
              <a:gd name="connsiteY122" fmla="*/ 331070 h 1831428"/>
              <a:gd name="connsiteX123" fmla="*/ 1838163 w 4797018"/>
              <a:gd name="connsiteY123" fmla="*/ 1020899 h 1831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4797018" h="183142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93DCB95B-459E-4AC2-8E4B-6C459242A95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3ECEE8D8-DF92-4CFD-A29A-DD98DFA7EC69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E89218EB-083A-44EC-89C4-86451CE1FC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399474D3-E53E-4ABA-9B61-C9BB08A3276B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57879191-3BE6-4B4E-A6B9-7EE964614B47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94484379-E642-433C-B53A-1DEE6A9DD4E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7C54D7A6-C6ED-4572-B49C-338FB11A042A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382F9D16-DA93-44FA-B850-67D0B6AD397D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7201A13C-71DC-4465-B39F-F196A50353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D957CB6E-B09B-4A22-86F0-6C38F81B2E90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38DB7D0C-ACAA-4A6B-8088-624B0BC24502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E8B86ED7-0F29-451E-8C7D-9B396D5E209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ED76FB85-7BBB-4E8D-A853-5FCC744835E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1524020-40DB-450A-AEE5-3E1B459B16B5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539CBAAA-C79F-4BC9-9AF3-18ED0AF9EE7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feld 24">
              <a:extLst>
                <a:ext uri="{FF2B5EF4-FFF2-40B4-BE49-F238E27FC236}">
                  <a16:creationId xmlns:a16="http://schemas.microsoft.com/office/drawing/2014/main" id="{65F01F83-E434-491F-8893-1CE5848F9B6D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9ECB07F-83AC-4A69-A930-C51459FBE5BA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EB6DF347-64CA-4BE1-8952-3E80EBD0082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F82628F6-8442-4626-962B-E947FDA8C0C0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9B4EC5D-DF7B-4D80-86D6-C95B0B60B325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7A230F03-8AA4-4AAE-999A-6E872C727A8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1C36145D-6FFB-4D3A-85D6-2ACFDAE5F5D2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0D1EC147-B041-40BC-BA8D-878A722616DE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4A4E226E-C413-42F0-AA69-108B05313D4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4A93327E-EEC7-45A4-9C35-410D17ECB865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0EC1AF1A-26A7-479B-A176-8997B58ED4D1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80D76042-D322-4CD0-B41A-CE295CEC6835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97EC952-23B6-4728-82B6-3D733107C66E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D8CEDBB7-9662-435E-8F5A-F3EE555D990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24365663-FE3F-47D4-A8D7-729A38C4987D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92EE37E1-8647-4AEB-9AEE-FF0711435F3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C2B4E3D7-0BC3-4BC1-B86B-DD51E9785755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430291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|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0154A-CF1D-42DC-8596-CCB5C2229E21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18B908A7-A1D8-4FB7-9CB4-BDC3E20D2B62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8" name="Textplatzhalter 9">
            <a:extLst>
              <a:ext uri="{FF2B5EF4-FFF2-40B4-BE49-F238E27FC236}">
                <a16:creationId xmlns:a16="http://schemas.microsoft.com/office/drawing/2014/main" id="{A9DBE995-23F2-460C-86CC-60633EED25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0248113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B40A1-1744-46DE-B8EE-2ACD8524DA17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EB25E710-D493-4189-8EF7-00ABE0AB56E5}"/>
              </a:ext>
            </a:extLst>
          </p:cNvPr>
          <p:cNvSpPr/>
          <p:nvPr userDrawn="1"/>
        </p:nvSpPr>
        <p:spPr>
          <a:xfrm>
            <a:off x="518317" y="1631155"/>
            <a:ext cx="11157746" cy="456961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2F509DB-422D-41FB-A02B-822A0A204E4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497190" y="2835964"/>
            <a:ext cx="7200000" cy="2160000"/>
          </a:xfrm>
        </p:spPr>
        <p:txBody>
          <a:bodyPr rIns="0" anchor="ctr" anchorCtr="0">
            <a:normAutofit/>
          </a:bodyPr>
          <a:lstStyle>
            <a:lvl1pPr algn="ctr">
              <a:defRPr sz="2000" i="1"/>
            </a:lvl1pPr>
            <a:lvl2pPr marL="0" indent="0">
              <a:buNone/>
              <a:defRPr/>
            </a:lvl2pPr>
          </a:lstStyle>
          <a:p>
            <a:pPr lvl="0"/>
            <a:r>
              <a:rPr lang="de-DE" dirty="0"/>
              <a:t>„Mastertextformat bearbeiten“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F862885B-685B-4384-B9F0-6266AD0BDA7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C209FD4A-C7D6-4B64-AD6B-63B653F6B000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03548958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chlussfoli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platzhalter 167">
            <a:extLst>
              <a:ext uri="{FF2B5EF4-FFF2-40B4-BE49-F238E27FC236}">
                <a16:creationId xmlns:a16="http://schemas.microsoft.com/office/drawing/2014/main" id="{68AB2348-B91F-4E68-BDE1-60ECCE02B49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1628775"/>
            <a:ext cx="12192000" cy="5229225"/>
          </a:xfrm>
          <a:gradFill>
            <a:gsLst>
              <a:gs pos="50000">
                <a:schemeClr val="accent4">
                  <a:alpha val="50000"/>
                </a:schemeClr>
              </a:gs>
              <a:gs pos="5000">
                <a:schemeClr val="accent4"/>
              </a:gs>
              <a:gs pos="100000">
                <a:schemeClr val="accent4">
                  <a:alpha val="20000"/>
                </a:schemeClr>
              </a:gs>
            </a:gsLst>
            <a:lin ang="5400000" scaled="1"/>
          </a:gradFill>
        </p:spPr>
        <p:txBody>
          <a:bodyPr vert="horz" wrap="square" lIns="540000" tIns="1188000" rIns="0" bIns="0" rtlCol="0" anchor="t" anchorCtr="0">
            <a:noAutofit/>
          </a:bodyPr>
          <a:lstStyle>
            <a:lvl1pPr>
              <a:defRPr lang="de-DE" sz="4000" b="1" dirty="0"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 </a:t>
            </a:r>
          </a:p>
        </p:txBody>
      </p:sp>
      <p:sp>
        <p:nvSpPr>
          <p:cNvPr id="59" name="Bildplatzhalter 60">
            <a:extLst>
              <a:ext uri="{FF2B5EF4-FFF2-40B4-BE49-F238E27FC236}">
                <a16:creationId xmlns:a16="http://schemas.microsoft.com/office/drawing/2014/main" id="{92CE05A2-27DE-4191-8A63-5C7C7ACA37C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628775"/>
            <a:ext cx="12192000" cy="5229226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r>
              <a:rPr lang="de-DE" dirty="0"/>
              <a:t> 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CBD8B083-79E8-44E1-BA43-E993160F02E1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4" name="Textplatzhalter 64">
            <a:extLst>
              <a:ext uri="{FF2B5EF4-FFF2-40B4-BE49-F238E27FC236}">
                <a16:creationId xmlns:a16="http://schemas.microsoft.com/office/drawing/2014/main" id="{94E4DAD8-28C4-496D-803F-AF50BFF89A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8317" y="2647985"/>
            <a:ext cx="11157745" cy="1562031"/>
          </a:xfrm>
        </p:spPr>
        <p:txBody>
          <a:bodyPr vert="horz" wrap="square" lIns="0" tIns="0" rIns="360000" bIns="0" rtlCol="0" anchor="ctr" anchorCtr="0">
            <a:spAutoFit/>
          </a:bodyPr>
          <a:lstStyle>
            <a:lvl1pPr>
              <a:spcAft>
                <a:spcPts val="0"/>
              </a:spcAft>
              <a:defRPr lang="de-DE" sz="4800" b="1" dirty="0" smtClean="0"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Vielen Dank</a:t>
            </a:r>
            <a:br>
              <a:rPr lang="de-DE" dirty="0"/>
            </a:br>
            <a:r>
              <a:rPr lang="de-DE" dirty="0"/>
              <a:t>für Ihre Aufmerksamkeit!</a:t>
            </a:r>
          </a:p>
        </p:txBody>
      </p:sp>
      <p:sp>
        <p:nvSpPr>
          <p:cNvPr id="58" name="Freihandform: Form 57">
            <a:extLst>
              <a:ext uri="{FF2B5EF4-FFF2-40B4-BE49-F238E27FC236}">
                <a16:creationId xmlns:a16="http://schemas.microsoft.com/office/drawing/2014/main" id="{1A7F7BEE-9A4B-44B2-960F-97720F4BC3DA}"/>
              </a:ext>
            </a:extLst>
          </p:cNvPr>
          <p:cNvSpPr/>
          <p:nvPr userDrawn="1"/>
        </p:nvSpPr>
        <p:spPr>
          <a:xfrm>
            <a:off x="10056938" y="300703"/>
            <a:ext cx="1619125" cy="618155"/>
          </a:xfrm>
          <a:custGeom>
            <a:avLst/>
            <a:gdLst>
              <a:gd name="connsiteX0" fmla="*/ 0 w 1456912"/>
              <a:gd name="connsiteY0" fmla="*/ 51854 h 556225"/>
              <a:gd name="connsiteX1" fmla="*/ 28188 w 1456912"/>
              <a:gd name="connsiteY1" fmla="*/ 23666 h 556225"/>
              <a:gd name="connsiteX2" fmla="*/ 28188 w 1456912"/>
              <a:gd name="connsiteY2" fmla="*/ 535557 h 556225"/>
              <a:gd name="connsiteX3" fmla="*/ 0 w 1456912"/>
              <a:gd name="connsiteY3" fmla="*/ 535557 h 556225"/>
              <a:gd name="connsiteX4" fmla="*/ 0 w 1456912"/>
              <a:gd name="connsiteY4" fmla="*/ 51854 h 556225"/>
              <a:gd name="connsiteX5" fmla="*/ 84564 w 1456912"/>
              <a:gd name="connsiteY5" fmla="*/ 28188 h 556225"/>
              <a:gd name="connsiteX6" fmla="*/ 422811 w 1456912"/>
              <a:gd name="connsiteY6" fmla="*/ 28188 h 556225"/>
              <a:gd name="connsiteX7" fmla="*/ 422811 w 1456912"/>
              <a:gd name="connsiteY7" fmla="*/ 0 h 556225"/>
              <a:gd name="connsiteX8" fmla="*/ 56376 w 1456912"/>
              <a:gd name="connsiteY8" fmla="*/ 0 h 556225"/>
              <a:gd name="connsiteX9" fmla="*/ 56376 w 1456912"/>
              <a:gd name="connsiteY9" fmla="*/ 338244 h 556225"/>
              <a:gd name="connsiteX10" fmla="*/ 367711 w 1456912"/>
              <a:gd name="connsiteY10" fmla="*/ 338244 h 556225"/>
              <a:gd name="connsiteX11" fmla="*/ 367711 w 1456912"/>
              <a:gd name="connsiteY11" fmla="*/ 310062 h 556225"/>
              <a:gd name="connsiteX12" fmla="*/ 84564 w 1456912"/>
              <a:gd name="connsiteY12" fmla="*/ 310062 h 556225"/>
              <a:gd name="connsiteX13" fmla="*/ 84564 w 1456912"/>
              <a:gd name="connsiteY13" fmla="*/ 28188 h 556225"/>
              <a:gd name="connsiteX14" fmla="*/ 410152 w 1456912"/>
              <a:gd name="connsiteY14" fmla="*/ 253686 h 556225"/>
              <a:gd name="connsiteX15" fmla="*/ 140937 w 1456912"/>
              <a:gd name="connsiteY15" fmla="*/ 253686 h 556225"/>
              <a:gd name="connsiteX16" fmla="*/ 140937 w 1456912"/>
              <a:gd name="connsiteY16" fmla="*/ 140940 h 556225"/>
              <a:gd name="connsiteX17" fmla="*/ 371171 w 1456912"/>
              <a:gd name="connsiteY17" fmla="*/ 140940 h 556225"/>
              <a:gd name="connsiteX18" fmla="*/ 399359 w 1456912"/>
              <a:gd name="connsiteY18" fmla="*/ 112752 h 556225"/>
              <a:gd name="connsiteX19" fmla="*/ 140937 w 1456912"/>
              <a:gd name="connsiteY19" fmla="*/ 112752 h 556225"/>
              <a:gd name="connsiteX20" fmla="*/ 140937 w 1456912"/>
              <a:gd name="connsiteY20" fmla="*/ 84564 h 556225"/>
              <a:gd name="connsiteX21" fmla="*/ 422811 w 1456912"/>
              <a:gd name="connsiteY21" fmla="*/ 84564 h 556225"/>
              <a:gd name="connsiteX22" fmla="*/ 422811 w 1456912"/>
              <a:gd name="connsiteY22" fmla="*/ 56376 h 556225"/>
              <a:gd name="connsiteX23" fmla="*/ 112749 w 1456912"/>
              <a:gd name="connsiteY23" fmla="*/ 56376 h 556225"/>
              <a:gd name="connsiteX24" fmla="*/ 112749 w 1456912"/>
              <a:gd name="connsiteY24" fmla="*/ 281874 h 556225"/>
              <a:gd name="connsiteX25" fmla="*/ 382334 w 1456912"/>
              <a:gd name="connsiteY25" fmla="*/ 281874 h 556225"/>
              <a:gd name="connsiteX26" fmla="*/ 410152 w 1456912"/>
              <a:gd name="connsiteY26" fmla="*/ 253686 h 556225"/>
              <a:gd name="connsiteX27" fmla="*/ 56376 w 1456912"/>
              <a:gd name="connsiteY27" fmla="*/ 535557 h 556225"/>
              <a:gd name="connsiteX28" fmla="*/ 84564 w 1456912"/>
              <a:gd name="connsiteY28" fmla="*/ 535557 h 556225"/>
              <a:gd name="connsiteX29" fmla="*/ 84564 w 1456912"/>
              <a:gd name="connsiteY29" fmla="*/ 394620 h 556225"/>
              <a:gd name="connsiteX30" fmla="*/ 112752 w 1456912"/>
              <a:gd name="connsiteY30" fmla="*/ 394620 h 556225"/>
              <a:gd name="connsiteX31" fmla="*/ 112752 w 1456912"/>
              <a:gd name="connsiteY31" fmla="*/ 511890 h 556225"/>
              <a:gd name="connsiteX32" fmla="*/ 140940 w 1456912"/>
              <a:gd name="connsiteY32" fmla="*/ 483705 h 556225"/>
              <a:gd name="connsiteX33" fmla="*/ 140940 w 1456912"/>
              <a:gd name="connsiteY33" fmla="*/ 394620 h 556225"/>
              <a:gd name="connsiteX34" fmla="*/ 367714 w 1456912"/>
              <a:gd name="connsiteY34" fmla="*/ 394620 h 556225"/>
              <a:gd name="connsiteX35" fmla="*/ 367714 w 1456912"/>
              <a:gd name="connsiteY35" fmla="*/ 366435 h 556225"/>
              <a:gd name="connsiteX36" fmla="*/ 56376 w 1456912"/>
              <a:gd name="connsiteY36" fmla="*/ 366435 h 556225"/>
              <a:gd name="connsiteX37" fmla="*/ 56376 w 1456912"/>
              <a:gd name="connsiteY37" fmla="*/ 535557 h 556225"/>
              <a:gd name="connsiteX38" fmla="*/ 1428724 w 1456912"/>
              <a:gd name="connsiteY38" fmla="*/ 0 h 556225"/>
              <a:gd name="connsiteX39" fmla="*/ 1428724 w 1456912"/>
              <a:gd name="connsiteY39" fmla="*/ 324156 h 556225"/>
              <a:gd name="connsiteX40" fmla="*/ 1316539 w 1456912"/>
              <a:gd name="connsiteY40" fmla="*/ 514089 h 556225"/>
              <a:gd name="connsiteX41" fmla="*/ 1315903 w 1456912"/>
              <a:gd name="connsiteY41" fmla="*/ 513258 h 556225"/>
              <a:gd name="connsiteX42" fmla="*/ 1400536 w 1456912"/>
              <a:gd name="connsiteY42" fmla="*/ 351869 h 556225"/>
              <a:gd name="connsiteX43" fmla="*/ 1400536 w 1456912"/>
              <a:gd name="connsiteY43" fmla="*/ 3 h 556225"/>
              <a:gd name="connsiteX44" fmla="*/ 1372348 w 1456912"/>
              <a:gd name="connsiteY44" fmla="*/ 3 h 556225"/>
              <a:gd name="connsiteX45" fmla="*/ 1372348 w 1456912"/>
              <a:gd name="connsiteY45" fmla="*/ 351400 h 556225"/>
              <a:gd name="connsiteX46" fmla="*/ 1189132 w 1456912"/>
              <a:gd name="connsiteY46" fmla="*/ 528510 h 556225"/>
              <a:gd name="connsiteX47" fmla="*/ 1005916 w 1456912"/>
              <a:gd name="connsiteY47" fmla="*/ 351400 h 556225"/>
              <a:gd name="connsiteX48" fmla="*/ 1005916 w 1456912"/>
              <a:gd name="connsiteY48" fmla="*/ 23666 h 556225"/>
              <a:gd name="connsiteX49" fmla="*/ 977728 w 1456912"/>
              <a:gd name="connsiteY49" fmla="*/ 51854 h 556225"/>
              <a:gd name="connsiteX50" fmla="*/ 977728 w 1456912"/>
              <a:gd name="connsiteY50" fmla="*/ 351869 h 556225"/>
              <a:gd name="connsiteX51" fmla="*/ 1189132 w 1456912"/>
              <a:gd name="connsiteY51" fmla="*/ 556226 h 556225"/>
              <a:gd name="connsiteX52" fmla="*/ 1217320 w 1456912"/>
              <a:gd name="connsiteY52" fmla="*/ 556226 h 556225"/>
              <a:gd name="connsiteX53" fmla="*/ 1456912 w 1456912"/>
              <a:gd name="connsiteY53" fmla="*/ 324566 h 556225"/>
              <a:gd name="connsiteX54" fmla="*/ 1456912 w 1456912"/>
              <a:gd name="connsiteY54" fmla="*/ 0 h 556225"/>
              <a:gd name="connsiteX55" fmla="*/ 1428724 w 1456912"/>
              <a:gd name="connsiteY55" fmla="*/ 0 h 556225"/>
              <a:gd name="connsiteX56" fmla="*/ 1189132 w 1456912"/>
              <a:gd name="connsiteY56" fmla="*/ 500322 h 556225"/>
              <a:gd name="connsiteX57" fmla="*/ 1344160 w 1456912"/>
              <a:gd name="connsiteY57" fmla="*/ 351400 h 556225"/>
              <a:gd name="connsiteX58" fmla="*/ 1344160 w 1456912"/>
              <a:gd name="connsiteY58" fmla="*/ 351400 h 556225"/>
              <a:gd name="connsiteX59" fmla="*/ 1344160 w 1456912"/>
              <a:gd name="connsiteY59" fmla="*/ 23666 h 556225"/>
              <a:gd name="connsiteX60" fmla="*/ 1315972 w 1456912"/>
              <a:gd name="connsiteY60" fmla="*/ 51854 h 556225"/>
              <a:gd name="connsiteX61" fmla="*/ 1315972 w 1456912"/>
              <a:gd name="connsiteY61" fmla="*/ 324153 h 556225"/>
              <a:gd name="connsiteX62" fmla="*/ 1217317 w 1456912"/>
              <a:gd name="connsiteY62" fmla="*/ 415761 h 556225"/>
              <a:gd name="connsiteX63" fmla="*/ 1118662 w 1456912"/>
              <a:gd name="connsiteY63" fmla="*/ 324153 h 556225"/>
              <a:gd name="connsiteX64" fmla="*/ 1118662 w 1456912"/>
              <a:gd name="connsiteY64" fmla="*/ 3 h 556225"/>
              <a:gd name="connsiteX65" fmla="*/ 1090474 w 1456912"/>
              <a:gd name="connsiteY65" fmla="*/ 3 h 556225"/>
              <a:gd name="connsiteX66" fmla="*/ 1090474 w 1456912"/>
              <a:gd name="connsiteY66" fmla="*/ 324156 h 556225"/>
              <a:gd name="connsiteX67" fmla="*/ 1217317 w 1456912"/>
              <a:gd name="connsiteY67" fmla="*/ 443951 h 556225"/>
              <a:gd name="connsiteX68" fmla="*/ 1304349 w 1456912"/>
              <a:gd name="connsiteY68" fmla="*/ 404889 h 556225"/>
              <a:gd name="connsiteX69" fmla="*/ 1304982 w 1456912"/>
              <a:gd name="connsiteY69" fmla="*/ 405720 h 556225"/>
              <a:gd name="connsiteX70" fmla="*/ 1189129 w 1456912"/>
              <a:gd name="connsiteY70" fmla="*/ 472139 h 556225"/>
              <a:gd name="connsiteX71" fmla="*/ 1062303 w 1456912"/>
              <a:gd name="connsiteY71" fmla="*/ 352344 h 556225"/>
              <a:gd name="connsiteX72" fmla="*/ 1062286 w 1456912"/>
              <a:gd name="connsiteY72" fmla="*/ 352344 h 556225"/>
              <a:gd name="connsiteX73" fmla="*/ 1062286 w 1456912"/>
              <a:gd name="connsiteY73" fmla="*/ 3 h 556225"/>
              <a:gd name="connsiteX74" fmla="*/ 1034098 w 1456912"/>
              <a:gd name="connsiteY74" fmla="*/ 3 h 556225"/>
              <a:gd name="connsiteX75" fmla="*/ 1034098 w 1456912"/>
              <a:gd name="connsiteY75" fmla="*/ 352341 h 556225"/>
              <a:gd name="connsiteX76" fmla="*/ 1034113 w 1456912"/>
              <a:gd name="connsiteY76" fmla="*/ 352341 h 556225"/>
              <a:gd name="connsiteX77" fmla="*/ 1189132 w 1456912"/>
              <a:gd name="connsiteY77" fmla="*/ 500322 h 556225"/>
              <a:gd name="connsiteX78" fmla="*/ 562774 w 1456912"/>
              <a:gd name="connsiteY78" fmla="*/ 366435 h 556225"/>
              <a:gd name="connsiteX79" fmla="*/ 491494 w 1456912"/>
              <a:gd name="connsiteY79" fmla="*/ 535557 h 556225"/>
              <a:gd name="connsiteX80" fmla="*/ 519684 w 1456912"/>
              <a:gd name="connsiteY80" fmla="*/ 535554 h 556225"/>
              <a:gd name="connsiteX81" fmla="*/ 519682 w 1456912"/>
              <a:gd name="connsiteY81" fmla="*/ 535557 h 556225"/>
              <a:gd name="connsiteX82" fmla="*/ 519684 w 1456912"/>
              <a:gd name="connsiteY82" fmla="*/ 535557 h 556225"/>
              <a:gd name="connsiteX83" fmla="*/ 555322 w 1456912"/>
              <a:gd name="connsiteY83" fmla="*/ 450996 h 556225"/>
              <a:gd name="connsiteX84" fmla="*/ 794138 w 1456912"/>
              <a:gd name="connsiteY84" fmla="*/ 450996 h 556225"/>
              <a:gd name="connsiteX85" fmla="*/ 829744 w 1456912"/>
              <a:gd name="connsiteY85" fmla="*/ 535557 h 556225"/>
              <a:gd name="connsiteX86" fmla="*/ 857932 w 1456912"/>
              <a:gd name="connsiteY86" fmla="*/ 535557 h 556225"/>
              <a:gd name="connsiteX87" fmla="*/ 810457 w 1456912"/>
              <a:gd name="connsiteY87" fmla="*/ 422808 h 556225"/>
              <a:gd name="connsiteX88" fmla="*/ 567200 w 1456912"/>
              <a:gd name="connsiteY88" fmla="*/ 422808 h 556225"/>
              <a:gd name="connsiteX89" fmla="*/ 579078 w 1456912"/>
              <a:gd name="connsiteY89" fmla="*/ 394620 h 556225"/>
              <a:gd name="connsiteX90" fmla="*/ 826776 w 1456912"/>
              <a:gd name="connsiteY90" fmla="*/ 394620 h 556225"/>
              <a:gd name="connsiteX91" fmla="*/ 886120 w 1456912"/>
              <a:gd name="connsiteY91" fmla="*/ 535557 h 556225"/>
              <a:gd name="connsiteX92" fmla="*/ 914308 w 1456912"/>
              <a:gd name="connsiteY92" fmla="*/ 535557 h 556225"/>
              <a:gd name="connsiteX93" fmla="*/ 843097 w 1456912"/>
              <a:gd name="connsiteY93" fmla="*/ 366435 h 556225"/>
              <a:gd name="connsiteX94" fmla="*/ 562774 w 1456912"/>
              <a:gd name="connsiteY94" fmla="*/ 366435 h 556225"/>
              <a:gd name="connsiteX95" fmla="*/ 604248 w 1456912"/>
              <a:gd name="connsiteY95" fmla="*/ 0 h 556225"/>
              <a:gd name="connsiteX96" fmla="*/ 397091 w 1456912"/>
              <a:gd name="connsiteY96" fmla="*/ 491374 h 556225"/>
              <a:gd name="connsiteX97" fmla="*/ 415032 w 1456912"/>
              <a:gd name="connsiteY97" fmla="*/ 515732 h 556225"/>
              <a:gd name="connsiteX98" fmla="*/ 632437 w 1456912"/>
              <a:gd name="connsiteY98" fmla="*/ 0 h 556225"/>
              <a:gd name="connsiteX99" fmla="*/ 604248 w 1456912"/>
              <a:gd name="connsiteY99" fmla="*/ 0 h 556225"/>
              <a:gd name="connsiteX100" fmla="*/ 716998 w 1456912"/>
              <a:gd name="connsiteY100" fmla="*/ 3 h 556225"/>
              <a:gd name="connsiteX101" fmla="*/ 934130 w 1456912"/>
              <a:gd name="connsiteY101" fmla="*/ 515735 h 556225"/>
              <a:gd name="connsiteX102" fmla="*/ 952028 w 1456912"/>
              <a:gd name="connsiteY102" fmla="*/ 491377 h 556225"/>
              <a:gd name="connsiteX103" fmla="*/ 745186 w 1456912"/>
              <a:gd name="connsiteY103" fmla="*/ 3 h 556225"/>
              <a:gd name="connsiteX104" fmla="*/ 716998 w 1456912"/>
              <a:gd name="connsiteY104" fmla="*/ 3 h 556225"/>
              <a:gd name="connsiteX105" fmla="*/ 546409 w 1456912"/>
              <a:gd name="connsiteY105" fmla="*/ 338247 h 556225"/>
              <a:gd name="connsiteX106" fmla="*/ 463042 w 1456912"/>
              <a:gd name="connsiteY106" fmla="*/ 535557 h 556225"/>
              <a:gd name="connsiteX107" fmla="*/ 434854 w 1456912"/>
              <a:gd name="connsiteY107" fmla="*/ 535557 h 556225"/>
              <a:gd name="connsiteX108" fmla="*/ 646528 w 1456912"/>
              <a:gd name="connsiteY108" fmla="*/ 33467 h 556225"/>
              <a:gd name="connsiteX109" fmla="*/ 762988 w 1456912"/>
              <a:gd name="connsiteY109" fmla="*/ 310059 h 556225"/>
              <a:gd name="connsiteX110" fmla="*/ 791176 w 1456912"/>
              <a:gd name="connsiteY110" fmla="*/ 310059 h 556225"/>
              <a:gd name="connsiteX111" fmla="*/ 660624 w 1456912"/>
              <a:gd name="connsiteY111" fmla="*/ 3 h 556225"/>
              <a:gd name="connsiteX112" fmla="*/ 688812 w 1456912"/>
              <a:gd name="connsiteY112" fmla="*/ 3 h 556225"/>
              <a:gd name="connsiteX113" fmla="*/ 831231 w 1456912"/>
              <a:gd name="connsiteY113" fmla="*/ 338247 h 556225"/>
              <a:gd name="connsiteX114" fmla="*/ 546409 w 1456912"/>
              <a:gd name="connsiteY114" fmla="*/ 338247 h 556225"/>
              <a:gd name="connsiteX115" fmla="*/ 674788 w 1456912"/>
              <a:gd name="connsiteY115" fmla="*/ 167531 h 556225"/>
              <a:gd name="connsiteX116" fmla="*/ 614721 w 1456912"/>
              <a:gd name="connsiteY116" fmla="*/ 310062 h 556225"/>
              <a:gd name="connsiteX117" fmla="*/ 734800 w 1456912"/>
              <a:gd name="connsiteY117" fmla="*/ 310062 h 556225"/>
              <a:gd name="connsiteX118" fmla="*/ 674788 w 1456912"/>
              <a:gd name="connsiteY118" fmla="*/ 167531 h 556225"/>
              <a:gd name="connsiteX119" fmla="*/ 558275 w 1456912"/>
              <a:gd name="connsiteY119" fmla="*/ 310062 h 556225"/>
              <a:gd name="connsiteX120" fmla="*/ 586535 w 1456912"/>
              <a:gd name="connsiteY120" fmla="*/ 310062 h 556225"/>
              <a:gd name="connsiteX121" fmla="*/ 660703 w 1456912"/>
              <a:gd name="connsiteY121" fmla="*/ 134072 h 556225"/>
              <a:gd name="connsiteX122" fmla="*/ 646588 w 1456912"/>
              <a:gd name="connsiteY122" fmla="*/ 100553 h 556225"/>
              <a:gd name="connsiteX123" fmla="*/ 558275 w 1456912"/>
              <a:gd name="connsiteY123" fmla="*/ 310062 h 55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1456912" h="556225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chemeClr val="tx1"/>
          </a:solidFill>
          <a:ln w="289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0C3B9D07-F821-46AB-95B1-D19222D00FD7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22380010-0050-441D-BA9C-97B58351587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feld 62">
              <a:extLst>
                <a:ext uri="{FF2B5EF4-FFF2-40B4-BE49-F238E27FC236}">
                  <a16:creationId xmlns:a16="http://schemas.microsoft.com/office/drawing/2014/main" id="{C13F555F-C26E-4B21-A77C-6CA7380155F8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705760C0-8935-4141-9AEE-BB96816B3799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6" name="Gerader Verbinder 65">
              <a:extLst>
                <a:ext uri="{FF2B5EF4-FFF2-40B4-BE49-F238E27FC236}">
                  <a16:creationId xmlns:a16="http://schemas.microsoft.com/office/drawing/2014/main" id="{EBE9DAC0-7790-4611-B602-40B3CD18C73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Textfeld 66">
              <a:extLst>
                <a:ext uri="{FF2B5EF4-FFF2-40B4-BE49-F238E27FC236}">
                  <a16:creationId xmlns:a16="http://schemas.microsoft.com/office/drawing/2014/main" id="{1FBE1EE4-3D10-40E7-9F1E-627A51E59C6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B25E0919-4E1B-4A97-A1C2-6AE7D2A59920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9" name="Gerader Verbinder 68">
              <a:extLst>
                <a:ext uri="{FF2B5EF4-FFF2-40B4-BE49-F238E27FC236}">
                  <a16:creationId xmlns:a16="http://schemas.microsoft.com/office/drawing/2014/main" id="{849FBB7D-3378-4F36-B80B-3E0BDCA8343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feld 69">
              <a:extLst>
                <a:ext uri="{FF2B5EF4-FFF2-40B4-BE49-F238E27FC236}">
                  <a16:creationId xmlns:a16="http://schemas.microsoft.com/office/drawing/2014/main" id="{6141066E-6566-420D-B6EB-886DF25CCD1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87A742EA-EC3D-47DE-9C2D-533639983C8D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846719FD-F8B1-447D-8561-7A1E238E8A5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2ABDBC31-5895-4E49-887D-433A43B32DB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74" name="Gruppieren 73">
            <a:extLst>
              <a:ext uri="{FF2B5EF4-FFF2-40B4-BE49-F238E27FC236}">
                <a16:creationId xmlns:a16="http://schemas.microsoft.com/office/drawing/2014/main" id="{AEF4BF1C-C847-48A1-A7BF-3BEE82EF1C59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5" name="Gerader Verbinder 74">
              <a:extLst>
                <a:ext uri="{FF2B5EF4-FFF2-40B4-BE49-F238E27FC236}">
                  <a16:creationId xmlns:a16="http://schemas.microsoft.com/office/drawing/2014/main" id="{1CF60061-B6B2-4FE6-9482-278DFD418BD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73D29742-39CB-41E5-B346-BADC9743E285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7" name="Gruppieren 76">
            <a:extLst>
              <a:ext uri="{FF2B5EF4-FFF2-40B4-BE49-F238E27FC236}">
                <a16:creationId xmlns:a16="http://schemas.microsoft.com/office/drawing/2014/main" id="{D55A5473-7182-4B24-8843-51E2ADF3D492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204A095A-3A24-4259-92A8-4500898AC05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82971EAD-9159-4D12-8726-4FBE6AFA23F0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80" name="Gruppieren 79">
            <a:extLst>
              <a:ext uri="{FF2B5EF4-FFF2-40B4-BE49-F238E27FC236}">
                <a16:creationId xmlns:a16="http://schemas.microsoft.com/office/drawing/2014/main" id="{D1FF9524-93DA-476B-89EA-9E475617F2D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81" name="Gerader Verbinder 80">
              <a:extLst>
                <a:ext uri="{FF2B5EF4-FFF2-40B4-BE49-F238E27FC236}">
                  <a16:creationId xmlns:a16="http://schemas.microsoft.com/office/drawing/2014/main" id="{8DFFD401-DC7D-4F6D-82BF-DC6E357E59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Textfeld 81">
              <a:extLst>
                <a:ext uri="{FF2B5EF4-FFF2-40B4-BE49-F238E27FC236}">
                  <a16:creationId xmlns:a16="http://schemas.microsoft.com/office/drawing/2014/main" id="{36A6CE9C-ECB8-42E6-B61D-3A0F3C4D7A5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20076CAA-CFEC-4359-9762-07ED0661EE26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91EF761B-D6BF-475C-8903-456E1F0576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feld 84">
              <a:extLst>
                <a:ext uri="{FF2B5EF4-FFF2-40B4-BE49-F238E27FC236}">
                  <a16:creationId xmlns:a16="http://schemas.microsoft.com/office/drawing/2014/main" id="{413A99B1-6C23-41A6-A82B-0EC01B779471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16CE4EF7-E819-4747-A9E4-8C86F991481E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7" name="Gerader Verbinder 86">
              <a:extLst>
                <a:ext uri="{FF2B5EF4-FFF2-40B4-BE49-F238E27FC236}">
                  <a16:creationId xmlns:a16="http://schemas.microsoft.com/office/drawing/2014/main" id="{3B78DE36-86EF-463F-A7E5-0CD3043C9F4D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Textfeld 87">
              <a:extLst>
                <a:ext uri="{FF2B5EF4-FFF2-40B4-BE49-F238E27FC236}">
                  <a16:creationId xmlns:a16="http://schemas.microsoft.com/office/drawing/2014/main" id="{EAD15804-28A7-4690-889A-7D8A91A7D478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9" name="Gerader Verbinder 88">
            <a:extLst>
              <a:ext uri="{FF2B5EF4-FFF2-40B4-BE49-F238E27FC236}">
                <a16:creationId xmlns:a16="http://schemas.microsoft.com/office/drawing/2014/main" id="{9023C4F7-97EF-4D2F-9223-1AFEE89D9C6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D5072DFD-BA29-43BB-A0B1-01F593A0242E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91" name="Gerader Verbinder 90">
              <a:extLst>
                <a:ext uri="{FF2B5EF4-FFF2-40B4-BE49-F238E27FC236}">
                  <a16:creationId xmlns:a16="http://schemas.microsoft.com/office/drawing/2014/main" id="{A9C77A6D-E177-4B69-A5A1-6B77E4229F3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feld 91">
              <a:extLst>
                <a:ext uri="{FF2B5EF4-FFF2-40B4-BE49-F238E27FC236}">
                  <a16:creationId xmlns:a16="http://schemas.microsoft.com/office/drawing/2014/main" id="{701274C6-5A42-4082-BC4B-8532BFB4CC40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93" name="Grafik 3">
            <a:extLst>
              <a:ext uri="{FF2B5EF4-FFF2-40B4-BE49-F238E27FC236}">
                <a16:creationId xmlns:a16="http://schemas.microsoft.com/office/drawing/2014/main" id="{33FFE2D6-CE9B-4B10-874C-597FC55BD0EB}"/>
              </a:ext>
            </a:extLst>
          </p:cNvPr>
          <p:cNvGrpSpPr/>
          <p:nvPr userDrawn="1"/>
        </p:nvGrpSpPr>
        <p:grpSpPr>
          <a:xfrm>
            <a:off x="520163" y="293688"/>
            <a:ext cx="2654043" cy="328339"/>
            <a:chOff x="2090737" y="2524124"/>
            <a:chExt cx="7860982" cy="972502"/>
          </a:xfrm>
          <a:solidFill>
            <a:schemeClr val="tx1"/>
          </a:solidFill>
        </p:grpSpPr>
        <p:sp>
          <p:nvSpPr>
            <p:cNvPr id="94" name="Freihandform: Form 93">
              <a:extLst>
                <a:ext uri="{FF2B5EF4-FFF2-40B4-BE49-F238E27FC236}">
                  <a16:creationId xmlns:a16="http://schemas.microsoft.com/office/drawing/2014/main" id="{45C6E753-C535-4A2E-9943-8DF5CC64DF98}"/>
                </a:ext>
              </a:extLst>
            </p:cNvPr>
            <p:cNvSpPr/>
            <p:nvPr/>
          </p:nvSpPr>
          <p:spPr>
            <a:xfrm>
              <a:off x="2090737" y="2545079"/>
              <a:ext cx="231457" cy="369569"/>
            </a:xfrm>
            <a:custGeom>
              <a:avLst/>
              <a:gdLst>
                <a:gd name="connsiteX0" fmla="*/ 231458 w 231457"/>
                <a:gd name="connsiteY0" fmla="*/ 60960 h 369569"/>
                <a:gd name="connsiteX1" fmla="*/ 65723 w 231457"/>
                <a:gd name="connsiteY1" fmla="*/ 60960 h 369569"/>
                <a:gd name="connsiteX2" fmla="*/ 65723 w 231457"/>
                <a:gd name="connsiteY2" fmla="*/ 152400 h 369569"/>
                <a:gd name="connsiteX3" fmla="*/ 189548 w 231457"/>
                <a:gd name="connsiteY3" fmla="*/ 152400 h 369569"/>
                <a:gd name="connsiteX4" fmla="*/ 189548 w 231457"/>
                <a:gd name="connsiteY4" fmla="*/ 212408 h 369569"/>
                <a:gd name="connsiteX5" fmla="*/ 65723 w 231457"/>
                <a:gd name="connsiteY5" fmla="*/ 212408 h 369569"/>
                <a:gd name="connsiteX6" fmla="*/ 65723 w 231457"/>
                <a:gd name="connsiteY6" fmla="*/ 369570 h 369569"/>
                <a:gd name="connsiteX7" fmla="*/ 0 w 231457"/>
                <a:gd name="connsiteY7" fmla="*/ 369570 h 369569"/>
                <a:gd name="connsiteX8" fmla="*/ 0 w 231457"/>
                <a:gd name="connsiteY8" fmla="*/ 0 h 369569"/>
                <a:gd name="connsiteX9" fmla="*/ 231458 w 231457"/>
                <a:gd name="connsiteY9" fmla="*/ 0 h 369569"/>
                <a:gd name="connsiteX10" fmla="*/ 231458 w 231457"/>
                <a:gd name="connsiteY10" fmla="*/ 60960 h 369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1457" h="369569">
                  <a:moveTo>
                    <a:pt x="231458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8" y="152400"/>
                  </a:lnTo>
                  <a:lnTo>
                    <a:pt x="189548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5" name="Freihandform: Form 94">
              <a:extLst>
                <a:ext uri="{FF2B5EF4-FFF2-40B4-BE49-F238E27FC236}">
                  <a16:creationId xmlns:a16="http://schemas.microsoft.com/office/drawing/2014/main" id="{59B46B7F-D212-453C-80BF-A6C40A6C0451}"/>
                </a:ext>
              </a:extLst>
            </p:cNvPr>
            <p:cNvSpPr/>
            <p:nvPr/>
          </p:nvSpPr>
          <p:spPr>
            <a:xfrm>
              <a:off x="2357437" y="2641039"/>
              <a:ext cx="161925" cy="272657"/>
            </a:xfrm>
            <a:custGeom>
              <a:avLst/>
              <a:gdLst>
                <a:gd name="connsiteX0" fmla="*/ 161925 w 161925"/>
                <a:gd name="connsiteY0" fmla="*/ 5005 h 272657"/>
                <a:gd name="connsiteX1" fmla="*/ 152400 w 161925"/>
                <a:gd name="connsiteY1" fmla="*/ 68823 h 272657"/>
                <a:gd name="connsiteX2" fmla="*/ 118110 w 161925"/>
                <a:gd name="connsiteY2" fmla="*/ 60250 h 272657"/>
                <a:gd name="connsiteX3" fmla="*/ 63817 w 161925"/>
                <a:gd name="connsiteY3" fmla="*/ 135498 h 272657"/>
                <a:gd name="connsiteX4" fmla="*/ 63817 w 161925"/>
                <a:gd name="connsiteY4" fmla="*/ 272658 h 272657"/>
                <a:gd name="connsiteX5" fmla="*/ 0 w 161925"/>
                <a:gd name="connsiteY5" fmla="*/ 272658 h 272657"/>
                <a:gd name="connsiteX6" fmla="*/ 0 w 161925"/>
                <a:gd name="connsiteY6" fmla="*/ 5958 h 272657"/>
                <a:gd name="connsiteX7" fmla="*/ 60960 w 161925"/>
                <a:gd name="connsiteY7" fmla="*/ 5958 h 272657"/>
                <a:gd name="connsiteX8" fmla="*/ 60960 w 161925"/>
                <a:gd name="connsiteY8" fmla="*/ 40248 h 272657"/>
                <a:gd name="connsiteX9" fmla="*/ 61913 w 161925"/>
                <a:gd name="connsiteY9" fmla="*/ 40248 h 272657"/>
                <a:gd name="connsiteX10" fmla="*/ 131445 w 161925"/>
                <a:gd name="connsiteY10" fmla="*/ 243 h 272657"/>
                <a:gd name="connsiteX11" fmla="*/ 161925 w 161925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1925" h="272657">
                  <a:moveTo>
                    <a:pt x="161925" y="5005"/>
                  </a:moveTo>
                  <a:lnTo>
                    <a:pt x="152400" y="68823"/>
                  </a:lnTo>
                  <a:cubicBezTo>
                    <a:pt x="142875" y="64060"/>
                    <a:pt x="131445" y="60250"/>
                    <a:pt x="118110" y="60250"/>
                  </a:cubicBezTo>
                  <a:cubicBezTo>
                    <a:pt x="75248" y="60250"/>
                    <a:pt x="63817" y="94540"/>
                    <a:pt x="63817" y="135498"/>
                  </a:cubicBezTo>
                  <a:lnTo>
                    <a:pt x="63817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970" y="-710"/>
                    <a:pt x="152400" y="1195"/>
                    <a:pt x="161925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6" name="Freihandform: Form 95">
              <a:extLst>
                <a:ext uri="{FF2B5EF4-FFF2-40B4-BE49-F238E27FC236}">
                  <a16:creationId xmlns:a16="http://schemas.microsoft.com/office/drawing/2014/main" id="{B78EDB47-2349-4B04-8AC2-36BB12C1C39D}"/>
                </a:ext>
              </a:extLst>
            </p:cNvPr>
            <p:cNvSpPr/>
            <p:nvPr/>
          </p:nvSpPr>
          <p:spPr>
            <a:xfrm>
              <a:off x="2563176" y="2528887"/>
              <a:ext cx="79057" cy="385762"/>
            </a:xfrm>
            <a:custGeom>
              <a:avLst/>
              <a:gdLst>
                <a:gd name="connsiteX0" fmla="*/ 79058 w 79057"/>
                <a:gd name="connsiteY0" fmla="*/ 38100 h 385762"/>
                <a:gd name="connsiteX1" fmla="*/ 39052 w 79057"/>
                <a:gd name="connsiteY1" fmla="*/ 76200 h 385762"/>
                <a:gd name="connsiteX2" fmla="*/ 0 w 79057"/>
                <a:gd name="connsiteY2" fmla="*/ 38100 h 385762"/>
                <a:gd name="connsiteX3" fmla="*/ 39052 w 79057"/>
                <a:gd name="connsiteY3" fmla="*/ 0 h 385762"/>
                <a:gd name="connsiteX4" fmla="*/ 79058 w 79057"/>
                <a:gd name="connsiteY4" fmla="*/ 38100 h 385762"/>
                <a:gd name="connsiteX5" fmla="*/ 70485 w 79057"/>
                <a:gd name="connsiteY5" fmla="*/ 385763 h 385762"/>
                <a:gd name="connsiteX6" fmla="*/ 8573 w 79057"/>
                <a:gd name="connsiteY6" fmla="*/ 385763 h 385762"/>
                <a:gd name="connsiteX7" fmla="*/ 8573 w 79057"/>
                <a:gd name="connsiteY7" fmla="*/ 119063 h 385762"/>
                <a:gd name="connsiteX8" fmla="*/ 70485 w 79057"/>
                <a:gd name="connsiteY8" fmla="*/ 119063 h 385762"/>
                <a:gd name="connsiteX9" fmla="*/ 70485 w 79057"/>
                <a:gd name="connsiteY9" fmla="*/ 385763 h 385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5762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0485" y="385763"/>
                  </a:moveTo>
                  <a:lnTo>
                    <a:pt x="8573" y="385763"/>
                  </a:lnTo>
                  <a:lnTo>
                    <a:pt x="8573" y="119063"/>
                  </a:lnTo>
                  <a:lnTo>
                    <a:pt x="70485" y="119063"/>
                  </a:lnTo>
                  <a:lnTo>
                    <a:pt x="70485" y="385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7" name="Freihandform: Form 96">
              <a:extLst>
                <a:ext uri="{FF2B5EF4-FFF2-40B4-BE49-F238E27FC236}">
                  <a16:creationId xmlns:a16="http://schemas.microsoft.com/office/drawing/2014/main" id="{788D67DB-86D4-4757-BF80-C74C3D598079}"/>
                </a:ext>
              </a:extLst>
            </p:cNvPr>
            <p:cNvSpPr/>
            <p:nvPr/>
          </p:nvSpPr>
          <p:spPr>
            <a:xfrm>
              <a:off x="2699384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3 h 279082"/>
                <a:gd name="connsiteX7" fmla="*/ 198120 w 242887"/>
                <a:gd name="connsiteY7" fmla="*/ 194310 h 279082"/>
                <a:gd name="connsiteX8" fmla="*/ 237173 w 242887"/>
                <a:gd name="connsiteY8" fmla="*/ 235268 h 279082"/>
                <a:gd name="connsiteX9" fmla="*/ 132398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7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8" name="Freihandform: Form 97">
              <a:extLst>
                <a:ext uri="{FF2B5EF4-FFF2-40B4-BE49-F238E27FC236}">
                  <a16:creationId xmlns:a16="http://schemas.microsoft.com/office/drawing/2014/main" id="{0C0EDA80-7B98-43BD-8E81-D5B121FB9706}"/>
                </a:ext>
              </a:extLst>
            </p:cNvPr>
            <p:cNvSpPr/>
            <p:nvPr/>
          </p:nvSpPr>
          <p:spPr>
            <a:xfrm>
              <a:off x="2997516" y="2524124"/>
              <a:ext cx="248602" cy="396239"/>
            </a:xfrm>
            <a:custGeom>
              <a:avLst/>
              <a:gdLst>
                <a:gd name="connsiteX0" fmla="*/ 0 w 248602"/>
                <a:gd name="connsiteY0" fmla="*/ 256223 h 396239"/>
                <a:gd name="connsiteX1" fmla="*/ 108585 w 248602"/>
                <a:gd name="connsiteY1" fmla="*/ 117157 h 396239"/>
                <a:gd name="connsiteX2" fmla="*/ 185738 w 248602"/>
                <a:gd name="connsiteY2" fmla="*/ 153352 h 396239"/>
                <a:gd name="connsiteX3" fmla="*/ 186690 w 248602"/>
                <a:gd name="connsiteY3" fmla="*/ 153352 h 396239"/>
                <a:gd name="connsiteX4" fmla="*/ 186690 w 248602"/>
                <a:gd name="connsiteY4" fmla="*/ 16193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8595 w 248602"/>
                <a:gd name="connsiteY7" fmla="*/ 389573 h 396239"/>
                <a:gd name="connsiteX8" fmla="*/ 188595 w 248602"/>
                <a:gd name="connsiteY8" fmla="*/ 358140 h 396239"/>
                <a:gd name="connsiteX9" fmla="*/ 187642 w 248602"/>
                <a:gd name="connsiteY9" fmla="*/ 358140 h 396239"/>
                <a:gd name="connsiteX10" fmla="*/ 107633 w 248602"/>
                <a:gd name="connsiteY10" fmla="*/ 396240 h 396239"/>
                <a:gd name="connsiteX11" fmla="*/ 0 w 248602"/>
                <a:gd name="connsiteY11" fmla="*/ 256223 h 396239"/>
                <a:gd name="connsiteX12" fmla="*/ 61913 w 248602"/>
                <a:gd name="connsiteY12" fmla="*/ 256223 h 396239"/>
                <a:gd name="connsiteX13" fmla="*/ 123825 w 248602"/>
                <a:gd name="connsiteY13" fmla="*/ 341948 h 396239"/>
                <a:gd name="connsiteX14" fmla="*/ 187642 w 248602"/>
                <a:gd name="connsiteY14" fmla="*/ 306705 h 396239"/>
                <a:gd name="connsiteX15" fmla="*/ 187642 w 248602"/>
                <a:gd name="connsiteY15" fmla="*/ 208598 h 396239"/>
                <a:gd name="connsiteX16" fmla="*/ 123825 w 248602"/>
                <a:gd name="connsiteY16" fmla="*/ 173355 h 396239"/>
                <a:gd name="connsiteX17" fmla="*/ 61913 w 248602"/>
                <a:gd name="connsiteY17" fmla="*/ 256223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6223"/>
                  </a:moveTo>
                  <a:cubicBezTo>
                    <a:pt x="0" y="170498"/>
                    <a:pt x="43815" y="117157"/>
                    <a:pt x="108585" y="117157"/>
                  </a:cubicBezTo>
                  <a:cubicBezTo>
                    <a:pt x="141923" y="117157"/>
                    <a:pt x="168592" y="131445"/>
                    <a:pt x="185738" y="153352"/>
                  </a:cubicBezTo>
                  <a:lnTo>
                    <a:pt x="186690" y="153352"/>
                  </a:lnTo>
                  <a:lnTo>
                    <a:pt x="186690" y="16193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8595" y="389573"/>
                  </a:lnTo>
                  <a:lnTo>
                    <a:pt x="188595" y="358140"/>
                  </a:lnTo>
                  <a:lnTo>
                    <a:pt x="187642" y="358140"/>
                  </a:lnTo>
                  <a:cubicBezTo>
                    <a:pt x="168592" y="381953"/>
                    <a:pt x="140970" y="396240"/>
                    <a:pt x="107633" y="396240"/>
                  </a:cubicBezTo>
                  <a:cubicBezTo>
                    <a:pt x="43815" y="396240"/>
                    <a:pt x="0" y="341948"/>
                    <a:pt x="0" y="256223"/>
                  </a:cubicBezTo>
                  <a:close/>
                  <a:moveTo>
                    <a:pt x="61913" y="256223"/>
                  </a:moveTo>
                  <a:cubicBezTo>
                    <a:pt x="61913" y="310515"/>
                    <a:pt x="84773" y="341948"/>
                    <a:pt x="123825" y="341948"/>
                  </a:cubicBezTo>
                  <a:cubicBezTo>
                    <a:pt x="147638" y="341948"/>
                    <a:pt x="167640" y="330517"/>
                    <a:pt x="187642" y="306705"/>
                  </a:cubicBezTo>
                  <a:lnTo>
                    <a:pt x="187642" y="208598"/>
                  </a:lnTo>
                  <a:cubicBezTo>
                    <a:pt x="169545" y="184785"/>
                    <a:pt x="149542" y="173355"/>
                    <a:pt x="123825" y="173355"/>
                  </a:cubicBezTo>
                  <a:cubicBezTo>
                    <a:pt x="82867" y="173355"/>
                    <a:pt x="61913" y="202883"/>
                    <a:pt x="61913" y="2562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9" name="Freihandform: Form 98">
              <a:extLst>
                <a:ext uri="{FF2B5EF4-FFF2-40B4-BE49-F238E27FC236}">
                  <a16:creationId xmlns:a16="http://schemas.microsoft.com/office/drawing/2014/main" id="{1E69B34B-1A8A-474A-B629-2F93AD545BE8}"/>
                </a:ext>
              </a:extLst>
            </p:cNvPr>
            <p:cNvSpPr/>
            <p:nvPr/>
          </p:nvSpPr>
          <p:spPr>
            <a:xfrm>
              <a:off x="3328987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0" name="Freihandform: Form 99">
              <a:extLst>
                <a:ext uri="{FF2B5EF4-FFF2-40B4-BE49-F238E27FC236}">
                  <a16:creationId xmlns:a16="http://schemas.microsoft.com/office/drawing/2014/main" id="{3A135E7B-66D5-4C03-B51B-A261BFC26522}"/>
                </a:ext>
              </a:extLst>
            </p:cNvPr>
            <p:cNvSpPr/>
            <p:nvPr/>
          </p:nvSpPr>
          <p:spPr>
            <a:xfrm>
              <a:off x="3533774" y="2528887"/>
              <a:ext cx="79057" cy="385762"/>
            </a:xfrm>
            <a:custGeom>
              <a:avLst/>
              <a:gdLst>
                <a:gd name="connsiteX0" fmla="*/ 79058 w 79057"/>
                <a:gd name="connsiteY0" fmla="*/ 38100 h 385762"/>
                <a:gd name="connsiteX1" fmla="*/ 39053 w 79057"/>
                <a:gd name="connsiteY1" fmla="*/ 76200 h 385762"/>
                <a:gd name="connsiteX2" fmla="*/ 0 w 79057"/>
                <a:gd name="connsiteY2" fmla="*/ 38100 h 385762"/>
                <a:gd name="connsiteX3" fmla="*/ 39053 w 79057"/>
                <a:gd name="connsiteY3" fmla="*/ 0 h 385762"/>
                <a:gd name="connsiteX4" fmla="*/ 79058 w 79057"/>
                <a:gd name="connsiteY4" fmla="*/ 38100 h 385762"/>
                <a:gd name="connsiteX5" fmla="*/ 70485 w 79057"/>
                <a:gd name="connsiteY5" fmla="*/ 385763 h 385762"/>
                <a:gd name="connsiteX6" fmla="*/ 8572 w 79057"/>
                <a:gd name="connsiteY6" fmla="*/ 385763 h 385762"/>
                <a:gd name="connsiteX7" fmla="*/ 8572 w 79057"/>
                <a:gd name="connsiteY7" fmla="*/ 119063 h 385762"/>
                <a:gd name="connsiteX8" fmla="*/ 70485 w 79057"/>
                <a:gd name="connsiteY8" fmla="*/ 119063 h 385762"/>
                <a:gd name="connsiteX9" fmla="*/ 70485 w 79057"/>
                <a:gd name="connsiteY9" fmla="*/ 385763 h 385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5762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5763"/>
                  </a:moveTo>
                  <a:lnTo>
                    <a:pt x="8572" y="385763"/>
                  </a:lnTo>
                  <a:lnTo>
                    <a:pt x="8572" y="119063"/>
                  </a:lnTo>
                  <a:lnTo>
                    <a:pt x="70485" y="119063"/>
                  </a:lnTo>
                  <a:lnTo>
                    <a:pt x="70485" y="385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1" name="Freihandform: Form 100">
              <a:extLst>
                <a:ext uri="{FF2B5EF4-FFF2-40B4-BE49-F238E27FC236}">
                  <a16:creationId xmlns:a16="http://schemas.microsoft.com/office/drawing/2014/main" id="{8F3F7707-F1C6-4427-9DB7-FCECE008CB27}"/>
                </a:ext>
              </a:extLst>
            </p:cNvPr>
            <p:cNvSpPr/>
            <p:nvPr/>
          </p:nvSpPr>
          <p:spPr>
            <a:xfrm>
              <a:off x="3671887" y="2640329"/>
              <a:ext cx="224790" cy="280034"/>
            </a:xfrm>
            <a:custGeom>
              <a:avLst/>
              <a:gdLst>
                <a:gd name="connsiteX0" fmla="*/ 222885 w 224790"/>
                <a:gd name="connsiteY0" fmla="*/ 237172 h 280034"/>
                <a:gd name="connsiteX1" fmla="*/ 127635 w 224790"/>
                <a:gd name="connsiteY1" fmla="*/ 280035 h 280034"/>
                <a:gd name="connsiteX2" fmla="*/ 0 w 224790"/>
                <a:gd name="connsiteY2" fmla="*/ 140970 h 280034"/>
                <a:gd name="connsiteX3" fmla="*/ 128588 w 224790"/>
                <a:gd name="connsiteY3" fmla="*/ 0 h 280034"/>
                <a:gd name="connsiteX4" fmla="*/ 224790 w 224790"/>
                <a:gd name="connsiteY4" fmla="*/ 45720 h 280034"/>
                <a:gd name="connsiteX5" fmla="*/ 181928 w 224790"/>
                <a:gd name="connsiteY5" fmla="*/ 86678 h 280034"/>
                <a:gd name="connsiteX6" fmla="*/ 128588 w 224790"/>
                <a:gd name="connsiteY6" fmla="*/ 57150 h 280034"/>
                <a:gd name="connsiteX7" fmla="*/ 62865 w 224790"/>
                <a:gd name="connsiteY7" fmla="*/ 140018 h 280034"/>
                <a:gd name="connsiteX8" fmla="*/ 128588 w 224790"/>
                <a:gd name="connsiteY8" fmla="*/ 222885 h 280034"/>
                <a:gd name="connsiteX9" fmla="*/ 183833 w 224790"/>
                <a:gd name="connsiteY9" fmla="*/ 193358 h 280034"/>
                <a:gd name="connsiteX10" fmla="*/ 222885 w 224790"/>
                <a:gd name="connsiteY10" fmla="*/ 237172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4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2" name="Freihandform: Form 101">
              <a:extLst>
                <a:ext uri="{FF2B5EF4-FFF2-40B4-BE49-F238E27FC236}">
                  <a16:creationId xmlns:a16="http://schemas.microsoft.com/office/drawing/2014/main" id="{E0E438D6-685B-4915-8082-8343DFB814E4}"/>
                </a:ext>
              </a:extLst>
            </p:cNvPr>
            <p:cNvSpPr/>
            <p:nvPr/>
          </p:nvSpPr>
          <p:spPr>
            <a:xfrm>
              <a:off x="3950016" y="2524124"/>
              <a:ext cx="228600" cy="391477"/>
            </a:xfrm>
            <a:custGeom>
              <a:avLst/>
              <a:gdLst>
                <a:gd name="connsiteX0" fmla="*/ 228600 w 228600"/>
                <a:gd name="connsiteY0" fmla="*/ 390525 h 391477"/>
                <a:gd name="connsiteX1" fmla="*/ 166688 w 228600"/>
                <a:gd name="connsiteY1" fmla="*/ 390525 h 391477"/>
                <a:gd name="connsiteX2" fmla="*/ 166688 w 228600"/>
                <a:gd name="connsiteY2" fmla="*/ 238125 h 391477"/>
                <a:gd name="connsiteX3" fmla="*/ 117158 w 228600"/>
                <a:gd name="connsiteY3" fmla="*/ 173355 h 391477"/>
                <a:gd name="connsiteX4" fmla="*/ 61913 w 228600"/>
                <a:gd name="connsiteY4" fmla="*/ 238125 h 391477"/>
                <a:gd name="connsiteX5" fmla="*/ 61913 w 228600"/>
                <a:gd name="connsiteY5" fmla="*/ 391478 h 391477"/>
                <a:gd name="connsiteX6" fmla="*/ 0 w 228600"/>
                <a:gd name="connsiteY6" fmla="*/ 391478 h 391477"/>
                <a:gd name="connsiteX7" fmla="*/ 0 w 228600"/>
                <a:gd name="connsiteY7" fmla="*/ 16193 h 391477"/>
                <a:gd name="connsiteX8" fmla="*/ 61913 w 228600"/>
                <a:gd name="connsiteY8" fmla="*/ 0 h 391477"/>
                <a:gd name="connsiteX9" fmla="*/ 61913 w 228600"/>
                <a:gd name="connsiteY9" fmla="*/ 155258 h 391477"/>
                <a:gd name="connsiteX10" fmla="*/ 62865 w 228600"/>
                <a:gd name="connsiteY10" fmla="*/ 155258 h 391477"/>
                <a:gd name="connsiteX11" fmla="*/ 140970 w 228600"/>
                <a:gd name="connsiteY11" fmla="*/ 116205 h 391477"/>
                <a:gd name="connsiteX12" fmla="*/ 228600 w 228600"/>
                <a:gd name="connsiteY12" fmla="*/ 223838 h 391477"/>
                <a:gd name="connsiteX13" fmla="*/ 228600 w 228600"/>
                <a:gd name="connsiteY13" fmla="*/ 390525 h 391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91477">
                  <a:moveTo>
                    <a:pt x="228600" y="390525"/>
                  </a:moveTo>
                  <a:lnTo>
                    <a:pt x="166688" y="390525"/>
                  </a:lnTo>
                  <a:lnTo>
                    <a:pt x="166688" y="238125"/>
                  </a:lnTo>
                  <a:cubicBezTo>
                    <a:pt x="166688" y="199073"/>
                    <a:pt x="154305" y="173355"/>
                    <a:pt x="117158" y="173355"/>
                  </a:cubicBezTo>
                  <a:cubicBezTo>
                    <a:pt x="74295" y="173355"/>
                    <a:pt x="61913" y="207645"/>
                    <a:pt x="61913" y="238125"/>
                  </a:cubicBezTo>
                  <a:lnTo>
                    <a:pt x="61913" y="391478"/>
                  </a:lnTo>
                  <a:lnTo>
                    <a:pt x="0" y="391478"/>
                  </a:lnTo>
                  <a:lnTo>
                    <a:pt x="0" y="16193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9052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3" name="Freihandform: Form 102">
              <a:extLst>
                <a:ext uri="{FF2B5EF4-FFF2-40B4-BE49-F238E27FC236}">
                  <a16:creationId xmlns:a16="http://schemas.microsoft.com/office/drawing/2014/main" id="{271A1D79-1059-4445-971F-C23FF3062008}"/>
                </a:ext>
              </a:extLst>
            </p:cNvPr>
            <p:cNvSpPr/>
            <p:nvPr/>
          </p:nvSpPr>
          <p:spPr>
            <a:xfrm>
              <a:off x="4251006" y="2721291"/>
              <a:ext cx="130492" cy="59055"/>
            </a:xfrm>
            <a:custGeom>
              <a:avLst/>
              <a:gdLst>
                <a:gd name="connsiteX0" fmla="*/ 130493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3 w 130492"/>
                <a:gd name="connsiteY3" fmla="*/ 0 h 59055"/>
                <a:gd name="connsiteX4" fmla="*/ 130493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4" name="Freihandform: Form 103">
              <a:extLst>
                <a:ext uri="{FF2B5EF4-FFF2-40B4-BE49-F238E27FC236}">
                  <a16:creationId xmlns:a16="http://schemas.microsoft.com/office/drawing/2014/main" id="{01EACC0C-3E37-4DD4-96DF-FDE34BE06CCF}"/>
                </a:ext>
              </a:extLst>
            </p:cNvPr>
            <p:cNvSpPr/>
            <p:nvPr/>
          </p:nvSpPr>
          <p:spPr>
            <a:xfrm>
              <a:off x="4413884" y="2545079"/>
              <a:ext cx="343852" cy="368617"/>
            </a:xfrm>
            <a:custGeom>
              <a:avLst/>
              <a:gdLst>
                <a:gd name="connsiteX0" fmla="*/ 137160 w 343852"/>
                <a:gd name="connsiteY0" fmla="*/ 0 h 368617"/>
                <a:gd name="connsiteX1" fmla="*/ 206693 w 343852"/>
                <a:gd name="connsiteY1" fmla="*/ 0 h 368617"/>
                <a:gd name="connsiteX2" fmla="*/ 343853 w 343852"/>
                <a:gd name="connsiteY2" fmla="*/ 368618 h 368617"/>
                <a:gd name="connsiteX3" fmla="*/ 272415 w 343852"/>
                <a:gd name="connsiteY3" fmla="*/ 368618 h 368617"/>
                <a:gd name="connsiteX4" fmla="*/ 245745 w 343852"/>
                <a:gd name="connsiteY4" fmla="*/ 290512 h 368617"/>
                <a:gd name="connsiteX5" fmla="*/ 96203 w 343852"/>
                <a:gd name="connsiteY5" fmla="*/ 290512 h 368617"/>
                <a:gd name="connsiteX6" fmla="*/ 69533 w 343852"/>
                <a:gd name="connsiteY6" fmla="*/ 368618 h 368617"/>
                <a:gd name="connsiteX7" fmla="*/ 0 w 343852"/>
                <a:gd name="connsiteY7" fmla="*/ 368618 h 368617"/>
                <a:gd name="connsiteX8" fmla="*/ 137160 w 343852"/>
                <a:gd name="connsiteY8" fmla="*/ 0 h 368617"/>
                <a:gd name="connsiteX9" fmla="*/ 116205 w 343852"/>
                <a:gd name="connsiteY9" fmla="*/ 231458 h 368617"/>
                <a:gd name="connsiteX10" fmla="*/ 223838 w 343852"/>
                <a:gd name="connsiteY10" fmla="*/ 231458 h 368617"/>
                <a:gd name="connsiteX11" fmla="*/ 170497 w 343852"/>
                <a:gd name="connsiteY11" fmla="*/ 75247 h 368617"/>
                <a:gd name="connsiteX12" fmla="*/ 169545 w 343852"/>
                <a:gd name="connsiteY12" fmla="*/ 75247 h 368617"/>
                <a:gd name="connsiteX13" fmla="*/ 116205 w 343852"/>
                <a:gd name="connsiteY13" fmla="*/ 231458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3852" h="368617">
                  <a:moveTo>
                    <a:pt x="137160" y="0"/>
                  </a:moveTo>
                  <a:lnTo>
                    <a:pt x="206693" y="0"/>
                  </a:lnTo>
                  <a:lnTo>
                    <a:pt x="343853" y="368618"/>
                  </a:lnTo>
                  <a:lnTo>
                    <a:pt x="272415" y="368618"/>
                  </a:lnTo>
                  <a:lnTo>
                    <a:pt x="245745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7160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7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5" name="Freihandform: Form 104">
              <a:extLst>
                <a:ext uri="{FF2B5EF4-FFF2-40B4-BE49-F238E27FC236}">
                  <a16:creationId xmlns:a16="http://schemas.microsoft.com/office/drawing/2014/main" id="{C68ABD75-A08C-43C2-9215-BB2180C3FA0D}"/>
                </a:ext>
              </a:extLst>
            </p:cNvPr>
            <p:cNvSpPr/>
            <p:nvPr/>
          </p:nvSpPr>
          <p:spPr>
            <a:xfrm>
              <a:off x="4812029" y="2525076"/>
              <a:ext cx="61912" cy="389572"/>
            </a:xfrm>
            <a:custGeom>
              <a:avLst/>
              <a:gdLst>
                <a:gd name="connsiteX0" fmla="*/ 61913 w 61912"/>
                <a:gd name="connsiteY0" fmla="*/ 389573 h 389572"/>
                <a:gd name="connsiteX1" fmla="*/ 0 w 61912"/>
                <a:gd name="connsiteY1" fmla="*/ 389573 h 389572"/>
                <a:gd name="connsiteX2" fmla="*/ 0 w 61912"/>
                <a:gd name="connsiteY2" fmla="*/ 14288 h 389572"/>
                <a:gd name="connsiteX3" fmla="*/ 61913 w 61912"/>
                <a:gd name="connsiteY3" fmla="*/ 0 h 389572"/>
                <a:gd name="connsiteX4" fmla="*/ 61913 w 61912"/>
                <a:gd name="connsiteY4" fmla="*/ 389573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9572">
                  <a:moveTo>
                    <a:pt x="61913" y="389573"/>
                  </a:moveTo>
                  <a:lnTo>
                    <a:pt x="0" y="389573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6" name="Freihandform: Form 105">
              <a:extLst>
                <a:ext uri="{FF2B5EF4-FFF2-40B4-BE49-F238E27FC236}">
                  <a16:creationId xmlns:a16="http://schemas.microsoft.com/office/drawing/2014/main" id="{6EEDFA95-D5AD-4F05-BE43-90D2F1B713D6}"/>
                </a:ext>
              </a:extLst>
            </p:cNvPr>
            <p:cNvSpPr/>
            <p:nvPr/>
          </p:nvSpPr>
          <p:spPr>
            <a:xfrm>
              <a:off x="4941569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3818 w 242887"/>
                <a:gd name="connsiteY5" fmla="*/ 160972 h 279082"/>
                <a:gd name="connsiteX6" fmla="*/ 133350 w 242887"/>
                <a:gd name="connsiteY6" fmla="*/ 225743 h 279082"/>
                <a:gd name="connsiteX7" fmla="*/ 199073 w 242887"/>
                <a:gd name="connsiteY7" fmla="*/ 194310 h 279082"/>
                <a:gd name="connsiteX8" fmla="*/ 238125 w 242887"/>
                <a:gd name="connsiteY8" fmla="*/ 235268 h 279082"/>
                <a:gd name="connsiteX9" fmla="*/ 132398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3818" y="160972"/>
                  </a:lnTo>
                  <a:cubicBezTo>
                    <a:pt x="70485" y="201930"/>
                    <a:pt x="95250" y="225743"/>
                    <a:pt x="133350" y="225743"/>
                  </a:cubicBezTo>
                  <a:cubicBezTo>
                    <a:pt x="158115" y="225743"/>
                    <a:pt x="178118" y="216218"/>
                    <a:pt x="199073" y="194310"/>
                  </a:cubicBezTo>
                  <a:lnTo>
                    <a:pt x="238125" y="235268"/>
                  </a:lnTo>
                  <a:cubicBezTo>
                    <a:pt x="206693" y="264795"/>
                    <a:pt x="172403" y="279083"/>
                    <a:pt x="132398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3" y="74295"/>
                    <a:pt x="159068" y="50482"/>
                    <a:pt x="123825" y="50482"/>
                  </a:cubicBezTo>
                  <a:cubicBezTo>
                    <a:pt x="89535" y="50482"/>
                    <a:pt x="67628" y="74295"/>
                    <a:pt x="61913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7" name="Freihandform: Form 106">
              <a:extLst>
                <a:ext uri="{FF2B5EF4-FFF2-40B4-BE49-F238E27FC236}">
                  <a16:creationId xmlns:a16="http://schemas.microsoft.com/office/drawing/2014/main" id="{5CCE0483-5A60-4EDD-AB5E-C2CDD38042D6}"/>
                </a:ext>
              </a:extLst>
            </p:cNvPr>
            <p:cNvSpPr/>
            <p:nvPr/>
          </p:nvSpPr>
          <p:spPr>
            <a:xfrm>
              <a:off x="5217794" y="2647949"/>
              <a:ext cx="255270" cy="266700"/>
            </a:xfrm>
            <a:custGeom>
              <a:avLst/>
              <a:gdLst>
                <a:gd name="connsiteX0" fmla="*/ 255270 w 255270"/>
                <a:gd name="connsiteY0" fmla="*/ 266700 h 266700"/>
                <a:gd name="connsiteX1" fmla="*/ 183833 w 255270"/>
                <a:gd name="connsiteY1" fmla="*/ 266700 h 266700"/>
                <a:gd name="connsiteX2" fmla="*/ 126683 w 255270"/>
                <a:gd name="connsiteY2" fmla="*/ 174308 h 266700"/>
                <a:gd name="connsiteX3" fmla="*/ 125730 w 255270"/>
                <a:gd name="connsiteY3" fmla="*/ 174308 h 266700"/>
                <a:gd name="connsiteX4" fmla="*/ 70485 w 255270"/>
                <a:gd name="connsiteY4" fmla="*/ 266700 h 266700"/>
                <a:gd name="connsiteX5" fmla="*/ 0 w 255270"/>
                <a:gd name="connsiteY5" fmla="*/ 266700 h 266700"/>
                <a:gd name="connsiteX6" fmla="*/ 91440 w 255270"/>
                <a:gd name="connsiteY6" fmla="*/ 128588 h 266700"/>
                <a:gd name="connsiteX7" fmla="*/ 6668 w 255270"/>
                <a:gd name="connsiteY7" fmla="*/ 0 h 266700"/>
                <a:gd name="connsiteX8" fmla="*/ 77153 w 255270"/>
                <a:gd name="connsiteY8" fmla="*/ 0 h 266700"/>
                <a:gd name="connsiteX9" fmla="*/ 127635 w 255270"/>
                <a:gd name="connsiteY9" fmla="*/ 81915 h 266700"/>
                <a:gd name="connsiteX10" fmla="*/ 128588 w 255270"/>
                <a:gd name="connsiteY10" fmla="*/ 81915 h 266700"/>
                <a:gd name="connsiteX11" fmla="*/ 178118 w 255270"/>
                <a:gd name="connsiteY11" fmla="*/ 0 h 266700"/>
                <a:gd name="connsiteX12" fmla="*/ 247650 w 255270"/>
                <a:gd name="connsiteY12" fmla="*/ 0 h 266700"/>
                <a:gd name="connsiteX13" fmla="*/ 163830 w 255270"/>
                <a:gd name="connsiteY13" fmla="*/ 127635 h 266700"/>
                <a:gd name="connsiteX14" fmla="*/ 255270 w 255270"/>
                <a:gd name="connsiteY14" fmla="*/ 26670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5270" h="266700">
                  <a:moveTo>
                    <a:pt x="255270" y="266700"/>
                  </a:moveTo>
                  <a:lnTo>
                    <a:pt x="183833" y="266700"/>
                  </a:lnTo>
                  <a:lnTo>
                    <a:pt x="126683" y="174308"/>
                  </a:lnTo>
                  <a:lnTo>
                    <a:pt x="125730" y="174308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8" y="0"/>
                  </a:lnTo>
                  <a:lnTo>
                    <a:pt x="77153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8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8" name="Freihandform: Form 107">
              <a:extLst>
                <a:ext uri="{FF2B5EF4-FFF2-40B4-BE49-F238E27FC236}">
                  <a16:creationId xmlns:a16="http://schemas.microsoft.com/office/drawing/2014/main" id="{F3C1D690-F8BA-49E5-B792-13F9CED552A7}"/>
                </a:ext>
              </a:extLst>
            </p:cNvPr>
            <p:cNvSpPr/>
            <p:nvPr/>
          </p:nvSpPr>
          <p:spPr>
            <a:xfrm>
              <a:off x="5506402" y="2641281"/>
              <a:ext cx="225742" cy="279082"/>
            </a:xfrm>
            <a:custGeom>
              <a:avLst/>
              <a:gdLst>
                <a:gd name="connsiteX0" fmla="*/ 114300 w 225742"/>
                <a:gd name="connsiteY0" fmla="*/ 107632 h 279082"/>
                <a:gd name="connsiteX1" fmla="*/ 164782 w 225742"/>
                <a:gd name="connsiteY1" fmla="*/ 113347 h 279082"/>
                <a:gd name="connsiteX2" fmla="*/ 164782 w 225742"/>
                <a:gd name="connsiteY2" fmla="*/ 103822 h 279082"/>
                <a:gd name="connsiteX3" fmla="*/ 105728 w 225742"/>
                <a:gd name="connsiteY3" fmla="*/ 52388 h 279082"/>
                <a:gd name="connsiteX4" fmla="*/ 38100 w 225742"/>
                <a:gd name="connsiteY4" fmla="*/ 67628 h 279082"/>
                <a:gd name="connsiteX5" fmla="*/ 24765 w 225742"/>
                <a:gd name="connsiteY5" fmla="*/ 15240 h 279082"/>
                <a:gd name="connsiteX6" fmla="*/ 112395 w 225742"/>
                <a:gd name="connsiteY6" fmla="*/ 0 h 279082"/>
                <a:gd name="connsiteX7" fmla="*/ 225742 w 225742"/>
                <a:gd name="connsiteY7" fmla="*/ 102870 h 279082"/>
                <a:gd name="connsiteX8" fmla="*/ 225742 w 225742"/>
                <a:gd name="connsiteY8" fmla="*/ 273368 h 279082"/>
                <a:gd name="connsiteX9" fmla="*/ 166688 w 225742"/>
                <a:gd name="connsiteY9" fmla="*/ 273368 h 279082"/>
                <a:gd name="connsiteX10" fmla="*/ 166688 w 225742"/>
                <a:gd name="connsiteY10" fmla="*/ 244793 h 279082"/>
                <a:gd name="connsiteX11" fmla="*/ 165735 w 225742"/>
                <a:gd name="connsiteY11" fmla="*/ 244793 h 279082"/>
                <a:gd name="connsiteX12" fmla="*/ 87630 w 225742"/>
                <a:gd name="connsiteY12" fmla="*/ 279083 h 279082"/>
                <a:gd name="connsiteX13" fmla="*/ 0 w 225742"/>
                <a:gd name="connsiteY13" fmla="*/ 194310 h 279082"/>
                <a:gd name="connsiteX14" fmla="*/ 114300 w 225742"/>
                <a:gd name="connsiteY14" fmla="*/ 107632 h 279082"/>
                <a:gd name="connsiteX15" fmla="*/ 103822 w 225742"/>
                <a:gd name="connsiteY15" fmla="*/ 232410 h 279082"/>
                <a:gd name="connsiteX16" fmla="*/ 164782 w 225742"/>
                <a:gd name="connsiteY16" fmla="*/ 200025 h 279082"/>
                <a:gd name="connsiteX17" fmla="*/ 164782 w 225742"/>
                <a:gd name="connsiteY17" fmla="*/ 154305 h 279082"/>
                <a:gd name="connsiteX18" fmla="*/ 120967 w 225742"/>
                <a:gd name="connsiteY18" fmla="*/ 149543 h 279082"/>
                <a:gd name="connsiteX19" fmla="*/ 59055 w 225742"/>
                <a:gd name="connsiteY19" fmla="*/ 193358 h 279082"/>
                <a:gd name="connsiteX20" fmla="*/ 103822 w 225742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42" h="279082">
                  <a:moveTo>
                    <a:pt x="114300" y="107632"/>
                  </a:moveTo>
                  <a:cubicBezTo>
                    <a:pt x="131445" y="107632"/>
                    <a:pt x="147638" y="108585"/>
                    <a:pt x="164782" y="113347"/>
                  </a:cubicBezTo>
                  <a:lnTo>
                    <a:pt x="164782" y="103822"/>
                  </a:lnTo>
                  <a:cubicBezTo>
                    <a:pt x="164782" y="69532"/>
                    <a:pt x="144780" y="52388"/>
                    <a:pt x="105728" y="52388"/>
                  </a:cubicBezTo>
                  <a:cubicBezTo>
                    <a:pt x="83820" y="52388"/>
                    <a:pt x="60007" y="57150"/>
                    <a:pt x="38100" y="67628"/>
                  </a:cubicBezTo>
                  <a:lnTo>
                    <a:pt x="24765" y="15240"/>
                  </a:lnTo>
                  <a:cubicBezTo>
                    <a:pt x="49530" y="5715"/>
                    <a:pt x="81915" y="0"/>
                    <a:pt x="112395" y="0"/>
                  </a:cubicBezTo>
                  <a:cubicBezTo>
                    <a:pt x="187642" y="0"/>
                    <a:pt x="225742" y="35243"/>
                    <a:pt x="225742" y="102870"/>
                  </a:cubicBezTo>
                  <a:lnTo>
                    <a:pt x="225742" y="273368"/>
                  </a:lnTo>
                  <a:lnTo>
                    <a:pt x="166688" y="273368"/>
                  </a:lnTo>
                  <a:lnTo>
                    <a:pt x="166688" y="244793"/>
                  </a:lnTo>
                  <a:lnTo>
                    <a:pt x="165735" y="244793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2"/>
                    <a:pt x="114300" y="107632"/>
                  </a:cubicBezTo>
                  <a:close/>
                  <a:moveTo>
                    <a:pt x="103822" y="232410"/>
                  </a:moveTo>
                  <a:cubicBezTo>
                    <a:pt x="126682" y="232410"/>
                    <a:pt x="147638" y="220980"/>
                    <a:pt x="164782" y="200025"/>
                  </a:cubicBezTo>
                  <a:lnTo>
                    <a:pt x="164782" y="154305"/>
                  </a:lnTo>
                  <a:cubicBezTo>
                    <a:pt x="150495" y="150495"/>
                    <a:pt x="135255" y="149543"/>
                    <a:pt x="120967" y="149543"/>
                  </a:cubicBezTo>
                  <a:cubicBezTo>
                    <a:pt x="81915" y="149543"/>
                    <a:pt x="59055" y="164783"/>
                    <a:pt x="59055" y="193358"/>
                  </a:cubicBezTo>
                  <a:cubicBezTo>
                    <a:pt x="59055" y="217170"/>
                    <a:pt x="76200" y="232410"/>
                    <a:pt x="103822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9" name="Freihandform: Form 108">
              <a:extLst>
                <a:ext uri="{FF2B5EF4-FFF2-40B4-BE49-F238E27FC236}">
                  <a16:creationId xmlns:a16="http://schemas.microsoft.com/office/drawing/2014/main" id="{6B91162B-2F3A-41BD-ACE0-954CC778D4BC}"/>
                </a:ext>
              </a:extLst>
            </p:cNvPr>
            <p:cNvSpPr/>
            <p:nvPr/>
          </p:nvSpPr>
          <p:spPr>
            <a:xfrm>
              <a:off x="5812154" y="2642234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7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2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0" name="Freihandform: Form 109">
              <a:extLst>
                <a:ext uri="{FF2B5EF4-FFF2-40B4-BE49-F238E27FC236}">
                  <a16:creationId xmlns:a16="http://schemas.microsoft.com/office/drawing/2014/main" id="{E6A40520-E7F9-4A9B-BE6D-04EEC2395DC7}"/>
                </a:ext>
              </a:extLst>
            </p:cNvPr>
            <p:cNvSpPr/>
            <p:nvPr/>
          </p:nvSpPr>
          <p:spPr>
            <a:xfrm>
              <a:off x="6106477" y="2524124"/>
              <a:ext cx="248602" cy="396239"/>
            </a:xfrm>
            <a:custGeom>
              <a:avLst/>
              <a:gdLst>
                <a:gd name="connsiteX0" fmla="*/ 0 w 248602"/>
                <a:gd name="connsiteY0" fmla="*/ 256223 h 396239"/>
                <a:gd name="connsiteX1" fmla="*/ 108585 w 248602"/>
                <a:gd name="connsiteY1" fmla="*/ 117157 h 396239"/>
                <a:gd name="connsiteX2" fmla="*/ 185738 w 248602"/>
                <a:gd name="connsiteY2" fmla="*/ 153352 h 396239"/>
                <a:gd name="connsiteX3" fmla="*/ 186690 w 248602"/>
                <a:gd name="connsiteY3" fmla="*/ 153352 h 396239"/>
                <a:gd name="connsiteX4" fmla="*/ 186690 w 248602"/>
                <a:gd name="connsiteY4" fmla="*/ 16193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2 w 248602"/>
                <a:gd name="connsiteY7" fmla="*/ 389573 h 396239"/>
                <a:gd name="connsiteX8" fmla="*/ 187642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6223 h 396239"/>
                <a:gd name="connsiteX12" fmla="*/ 61913 w 248602"/>
                <a:gd name="connsiteY12" fmla="*/ 256223 h 396239"/>
                <a:gd name="connsiteX13" fmla="*/ 123825 w 248602"/>
                <a:gd name="connsiteY13" fmla="*/ 341948 h 396239"/>
                <a:gd name="connsiteX14" fmla="*/ 187642 w 248602"/>
                <a:gd name="connsiteY14" fmla="*/ 306705 h 396239"/>
                <a:gd name="connsiteX15" fmla="*/ 187642 w 248602"/>
                <a:gd name="connsiteY15" fmla="*/ 208598 h 396239"/>
                <a:gd name="connsiteX16" fmla="*/ 123825 w 248602"/>
                <a:gd name="connsiteY16" fmla="*/ 173355 h 396239"/>
                <a:gd name="connsiteX17" fmla="*/ 61913 w 248602"/>
                <a:gd name="connsiteY17" fmla="*/ 256223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6223"/>
                  </a:moveTo>
                  <a:cubicBezTo>
                    <a:pt x="0" y="170498"/>
                    <a:pt x="43815" y="117157"/>
                    <a:pt x="108585" y="117157"/>
                  </a:cubicBezTo>
                  <a:cubicBezTo>
                    <a:pt x="141922" y="117157"/>
                    <a:pt x="168592" y="131445"/>
                    <a:pt x="185738" y="153352"/>
                  </a:cubicBezTo>
                  <a:lnTo>
                    <a:pt x="186690" y="153352"/>
                  </a:lnTo>
                  <a:lnTo>
                    <a:pt x="186690" y="16193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6240"/>
                    <a:pt x="0" y="341948"/>
                    <a:pt x="0" y="256223"/>
                  </a:cubicBezTo>
                  <a:close/>
                  <a:moveTo>
                    <a:pt x="61913" y="256223"/>
                  </a:moveTo>
                  <a:cubicBezTo>
                    <a:pt x="61913" y="310515"/>
                    <a:pt x="84772" y="341948"/>
                    <a:pt x="123825" y="341948"/>
                  </a:cubicBezTo>
                  <a:cubicBezTo>
                    <a:pt x="147638" y="341948"/>
                    <a:pt x="167640" y="330517"/>
                    <a:pt x="187642" y="306705"/>
                  </a:cubicBezTo>
                  <a:lnTo>
                    <a:pt x="187642" y="208598"/>
                  </a:lnTo>
                  <a:cubicBezTo>
                    <a:pt x="169545" y="184785"/>
                    <a:pt x="149542" y="173355"/>
                    <a:pt x="123825" y="173355"/>
                  </a:cubicBezTo>
                  <a:cubicBezTo>
                    <a:pt x="83820" y="173355"/>
                    <a:pt x="61913" y="202883"/>
                    <a:pt x="61913" y="2562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1" name="Freihandform: Form 110">
              <a:extLst>
                <a:ext uri="{FF2B5EF4-FFF2-40B4-BE49-F238E27FC236}">
                  <a16:creationId xmlns:a16="http://schemas.microsoft.com/office/drawing/2014/main" id="{1D9A6941-C7A1-4174-91A6-625A9538394A}"/>
                </a:ext>
              </a:extLst>
            </p:cNvPr>
            <p:cNvSpPr/>
            <p:nvPr/>
          </p:nvSpPr>
          <p:spPr>
            <a:xfrm>
              <a:off x="642365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3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8" y="50482"/>
                    <a:pt x="123825" y="50482"/>
                  </a:cubicBezTo>
                  <a:cubicBezTo>
                    <a:pt x="89535" y="50482"/>
                    <a:pt x="67628" y="74295"/>
                    <a:pt x="61913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2" name="Freihandform: Form 111">
              <a:extLst>
                <a:ext uri="{FF2B5EF4-FFF2-40B4-BE49-F238E27FC236}">
                  <a16:creationId xmlns:a16="http://schemas.microsoft.com/office/drawing/2014/main" id="{13BB7DD4-25B1-4A81-A0B6-81701809DC89}"/>
                </a:ext>
              </a:extLst>
            </p:cNvPr>
            <p:cNvSpPr/>
            <p:nvPr/>
          </p:nvSpPr>
          <p:spPr>
            <a:xfrm>
              <a:off x="6737031" y="2641039"/>
              <a:ext cx="160019" cy="272657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39065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3" name="Freihandform: Form 112">
              <a:extLst>
                <a:ext uri="{FF2B5EF4-FFF2-40B4-BE49-F238E27FC236}">
                  <a16:creationId xmlns:a16="http://schemas.microsoft.com/office/drawing/2014/main" id="{EA8CAE56-4EA6-426A-8FEC-7FCF1CDA5ECE}"/>
                </a:ext>
              </a:extLst>
            </p:cNvPr>
            <p:cNvSpPr/>
            <p:nvPr/>
          </p:nvSpPr>
          <p:spPr>
            <a:xfrm>
              <a:off x="6936104" y="2721291"/>
              <a:ext cx="130492" cy="59055"/>
            </a:xfrm>
            <a:custGeom>
              <a:avLst/>
              <a:gdLst>
                <a:gd name="connsiteX0" fmla="*/ 130493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3 w 130492"/>
                <a:gd name="connsiteY3" fmla="*/ 0 h 59055"/>
                <a:gd name="connsiteX4" fmla="*/ 130493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2" name="Freihandform: Form 161">
              <a:extLst>
                <a:ext uri="{FF2B5EF4-FFF2-40B4-BE49-F238E27FC236}">
                  <a16:creationId xmlns:a16="http://schemas.microsoft.com/office/drawing/2014/main" id="{9A847FBD-8DCF-41F4-9430-6C2133DF9073}"/>
                </a:ext>
              </a:extLst>
            </p:cNvPr>
            <p:cNvSpPr/>
            <p:nvPr/>
          </p:nvSpPr>
          <p:spPr>
            <a:xfrm>
              <a:off x="7145654" y="2545079"/>
              <a:ext cx="288607" cy="375284"/>
            </a:xfrm>
            <a:custGeom>
              <a:avLst/>
              <a:gdLst>
                <a:gd name="connsiteX0" fmla="*/ 288607 w 288607"/>
                <a:gd name="connsiteY0" fmla="*/ 222885 h 375284"/>
                <a:gd name="connsiteX1" fmla="*/ 143827 w 288607"/>
                <a:gd name="connsiteY1" fmla="*/ 375285 h 375284"/>
                <a:gd name="connsiteX2" fmla="*/ 0 w 288607"/>
                <a:gd name="connsiteY2" fmla="*/ 222885 h 375284"/>
                <a:gd name="connsiteX3" fmla="*/ 0 w 288607"/>
                <a:gd name="connsiteY3" fmla="*/ 0 h 375284"/>
                <a:gd name="connsiteX4" fmla="*/ 66675 w 288607"/>
                <a:gd name="connsiteY4" fmla="*/ 0 h 375284"/>
                <a:gd name="connsiteX5" fmla="*/ 66675 w 288607"/>
                <a:gd name="connsiteY5" fmla="*/ 219075 h 375284"/>
                <a:gd name="connsiteX6" fmla="*/ 144780 w 288607"/>
                <a:gd name="connsiteY6" fmla="*/ 312420 h 375284"/>
                <a:gd name="connsiteX7" fmla="*/ 220980 w 288607"/>
                <a:gd name="connsiteY7" fmla="*/ 219075 h 375284"/>
                <a:gd name="connsiteX8" fmla="*/ 220980 w 288607"/>
                <a:gd name="connsiteY8" fmla="*/ 0 h 375284"/>
                <a:gd name="connsiteX9" fmla="*/ 287655 w 288607"/>
                <a:gd name="connsiteY9" fmla="*/ 0 h 375284"/>
                <a:gd name="connsiteX10" fmla="*/ 287655 w 288607"/>
                <a:gd name="connsiteY10" fmla="*/ 222885 h 375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88607" h="375284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2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3" name="Freihandform: Form 162">
              <a:extLst>
                <a:ext uri="{FF2B5EF4-FFF2-40B4-BE49-F238E27FC236}">
                  <a16:creationId xmlns:a16="http://schemas.microsoft.com/office/drawing/2014/main" id="{8DA86AD3-2130-4893-98F8-724C5E2B88BD}"/>
                </a:ext>
              </a:extLst>
            </p:cNvPr>
            <p:cNvSpPr/>
            <p:nvPr/>
          </p:nvSpPr>
          <p:spPr>
            <a:xfrm>
              <a:off x="7517129" y="2642234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7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4" name="Freihandform: Form 163">
              <a:extLst>
                <a:ext uri="{FF2B5EF4-FFF2-40B4-BE49-F238E27FC236}">
                  <a16:creationId xmlns:a16="http://schemas.microsoft.com/office/drawing/2014/main" id="{87C5D211-1714-4F68-BAA8-0CCF90B4A092}"/>
                </a:ext>
              </a:extLst>
            </p:cNvPr>
            <p:cNvSpPr/>
            <p:nvPr/>
          </p:nvSpPr>
          <p:spPr>
            <a:xfrm>
              <a:off x="7816214" y="2528887"/>
              <a:ext cx="79057" cy="385762"/>
            </a:xfrm>
            <a:custGeom>
              <a:avLst/>
              <a:gdLst>
                <a:gd name="connsiteX0" fmla="*/ 79058 w 79057"/>
                <a:gd name="connsiteY0" fmla="*/ 38100 h 385762"/>
                <a:gd name="connsiteX1" fmla="*/ 39053 w 79057"/>
                <a:gd name="connsiteY1" fmla="*/ 76200 h 385762"/>
                <a:gd name="connsiteX2" fmla="*/ 0 w 79057"/>
                <a:gd name="connsiteY2" fmla="*/ 38100 h 385762"/>
                <a:gd name="connsiteX3" fmla="*/ 39053 w 79057"/>
                <a:gd name="connsiteY3" fmla="*/ 0 h 385762"/>
                <a:gd name="connsiteX4" fmla="*/ 79058 w 79057"/>
                <a:gd name="connsiteY4" fmla="*/ 38100 h 385762"/>
                <a:gd name="connsiteX5" fmla="*/ 70485 w 79057"/>
                <a:gd name="connsiteY5" fmla="*/ 385763 h 385762"/>
                <a:gd name="connsiteX6" fmla="*/ 8573 w 79057"/>
                <a:gd name="connsiteY6" fmla="*/ 385763 h 385762"/>
                <a:gd name="connsiteX7" fmla="*/ 8573 w 79057"/>
                <a:gd name="connsiteY7" fmla="*/ 119063 h 385762"/>
                <a:gd name="connsiteX8" fmla="*/ 70485 w 79057"/>
                <a:gd name="connsiteY8" fmla="*/ 119063 h 385762"/>
                <a:gd name="connsiteX9" fmla="*/ 70485 w 79057"/>
                <a:gd name="connsiteY9" fmla="*/ 385763 h 385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5762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5763"/>
                  </a:moveTo>
                  <a:lnTo>
                    <a:pt x="8573" y="385763"/>
                  </a:lnTo>
                  <a:lnTo>
                    <a:pt x="8573" y="119063"/>
                  </a:lnTo>
                  <a:lnTo>
                    <a:pt x="70485" y="119063"/>
                  </a:lnTo>
                  <a:lnTo>
                    <a:pt x="70485" y="385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5" name="Freihandform: Form 164">
              <a:extLst>
                <a:ext uri="{FF2B5EF4-FFF2-40B4-BE49-F238E27FC236}">
                  <a16:creationId xmlns:a16="http://schemas.microsoft.com/office/drawing/2014/main" id="{13A4EEEB-1931-44F7-8DD0-70CCA93FE56F}"/>
                </a:ext>
              </a:extLst>
            </p:cNvPr>
            <p:cNvSpPr/>
            <p:nvPr/>
          </p:nvSpPr>
          <p:spPr>
            <a:xfrm>
              <a:off x="7940039" y="2647949"/>
              <a:ext cx="259080" cy="266700"/>
            </a:xfrm>
            <a:custGeom>
              <a:avLst/>
              <a:gdLst>
                <a:gd name="connsiteX0" fmla="*/ 259080 w 259080"/>
                <a:gd name="connsiteY0" fmla="*/ 0 h 266700"/>
                <a:gd name="connsiteX1" fmla="*/ 161925 w 259080"/>
                <a:gd name="connsiteY1" fmla="*/ 266700 h 266700"/>
                <a:gd name="connsiteX2" fmla="*/ 97155 w 259080"/>
                <a:gd name="connsiteY2" fmla="*/ 266700 h 266700"/>
                <a:gd name="connsiteX3" fmla="*/ 0 w 259080"/>
                <a:gd name="connsiteY3" fmla="*/ 0 h 266700"/>
                <a:gd name="connsiteX4" fmla="*/ 68580 w 259080"/>
                <a:gd name="connsiteY4" fmla="*/ 0 h 266700"/>
                <a:gd name="connsiteX5" fmla="*/ 129540 w 259080"/>
                <a:gd name="connsiteY5" fmla="*/ 193358 h 266700"/>
                <a:gd name="connsiteX6" fmla="*/ 130493 w 259080"/>
                <a:gd name="connsiteY6" fmla="*/ 193358 h 266700"/>
                <a:gd name="connsiteX7" fmla="*/ 191453 w 259080"/>
                <a:gd name="connsiteY7" fmla="*/ 0 h 266700"/>
                <a:gd name="connsiteX8" fmla="*/ 259080 w 259080"/>
                <a:gd name="connsiteY8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9080" h="266700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3" y="193358"/>
                  </a:lnTo>
                  <a:lnTo>
                    <a:pt x="191453" y="0"/>
                  </a:lnTo>
                  <a:lnTo>
                    <a:pt x="25908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6" name="Freihandform: Form 165">
              <a:extLst>
                <a:ext uri="{FF2B5EF4-FFF2-40B4-BE49-F238E27FC236}">
                  <a16:creationId xmlns:a16="http://schemas.microsoft.com/office/drawing/2014/main" id="{B58062EE-0C6E-4E08-9366-930B1EC5A423}"/>
                </a:ext>
              </a:extLst>
            </p:cNvPr>
            <p:cNvSpPr/>
            <p:nvPr/>
          </p:nvSpPr>
          <p:spPr>
            <a:xfrm>
              <a:off x="8227694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3818 w 242887"/>
                <a:gd name="connsiteY5" fmla="*/ 160972 h 279082"/>
                <a:gd name="connsiteX6" fmla="*/ 133350 w 242887"/>
                <a:gd name="connsiteY6" fmla="*/ 225743 h 279082"/>
                <a:gd name="connsiteX7" fmla="*/ 199073 w 242887"/>
                <a:gd name="connsiteY7" fmla="*/ 194310 h 279082"/>
                <a:gd name="connsiteX8" fmla="*/ 238125 w 242887"/>
                <a:gd name="connsiteY8" fmla="*/ 235268 h 279082"/>
                <a:gd name="connsiteX9" fmla="*/ 132398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3818" y="160972"/>
                  </a:lnTo>
                  <a:cubicBezTo>
                    <a:pt x="70485" y="201930"/>
                    <a:pt x="95250" y="225743"/>
                    <a:pt x="133350" y="225743"/>
                  </a:cubicBezTo>
                  <a:cubicBezTo>
                    <a:pt x="158115" y="225743"/>
                    <a:pt x="178118" y="216218"/>
                    <a:pt x="199073" y="194310"/>
                  </a:cubicBezTo>
                  <a:lnTo>
                    <a:pt x="238125" y="235268"/>
                  </a:lnTo>
                  <a:cubicBezTo>
                    <a:pt x="206693" y="264795"/>
                    <a:pt x="172403" y="279083"/>
                    <a:pt x="132398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3" y="74295"/>
                    <a:pt x="159068" y="50482"/>
                    <a:pt x="123825" y="50482"/>
                  </a:cubicBezTo>
                  <a:cubicBezTo>
                    <a:pt x="89535" y="50482"/>
                    <a:pt x="67628" y="74295"/>
                    <a:pt x="61913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7" name="Freihandform: Form 166">
              <a:extLst>
                <a:ext uri="{FF2B5EF4-FFF2-40B4-BE49-F238E27FC236}">
                  <a16:creationId xmlns:a16="http://schemas.microsoft.com/office/drawing/2014/main" id="{CB8B1DBD-8A03-40BE-A043-3E75F48DC906}"/>
                </a:ext>
              </a:extLst>
            </p:cNvPr>
            <p:cNvSpPr/>
            <p:nvPr/>
          </p:nvSpPr>
          <p:spPr>
            <a:xfrm>
              <a:off x="8539162" y="2641039"/>
              <a:ext cx="161925" cy="272657"/>
            </a:xfrm>
            <a:custGeom>
              <a:avLst/>
              <a:gdLst>
                <a:gd name="connsiteX0" fmla="*/ 161925 w 161925"/>
                <a:gd name="connsiteY0" fmla="*/ 5005 h 272657"/>
                <a:gd name="connsiteX1" fmla="*/ 152400 w 161925"/>
                <a:gd name="connsiteY1" fmla="*/ 68823 h 272657"/>
                <a:gd name="connsiteX2" fmla="*/ 118110 w 161925"/>
                <a:gd name="connsiteY2" fmla="*/ 60250 h 272657"/>
                <a:gd name="connsiteX3" fmla="*/ 63818 w 161925"/>
                <a:gd name="connsiteY3" fmla="*/ 135498 h 272657"/>
                <a:gd name="connsiteX4" fmla="*/ 63818 w 161925"/>
                <a:gd name="connsiteY4" fmla="*/ 272658 h 272657"/>
                <a:gd name="connsiteX5" fmla="*/ 0 w 161925"/>
                <a:gd name="connsiteY5" fmla="*/ 272658 h 272657"/>
                <a:gd name="connsiteX6" fmla="*/ 0 w 161925"/>
                <a:gd name="connsiteY6" fmla="*/ 5958 h 272657"/>
                <a:gd name="connsiteX7" fmla="*/ 60960 w 161925"/>
                <a:gd name="connsiteY7" fmla="*/ 5958 h 272657"/>
                <a:gd name="connsiteX8" fmla="*/ 60960 w 161925"/>
                <a:gd name="connsiteY8" fmla="*/ 40248 h 272657"/>
                <a:gd name="connsiteX9" fmla="*/ 61913 w 161925"/>
                <a:gd name="connsiteY9" fmla="*/ 40248 h 272657"/>
                <a:gd name="connsiteX10" fmla="*/ 131445 w 161925"/>
                <a:gd name="connsiteY10" fmla="*/ 243 h 272657"/>
                <a:gd name="connsiteX11" fmla="*/ 161925 w 161925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1925" h="272657">
                  <a:moveTo>
                    <a:pt x="161925" y="5005"/>
                  </a:moveTo>
                  <a:lnTo>
                    <a:pt x="152400" y="68823"/>
                  </a:lnTo>
                  <a:cubicBezTo>
                    <a:pt x="142875" y="64060"/>
                    <a:pt x="131445" y="60250"/>
                    <a:pt x="118110" y="60250"/>
                  </a:cubicBezTo>
                  <a:cubicBezTo>
                    <a:pt x="75248" y="60250"/>
                    <a:pt x="63818" y="94540"/>
                    <a:pt x="63818" y="135498"/>
                  </a:cubicBezTo>
                  <a:lnTo>
                    <a:pt x="63818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970" y="-710"/>
                    <a:pt x="152400" y="1195"/>
                    <a:pt x="161925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8" name="Freihandform: Form 167">
              <a:extLst>
                <a:ext uri="{FF2B5EF4-FFF2-40B4-BE49-F238E27FC236}">
                  <a16:creationId xmlns:a16="http://schemas.microsoft.com/office/drawing/2014/main" id="{5FAE65FD-02E0-4069-93FF-B6E34C2509A9}"/>
                </a:ext>
              </a:extLst>
            </p:cNvPr>
            <p:cNvSpPr/>
            <p:nvPr/>
          </p:nvSpPr>
          <p:spPr>
            <a:xfrm>
              <a:off x="8729662" y="2640329"/>
              <a:ext cx="205739" cy="280034"/>
            </a:xfrm>
            <a:custGeom>
              <a:avLst/>
              <a:gdLst>
                <a:gd name="connsiteX0" fmla="*/ 29527 w 205739"/>
                <a:gd name="connsiteY0" fmla="*/ 198120 h 280034"/>
                <a:gd name="connsiteX1" fmla="*/ 104775 w 205739"/>
                <a:gd name="connsiteY1" fmla="*/ 227647 h 280034"/>
                <a:gd name="connsiteX2" fmla="*/ 143827 w 205739"/>
                <a:gd name="connsiteY2" fmla="*/ 200978 h 280034"/>
                <a:gd name="connsiteX3" fmla="*/ 10477 w 205739"/>
                <a:gd name="connsiteY3" fmla="*/ 82868 h 280034"/>
                <a:gd name="connsiteX4" fmla="*/ 111443 w 205739"/>
                <a:gd name="connsiteY4" fmla="*/ 0 h 280034"/>
                <a:gd name="connsiteX5" fmla="*/ 203835 w 205739"/>
                <a:gd name="connsiteY5" fmla="*/ 27622 h 280034"/>
                <a:gd name="connsiteX6" fmla="*/ 174307 w 205739"/>
                <a:gd name="connsiteY6" fmla="*/ 76200 h 280034"/>
                <a:gd name="connsiteX7" fmla="*/ 110490 w 205739"/>
                <a:gd name="connsiteY7" fmla="*/ 52387 h 280034"/>
                <a:gd name="connsiteX8" fmla="*/ 72390 w 205739"/>
                <a:gd name="connsiteY8" fmla="*/ 77153 h 280034"/>
                <a:gd name="connsiteX9" fmla="*/ 205740 w 205739"/>
                <a:gd name="connsiteY9" fmla="*/ 195262 h 280034"/>
                <a:gd name="connsiteX10" fmla="*/ 102870 w 205739"/>
                <a:gd name="connsiteY10" fmla="*/ 280035 h 280034"/>
                <a:gd name="connsiteX11" fmla="*/ 0 w 205739"/>
                <a:gd name="connsiteY11" fmla="*/ 247650 h 280034"/>
                <a:gd name="connsiteX12" fmla="*/ 29527 w 205739"/>
                <a:gd name="connsiteY12" fmla="*/ 198120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4">
                  <a:moveTo>
                    <a:pt x="29527" y="198120"/>
                  </a:moveTo>
                  <a:cubicBezTo>
                    <a:pt x="56198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3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8" y="60007"/>
                    <a:pt x="130493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9" name="Freihandform: Form 168">
              <a:extLst>
                <a:ext uri="{FF2B5EF4-FFF2-40B4-BE49-F238E27FC236}">
                  <a16:creationId xmlns:a16="http://schemas.microsoft.com/office/drawing/2014/main" id="{DBB5CC19-A116-4318-9947-CEF7AD437127}"/>
                </a:ext>
              </a:extLst>
            </p:cNvPr>
            <p:cNvSpPr/>
            <p:nvPr/>
          </p:nvSpPr>
          <p:spPr>
            <a:xfrm>
              <a:off x="8993504" y="2528887"/>
              <a:ext cx="79057" cy="385762"/>
            </a:xfrm>
            <a:custGeom>
              <a:avLst/>
              <a:gdLst>
                <a:gd name="connsiteX0" fmla="*/ 79057 w 79057"/>
                <a:gd name="connsiteY0" fmla="*/ 38100 h 385762"/>
                <a:gd name="connsiteX1" fmla="*/ 39052 w 79057"/>
                <a:gd name="connsiteY1" fmla="*/ 76200 h 385762"/>
                <a:gd name="connsiteX2" fmla="*/ 0 w 79057"/>
                <a:gd name="connsiteY2" fmla="*/ 38100 h 385762"/>
                <a:gd name="connsiteX3" fmla="*/ 39052 w 79057"/>
                <a:gd name="connsiteY3" fmla="*/ 0 h 385762"/>
                <a:gd name="connsiteX4" fmla="*/ 79057 w 79057"/>
                <a:gd name="connsiteY4" fmla="*/ 38100 h 385762"/>
                <a:gd name="connsiteX5" fmla="*/ 70485 w 79057"/>
                <a:gd name="connsiteY5" fmla="*/ 385763 h 385762"/>
                <a:gd name="connsiteX6" fmla="*/ 8572 w 79057"/>
                <a:gd name="connsiteY6" fmla="*/ 385763 h 385762"/>
                <a:gd name="connsiteX7" fmla="*/ 8572 w 79057"/>
                <a:gd name="connsiteY7" fmla="*/ 119063 h 385762"/>
                <a:gd name="connsiteX8" fmla="*/ 70485 w 79057"/>
                <a:gd name="connsiteY8" fmla="*/ 119063 h 385762"/>
                <a:gd name="connsiteX9" fmla="*/ 70485 w 79057"/>
                <a:gd name="connsiteY9" fmla="*/ 385763 h 385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5762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5763"/>
                  </a:moveTo>
                  <a:lnTo>
                    <a:pt x="8572" y="385763"/>
                  </a:lnTo>
                  <a:lnTo>
                    <a:pt x="8572" y="119063"/>
                  </a:lnTo>
                  <a:lnTo>
                    <a:pt x="70485" y="119063"/>
                  </a:lnTo>
                  <a:lnTo>
                    <a:pt x="70485" y="385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0" name="Freihandform: Form 169">
              <a:extLst>
                <a:ext uri="{FF2B5EF4-FFF2-40B4-BE49-F238E27FC236}">
                  <a16:creationId xmlns:a16="http://schemas.microsoft.com/office/drawing/2014/main" id="{C5C58F9F-B4C2-412E-8BE7-E2E312D955E1}"/>
                </a:ext>
              </a:extLst>
            </p:cNvPr>
            <p:cNvSpPr/>
            <p:nvPr/>
          </p:nvSpPr>
          <p:spPr>
            <a:xfrm>
              <a:off x="9117329" y="2562224"/>
              <a:ext cx="165734" cy="358139"/>
            </a:xfrm>
            <a:custGeom>
              <a:avLst/>
              <a:gdLst>
                <a:gd name="connsiteX0" fmla="*/ 165735 w 165734"/>
                <a:gd name="connsiteY0" fmla="*/ 295275 h 358139"/>
                <a:gd name="connsiteX1" fmla="*/ 165735 w 165734"/>
                <a:gd name="connsiteY1" fmla="*/ 348615 h 358139"/>
                <a:gd name="connsiteX2" fmla="*/ 113347 w 165734"/>
                <a:gd name="connsiteY2" fmla="*/ 358140 h 358139"/>
                <a:gd name="connsiteX3" fmla="*/ 40957 w 165734"/>
                <a:gd name="connsiteY3" fmla="*/ 282892 h 358139"/>
                <a:gd name="connsiteX4" fmla="*/ 40957 w 165734"/>
                <a:gd name="connsiteY4" fmla="*/ 137160 h 358139"/>
                <a:gd name="connsiteX5" fmla="*/ 0 w 165734"/>
                <a:gd name="connsiteY5" fmla="*/ 137160 h 358139"/>
                <a:gd name="connsiteX6" fmla="*/ 0 w 165734"/>
                <a:gd name="connsiteY6" fmla="*/ 85725 h 358139"/>
                <a:gd name="connsiteX7" fmla="*/ 40005 w 165734"/>
                <a:gd name="connsiteY7" fmla="*/ 85725 h 358139"/>
                <a:gd name="connsiteX8" fmla="*/ 40005 w 165734"/>
                <a:gd name="connsiteY8" fmla="*/ 13335 h 358139"/>
                <a:gd name="connsiteX9" fmla="*/ 101918 w 165734"/>
                <a:gd name="connsiteY9" fmla="*/ 0 h 358139"/>
                <a:gd name="connsiteX10" fmla="*/ 101918 w 165734"/>
                <a:gd name="connsiteY10" fmla="*/ 86677 h 358139"/>
                <a:gd name="connsiteX11" fmla="*/ 165735 w 165734"/>
                <a:gd name="connsiteY11" fmla="*/ 86677 h 358139"/>
                <a:gd name="connsiteX12" fmla="*/ 165735 w 165734"/>
                <a:gd name="connsiteY12" fmla="*/ 138113 h 358139"/>
                <a:gd name="connsiteX13" fmla="*/ 101918 w 165734"/>
                <a:gd name="connsiteY13" fmla="*/ 138113 h 358139"/>
                <a:gd name="connsiteX14" fmla="*/ 101918 w 165734"/>
                <a:gd name="connsiteY14" fmla="*/ 269558 h 358139"/>
                <a:gd name="connsiteX15" fmla="*/ 130493 w 165734"/>
                <a:gd name="connsiteY15" fmla="*/ 304800 h 358139"/>
                <a:gd name="connsiteX16" fmla="*/ 165735 w 165734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1" name="Freihandform: Form 170">
              <a:extLst>
                <a:ext uri="{FF2B5EF4-FFF2-40B4-BE49-F238E27FC236}">
                  <a16:creationId xmlns:a16="http://schemas.microsoft.com/office/drawing/2014/main" id="{9D489816-B6E9-495C-BE5C-702D18922C49}"/>
                </a:ext>
              </a:extLst>
            </p:cNvPr>
            <p:cNvSpPr/>
            <p:nvPr/>
          </p:nvSpPr>
          <p:spPr>
            <a:xfrm>
              <a:off x="9331642" y="2533649"/>
              <a:ext cx="225742" cy="386714"/>
            </a:xfrm>
            <a:custGeom>
              <a:avLst/>
              <a:gdLst>
                <a:gd name="connsiteX0" fmla="*/ 114300 w 225742"/>
                <a:gd name="connsiteY0" fmla="*/ 215265 h 386714"/>
                <a:gd name="connsiteX1" fmla="*/ 164782 w 225742"/>
                <a:gd name="connsiteY1" fmla="*/ 220980 h 386714"/>
                <a:gd name="connsiteX2" fmla="*/ 164782 w 225742"/>
                <a:gd name="connsiteY2" fmla="*/ 211455 h 386714"/>
                <a:gd name="connsiteX3" fmla="*/ 105727 w 225742"/>
                <a:gd name="connsiteY3" fmla="*/ 160020 h 386714"/>
                <a:gd name="connsiteX4" fmla="*/ 38100 w 225742"/>
                <a:gd name="connsiteY4" fmla="*/ 175260 h 386714"/>
                <a:gd name="connsiteX5" fmla="*/ 24765 w 225742"/>
                <a:gd name="connsiteY5" fmla="*/ 122873 h 386714"/>
                <a:gd name="connsiteX6" fmla="*/ 112395 w 225742"/>
                <a:gd name="connsiteY6" fmla="*/ 107632 h 386714"/>
                <a:gd name="connsiteX7" fmla="*/ 225743 w 225742"/>
                <a:gd name="connsiteY7" fmla="*/ 210502 h 386714"/>
                <a:gd name="connsiteX8" fmla="*/ 225743 w 225742"/>
                <a:gd name="connsiteY8" fmla="*/ 381000 h 386714"/>
                <a:gd name="connsiteX9" fmla="*/ 166688 w 225742"/>
                <a:gd name="connsiteY9" fmla="*/ 381000 h 386714"/>
                <a:gd name="connsiteX10" fmla="*/ 166688 w 225742"/>
                <a:gd name="connsiteY10" fmla="*/ 352425 h 386714"/>
                <a:gd name="connsiteX11" fmla="*/ 165735 w 225742"/>
                <a:gd name="connsiteY11" fmla="*/ 352425 h 386714"/>
                <a:gd name="connsiteX12" fmla="*/ 87630 w 225742"/>
                <a:gd name="connsiteY12" fmla="*/ 386715 h 386714"/>
                <a:gd name="connsiteX13" fmla="*/ 0 w 225742"/>
                <a:gd name="connsiteY13" fmla="*/ 301942 h 386714"/>
                <a:gd name="connsiteX14" fmla="*/ 114300 w 225742"/>
                <a:gd name="connsiteY14" fmla="*/ 215265 h 386714"/>
                <a:gd name="connsiteX15" fmla="*/ 63818 w 225742"/>
                <a:gd name="connsiteY15" fmla="*/ 72390 h 386714"/>
                <a:gd name="connsiteX16" fmla="*/ 26670 w 225742"/>
                <a:gd name="connsiteY16" fmla="*/ 36195 h 386714"/>
                <a:gd name="connsiteX17" fmla="*/ 63818 w 225742"/>
                <a:gd name="connsiteY17" fmla="*/ 0 h 386714"/>
                <a:gd name="connsiteX18" fmla="*/ 100965 w 225742"/>
                <a:gd name="connsiteY18" fmla="*/ 36195 h 386714"/>
                <a:gd name="connsiteX19" fmla="*/ 63818 w 225742"/>
                <a:gd name="connsiteY19" fmla="*/ 72390 h 386714"/>
                <a:gd name="connsiteX20" fmla="*/ 104775 w 225742"/>
                <a:gd name="connsiteY20" fmla="*/ 340042 h 386714"/>
                <a:gd name="connsiteX21" fmla="*/ 165735 w 225742"/>
                <a:gd name="connsiteY21" fmla="*/ 307658 h 386714"/>
                <a:gd name="connsiteX22" fmla="*/ 165735 w 225742"/>
                <a:gd name="connsiteY22" fmla="*/ 261938 h 386714"/>
                <a:gd name="connsiteX23" fmla="*/ 121920 w 225742"/>
                <a:gd name="connsiteY23" fmla="*/ 257175 h 386714"/>
                <a:gd name="connsiteX24" fmla="*/ 60007 w 225742"/>
                <a:gd name="connsiteY24" fmla="*/ 300990 h 386714"/>
                <a:gd name="connsiteX25" fmla="*/ 104775 w 225742"/>
                <a:gd name="connsiteY25" fmla="*/ 340042 h 386714"/>
                <a:gd name="connsiteX26" fmla="*/ 173355 w 225742"/>
                <a:gd name="connsiteY26" fmla="*/ 72390 h 386714"/>
                <a:gd name="connsiteX27" fmla="*/ 136207 w 225742"/>
                <a:gd name="connsiteY27" fmla="*/ 36195 h 386714"/>
                <a:gd name="connsiteX28" fmla="*/ 173355 w 225742"/>
                <a:gd name="connsiteY28" fmla="*/ 0 h 386714"/>
                <a:gd name="connsiteX29" fmla="*/ 210502 w 225742"/>
                <a:gd name="connsiteY29" fmla="*/ 36195 h 386714"/>
                <a:gd name="connsiteX30" fmla="*/ 173355 w 225742"/>
                <a:gd name="connsiteY30" fmla="*/ 72390 h 386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4">
                  <a:moveTo>
                    <a:pt x="114300" y="215265"/>
                  </a:moveTo>
                  <a:cubicBezTo>
                    <a:pt x="131445" y="215265"/>
                    <a:pt x="147638" y="216217"/>
                    <a:pt x="164782" y="220980"/>
                  </a:cubicBezTo>
                  <a:lnTo>
                    <a:pt x="164782" y="211455"/>
                  </a:lnTo>
                  <a:cubicBezTo>
                    <a:pt x="164782" y="177165"/>
                    <a:pt x="144780" y="160020"/>
                    <a:pt x="105727" y="160020"/>
                  </a:cubicBezTo>
                  <a:cubicBezTo>
                    <a:pt x="83820" y="160020"/>
                    <a:pt x="60007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4775" y="340042"/>
                  </a:moveTo>
                  <a:cubicBezTo>
                    <a:pt x="127635" y="340042"/>
                    <a:pt x="148590" y="328613"/>
                    <a:pt x="165735" y="307658"/>
                  </a:cubicBezTo>
                  <a:lnTo>
                    <a:pt x="165735" y="261938"/>
                  </a:lnTo>
                  <a:cubicBezTo>
                    <a:pt x="151447" y="258127"/>
                    <a:pt x="136207" y="257175"/>
                    <a:pt x="121920" y="257175"/>
                  </a:cubicBezTo>
                  <a:cubicBezTo>
                    <a:pt x="82868" y="257175"/>
                    <a:pt x="60007" y="272415"/>
                    <a:pt x="60007" y="300990"/>
                  </a:cubicBezTo>
                  <a:cubicBezTo>
                    <a:pt x="60007" y="324803"/>
                    <a:pt x="77152" y="340042"/>
                    <a:pt x="104775" y="340042"/>
                  </a:cubicBezTo>
                  <a:close/>
                  <a:moveTo>
                    <a:pt x="173355" y="72390"/>
                  </a:moveTo>
                  <a:cubicBezTo>
                    <a:pt x="153352" y="72390"/>
                    <a:pt x="136207" y="55245"/>
                    <a:pt x="136207" y="36195"/>
                  </a:cubicBezTo>
                  <a:cubicBezTo>
                    <a:pt x="136207" y="17145"/>
                    <a:pt x="153352" y="0"/>
                    <a:pt x="173355" y="0"/>
                  </a:cubicBezTo>
                  <a:cubicBezTo>
                    <a:pt x="193357" y="0"/>
                    <a:pt x="210502" y="17145"/>
                    <a:pt x="210502" y="36195"/>
                  </a:cubicBezTo>
                  <a:cubicBezTo>
                    <a:pt x="210502" y="56198"/>
                    <a:pt x="192405" y="72390"/>
                    <a:pt x="173355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2" name="Freihandform: Form 171">
              <a:extLst>
                <a:ext uri="{FF2B5EF4-FFF2-40B4-BE49-F238E27FC236}">
                  <a16:creationId xmlns:a16="http://schemas.microsoft.com/office/drawing/2014/main" id="{A2DDD381-1879-4360-925E-2E2FAB769E83}"/>
                </a:ext>
              </a:extLst>
            </p:cNvPr>
            <p:cNvSpPr/>
            <p:nvPr/>
          </p:nvSpPr>
          <p:spPr>
            <a:xfrm>
              <a:off x="9605962" y="2562224"/>
              <a:ext cx="166687" cy="358139"/>
            </a:xfrm>
            <a:custGeom>
              <a:avLst/>
              <a:gdLst>
                <a:gd name="connsiteX0" fmla="*/ 166688 w 166687"/>
                <a:gd name="connsiteY0" fmla="*/ 295275 h 358139"/>
                <a:gd name="connsiteX1" fmla="*/ 166688 w 166687"/>
                <a:gd name="connsiteY1" fmla="*/ 348615 h 358139"/>
                <a:gd name="connsiteX2" fmla="*/ 114300 w 166687"/>
                <a:gd name="connsiteY2" fmla="*/ 358140 h 358139"/>
                <a:gd name="connsiteX3" fmla="*/ 41910 w 166687"/>
                <a:gd name="connsiteY3" fmla="*/ 282892 h 358139"/>
                <a:gd name="connsiteX4" fmla="*/ 41910 w 166687"/>
                <a:gd name="connsiteY4" fmla="*/ 137160 h 358139"/>
                <a:gd name="connsiteX5" fmla="*/ 0 w 166687"/>
                <a:gd name="connsiteY5" fmla="*/ 137160 h 358139"/>
                <a:gd name="connsiteX6" fmla="*/ 0 w 166687"/>
                <a:gd name="connsiteY6" fmla="*/ 85725 h 358139"/>
                <a:gd name="connsiteX7" fmla="*/ 40005 w 166687"/>
                <a:gd name="connsiteY7" fmla="*/ 85725 h 358139"/>
                <a:gd name="connsiteX8" fmla="*/ 40005 w 166687"/>
                <a:gd name="connsiteY8" fmla="*/ 13335 h 358139"/>
                <a:gd name="connsiteX9" fmla="*/ 101918 w 166687"/>
                <a:gd name="connsiteY9" fmla="*/ 0 h 358139"/>
                <a:gd name="connsiteX10" fmla="*/ 101918 w 166687"/>
                <a:gd name="connsiteY10" fmla="*/ 86677 h 358139"/>
                <a:gd name="connsiteX11" fmla="*/ 165735 w 166687"/>
                <a:gd name="connsiteY11" fmla="*/ 86677 h 358139"/>
                <a:gd name="connsiteX12" fmla="*/ 165735 w 166687"/>
                <a:gd name="connsiteY12" fmla="*/ 138113 h 358139"/>
                <a:gd name="connsiteX13" fmla="*/ 101918 w 166687"/>
                <a:gd name="connsiteY13" fmla="*/ 138113 h 358139"/>
                <a:gd name="connsiteX14" fmla="*/ 101918 w 166687"/>
                <a:gd name="connsiteY14" fmla="*/ 269558 h 358139"/>
                <a:gd name="connsiteX15" fmla="*/ 130493 w 166687"/>
                <a:gd name="connsiteY15" fmla="*/ 304800 h 358139"/>
                <a:gd name="connsiteX16" fmla="*/ 166688 w 166687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6687" h="358139">
                  <a:moveTo>
                    <a:pt x="166688" y="295275"/>
                  </a:moveTo>
                  <a:lnTo>
                    <a:pt x="166688" y="348615"/>
                  </a:lnTo>
                  <a:cubicBezTo>
                    <a:pt x="153352" y="355283"/>
                    <a:pt x="132398" y="358140"/>
                    <a:pt x="114300" y="358140"/>
                  </a:cubicBezTo>
                  <a:cubicBezTo>
                    <a:pt x="67627" y="358140"/>
                    <a:pt x="41910" y="331470"/>
                    <a:pt x="41910" y="282892"/>
                  </a:cubicBezTo>
                  <a:lnTo>
                    <a:pt x="41910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3827" y="303848"/>
                    <a:pt x="156210" y="300038"/>
                    <a:pt x="166688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3" name="Freihandform: Form 172">
              <a:extLst>
                <a:ext uri="{FF2B5EF4-FFF2-40B4-BE49-F238E27FC236}">
                  <a16:creationId xmlns:a16="http://schemas.microsoft.com/office/drawing/2014/main" id="{86F9E7FA-DD20-4A3F-B947-C3E6352B7EA0}"/>
                </a:ext>
              </a:extLst>
            </p:cNvPr>
            <p:cNvSpPr/>
            <p:nvPr/>
          </p:nvSpPr>
          <p:spPr>
            <a:xfrm>
              <a:off x="2090737" y="3122294"/>
              <a:ext cx="231457" cy="368617"/>
            </a:xfrm>
            <a:custGeom>
              <a:avLst/>
              <a:gdLst>
                <a:gd name="connsiteX0" fmla="*/ 231458 w 231457"/>
                <a:gd name="connsiteY0" fmla="*/ 60007 h 368617"/>
                <a:gd name="connsiteX1" fmla="*/ 65723 w 231457"/>
                <a:gd name="connsiteY1" fmla="*/ 60007 h 368617"/>
                <a:gd name="connsiteX2" fmla="*/ 65723 w 231457"/>
                <a:gd name="connsiteY2" fmla="*/ 151447 h 368617"/>
                <a:gd name="connsiteX3" fmla="*/ 189548 w 231457"/>
                <a:gd name="connsiteY3" fmla="*/ 151447 h 368617"/>
                <a:gd name="connsiteX4" fmla="*/ 189548 w 231457"/>
                <a:gd name="connsiteY4" fmla="*/ 211455 h 368617"/>
                <a:gd name="connsiteX5" fmla="*/ 65723 w 231457"/>
                <a:gd name="connsiteY5" fmla="*/ 211455 h 368617"/>
                <a:gd name="connsiteX6" fmla="*/ 65723 w 231457"/>
                <a:gd name="connsiteY6" fmla="*/ 368617 h 368617"/>
                <a:gd name="connsiteX7" fmla="*/ 0 w 231457"/>
                <a:gd name="connsiteY7" fmla="*/ 368617 h 368617"/>
                <a:gd name="connsiteX8" fmla="*/ 0 w 231457"/>
                <a:gd name="connsiteY8" fmla="*/ 0 h 368617"/>
                <a:gd name="connsiteX9" fmla="*/ 231458 w 231457"/>
                <a:gd name="connsiteY9" fmla="*/ 0 h 368617"/>
                <a:gd name="connsiteX10" fmla="*/ 231458 w 231457"/>
                <a:gd name="connsiteY10" fmla="*/ 60007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1457" h="368617">
                  <a:moveTo>
                    <a:pt x="231458" y="60007"/>
                  </a:moveTo>
                  <a:lnTo>
                    <a:pt x="65723" y="60007"/>
                  </a:lnTo>
                  <a:lnTo>
                    <a:pt x="65723" y="151447"/>
                  </a:lnTo>
                  <a:lnTo>
                    <a:pt x="189548" y="151447"/>
                  </a:lnTo>
                  <a:lnTo>
                    <a:pt x="189548" y="211455"/>
                  </a:lnTo>
                  <a:lnTo>
                    <a:pt x="65723" y="211455"/>
                  </a:lnTo>
                  <a:lnTo>
                    <a:pt x="65723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00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4" name="Freihandform: Form 173">
              <a:extLst>
                <a:ext uri="{FF2B5EF4-FFF2-40B4-BE49-F238E27FC236}">
                  <a16:creationId xmlns:a16="http://schemas.microsoft.com/office/drawing/2014/main" id="{90D84DBD-C27A-43CD-8985-12C88AB5F9AE}"/>
                </a:ext>
              </a:extLst>
            </p:cNvPr>
            <p:cNvSpPr/>
            <p:nvPr/>
          </p:nvSpPr>
          <p:spPr>
            <a:xfrm>
              <a:off x="2334560" y="3217544"/>
              <a:ext cx="225758" cy="279082"/>
            </a:xfrm>
            <a:custGeom>
              <a:avLst/>
              <a:gdLst>
                <a:gd name="connsiteX0" fmla="*/ 114316 w 225758"/>
                <a:gd name="connsiteY0" fmla="*/ 107633 h 279082"/>
                <a:gd name="connsiteX1" fmla="*/ 164799 w 225758"/>
                <a:gd name="connsiteY1" fmla="*/ 113347 h 279082"/>
                <a:gd name="connsiteX2" fmla="*/ 164799 w 225758"/>
                <a:gd name="connsiteY2" fmla="*/ 103822 h 279082"/>
                <a:gd name="connsiteX3" fmla="*/ 105744 w 225758"/>
                <a:gd name="connsiteY3" fmla="*/ 52388 h 279082"/>
                <a:gd name="connsiteX4" fmla="*/ 38116 w 225758"/>
                <a:gd name="connsiteY4" fmla="*/ 67627 h 279082"/>
                <a:gd name="connsiteX5" fmla="*/ 24781 w 225758"/>
                <a:gd name="connsiteY5" fmla="*/ 15240 h 279082"/>
                <a:gd name="connsiteX6" fmla="*/ 112411 w 225758"/>
                <a:gd name="connsiteY6" fmla="*/ 0 h 279082"/>
                <a:gd name="connsiteX7" fmla="*/ 225759 w 225758"/>
                <a:gd name="connsiteY7" fmla="*/ 102870 h 279082"/>
                <a:gd name="connsiteX8" fmla="*/ 225759 w 225758"/>
                <a:gd name="connsiteY8" fmla="*/ 273367 h 279082"/>
                <a:gd name="connsiteX9" fmla="*/ 166704 w 225758"/>
                <a:gd name="connsiteY9" fmla="*/ 273367 h 279082"/>
                <a:gd name="connsiteX10" fmla="*/ 166704 w 225758"/>
                <a:gd name="connsiteY10" fmla="*/ 244792 h 279082"/>
                <a:gd name="connsiteX11" fmla="*/ 165751 w 225758"/>
                <a:gd name="connsiteY11" fmla="*/ 244792 h 279082"/>
                <a:gd name="connsiteX12" fmla="*/ 87646 w 225758"/>
                <a:gd name="connsiteY12" fmla="*/ 279083 h 279082"/>
                <a:gd name="connsiteX13" fmla="*/ 16 w 225758"/>
                <a:gd name="connsiteY13" fmla="*/ 194310 h 279082"/>
                <a:gd name="connsiteX14" fmla="*/ 114316 w 225758"/>
                <a:gd name="connsiteY14" fmla="*/ 107633 h 279082"/>
                <a:gd name="connsiteX15" fmla="*/ 103839 w 225758"/>
                <a:gd name="connsiteY15" fmla="*/ 232410 h 279082"/>
                <a:gd name="connsiteX16" fmla="*/ 164799 w 225758"/>
                <a:gd name="connsiteY16" fmla="*/ 200025 h 279082"/>
                <a:gd name="connsiteX17" fmla="*/ 164799 w 225758"/>
                <a:gd name="connsiteY17" fmla="*/ 153352 h 279082"/>
                <a:gd name="connsiteX18" fmla="*/ 120984 w 225758"/>
                <a:gd name="connsiteY18" fmla="*/ 148590 h 279082"/>
                <a:gd name="connsiteX19" fmla="*/ 59071 w 225758"/>
                <a:gd name="connsiteY19" fmla="*/ 192405 h 279082"/>
                <a:gd name="connsiteX20" fmla="*/ 103839 w 225758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58" h="279082">
                  <a:moveTo>
                    <a:pt x="114316" y="107633"/>
                  </a:moveTo>
                  <a:cubicBezTo>
                    <a:pt x="131461" y="107633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6" y="52388"/>
                    <a:pt x="105744" y="52388"/>
                  </a:cubicBezTo>
                  <a:cubicBezTo>
                    <a:pt x="83836" y="52388"/>
                    <a:pt x="60024" y="57150"/>
                    <a:pt x="38116" y="67627"/>
                  </a:cubicBezTo>
                  <a:lnTo>
                    <a:pt x="24781" y="15240"/>
                  </a:lnTo>
                  <a:cubicBezTo>
                    <a:pt x="49546" y="5715"/>
                    <a:pt x="81931" y="0"/>
                    <a:pt x="112411" y="0"/>
                  </a:cubicBezTo>
                  <a:cubicBezTo>
                    <a:pt x="187659" y="0"/>
                    <a:pt x="225759" y="35242"/>
                    <a:pt x="225759" y="102870"/>
                  </a:cubicBezTo>
                  <a:lnTo>
                    <a:pt x="225759" y="273367"/>
                  </a:lnTo>
                  <a:lnTo>
                    <a:pt x="166704" y="273367"/>
                  </a:lnTo>
                  <a:lnTo>
                    <a:pt x="166704" y="244792"/>
                  </a:lnTo>
                  <a:lnTo>
                    <a:pt x="165751" y="244792"/>
                  </a:lnTo>
                  <a:cubicBezTo>
                    <a:pt x="142891" y="268605"/>
                    <a:pt x="119079" y="279083"/>
                    <a:pt x="87646" y="279083"/>
                  </a:cubicBezTo>
                  <a:cubicBezTo>
                    <a:pt x="34306" y="279083"/>
                    <a:pt x="16" y="245745"/>
                    <a:pt x="16" y="194310"/>
                  </a:cubicBezTo>
                  <a:cubicBezTo>
                    <a:pt x="-936" y="138113"/>
                    <a:pt x="40021" y="107633"/>
                    <a:pt x="114316" y="107633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3352"/>
                  </a:lnTo>
                  <a:cubicBezTo>
                    <a:pt x="150511" y="149542"/>
                    <a:pt x="135271" y="148590"/>
                    <a:pt x="120984" y="148590"/>
                  </a:cubicBezTo>
                  <a:cubicBezTo>
                    <a:pt x="81931" y="148590"/>
                    <a:pt x="59071" y="163830"/>
                    <a:pt x="59071" y="192405"/>
                  </a:cubicBezTo>
                  <a:cubicBezTo>
                    <a:pt x="59071" y="217170"/>
                    <a:pt x="76216" y="232410"/>
                    <a:pt x="103839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5" name="Freihandform: Form 174">
              <a:extLst>
                <a:ext uri="{FF2B5EF4-FFF2-40B4-BE49-F238E27FC236}">
                  <a16:creationId xmlns:a16="http://schemas.microsoft.com/office/drawing/2014/main" id="{94233EBB-FE37-4CE4-89F2-97886A4BABFC}"/>
                </a:ext>
              </a:extLst>
            </p:cNvPr>
            <p:cNvSpPr/>
            <p:nvPr/>
          </p:nvSpPr>
          <p:spPr>
            <a:xfrm>
              <a:off x="2625089" y="3216591"/>
              <a:ext cx="224789" cy="280035"/>
            </a:xfrm>
            <a:custGeom>
              <a:avLst/>
              <a:gdLst>
                <a:gd name="connsiteX0" fmla="*/ 222885 w 224789"/>
                <a:gd name="connsiteY0" fmla="*/ 237173 h 280035"/>
                <a:gd name="connsiteX1" fmla="*/ 127635 w 224789"/>
                <a:gd name="connsiteY1" fmla="*/ 280035 h 280035"/>
                <a:gd name="connsiteX2" fmla="*/ 0 w 224789"/>
                <a:gd name="connsiteY2" fmla="*/ 140970 h 280035"/>
                <a:gd name="connsiteX3" fmla="*/ 128588 w 224789"/>
                <a:gd name="connsiteY3" fmla="*/ 0 h 280035"/>
                <a:gd name="connsiteX4" fmla="*/ 224790 w 224789"/>
                <a:gd name="connsiteY4" fmla="*/ 45720 h 280035"/>
                <a:gd name="connsiteX5" fmla="*/ 181927 w 224789"/>
                <a:gd name="connsiteY5" fmla="*/ 86678 h 280035"/>
                <a:gd name="connsiteX6" fmla="*/ 128588 w 224789"/>
                <a:gd name="connsiteY6" fmla="*/ 57150 h 280035"/>
                <a:gd name="connsiteX7" fmla="*/ 62865 w 224789"/>
                <a:gd name="connsiteY7" fmla="*/ 140017 h 280035"/>
                <a:gd name="connsiteX8" fmla="*/ 128588 w 224789"/>
                <a:gd name="connsiteY8" fmla="*/ 222885 h 280035"/>
                <a:gd name="connsiteX9" fmla="*/ 183833 w 224789"/>
                <a:gd name="connsiteY9" fmla="*/ 193358 h 280035"/>
                <a:gd name="connsiteX10" fmla="*/ 222885 w 224789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6" name="Freihandform: Form 175">
              <a:extLst>
                <a:ext uri="{FF2B5EF4-FFF2-40B4-BE49-F238E27FC236}">
                  <a16:creationId xmlns:a16="http://schemas.microsoft.com/office/drawing/2014/main" id="{7A2AD458-911D-49BF-858A-C8BBE6FBCB2F}"/>
                </a:ext>
              </a:extLst>
            </p:cNvPr>
            <p:cNvSpPr/>
            <p:nvPr/>
          </p:nvSpPr>
          <p:spPr>
            <a:xfrm>
              <a:off x="2904172" y="3100387"/>
              <a:ext cx="228599" cy="390525"/>
            </a:xfrm>
            <a:custGeom>
              <a:avLst/>
              <a:gdLst>
                <a:gd name="connsiteX0" fmla="*/ 228600 w 228599"/>
                <a:gd name="connsiteY0" fmla="*/ 390525 h 390525"/>
                <a:gd name="connsiteX1" fmla="*/ 166687 w 228599"/>
                <a:gd name="connsiteY1" fmla="*/ 390525 h 390525"/>
                <a:gd name="connsiteX2" fmla="*/ 166687 w 228599"/>
                <a:gd name="connsiteY2" fmla="*/ 238125 h 390525"/>
                <a:gd name="connsiteX3" fmla="*/ 117157 w 228599"/>
                <a:gd name="connsiteY3" fmla="*/ 173355 h 390525"/>
                <a:gd name="connsiteX4" fmla="*/ 61913 w 228599"/>
                <a:gd name="connsiteY4" fmla="*/ 238125 h 390525"/>
                <a:gd name="connsiteX5" fmla="*/ 61913 w 228599"/>
                <a:gd name="connsiteY5" fmla="*/ 390525 h 390525"/>
                <a:gd name="connsiteX6" fmla="*/ 0 w 228599"/>
                <a:gd name="connsiteY6" fmla="*/ 390525 h 390525"/>
                <a:gd name="connsiteX7" fmla="*/ 0 w 228599"/>
                <a:gd name="connsiteY7" fmla="*/ 16192 h 390525"/>
                <a:gd name="connsiteX8" fmla="*/ 61913 w 228599"/>
                <a:gd name="connsiteY8" fmla="*/ 0 h 390525"/>
                <a:gd name="connsiteX9" fmla="*/ 61913 w 228599"/>
                <a:gd name="connsiteY9" fmla="*/ 155258 h 390525"/>
                <a:gd name="connsiteX10" fmla="*/ 62865 w 228599"/>
                <a:gd name="connsiteY10" fmla="*/ 155258 h 390525"/>
                <a:gd name="connsiteX11" fmla="*/ 140970 w 228599"/>
                <a:gd name="connsiteY11" fmla="*/ 116205 h 390525"/>
                <a:gd name="connsiteX12" fmla="*/ 228600 w 228599"/>
                <a:gd name="connsiteY12" fmla="*/ 223838 h 390525"/>
                <a:gd name="connsiteX13" fmla="*/ 228600 w 228599"/>
                <a:gd name="connsiteY13" fmla="*/ 390525 h 390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599" h="390525">
                  <a:moveTo>
                    <a:pt x="228600" y="390525"/>
                  </a:moveTo>
                  <a:lnTo>
                    <a:pt x="166687" y="390525"/>
                  </a:lnTo>
                  <a:lnTo>
                    <a:pt x="166687" y="238125"/>
                  </a:lnTo>
                  <a:cubicBezTo>
                    <a:pt x="166687" y="199073"/>
                    <a:pt x="154305" y="173355"/>
                    <a:pt x="117157" y="173355"/>
                  </a:cubicBezTo>
                  <a:cubicBezTo>
                    <a:pt x="74295" y="173355"/>
                    <a:pt x="61913" y="207645"/>
                    <a:pt x="61913" y="238125"/>
                  </a:cubicBezTo>
                  <a:lnTo>
                    <a:pt x="61913" y="390525"/>
                  </a:lnTo>
                  <a:lnTo>
                    <a:pt x="0" y="390525"/>
                  </a:lnTo>
                  <a:lnTo>
                    <a:pt x="0" y="16192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7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9052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7" name="Freihandform: Form 176">
              <a:extLst>
                <a:ext uri="{FF2B5EF4-FFF2-40B4-BE49-F238E27FC236}">
                  <a16:creationId xmlns:a16="http://schemas.microsoft.com/office/drawing/2014/main" id="{C20CF276-1400-4BB7-BE83-A79F8856A4E2}"/>
                </a:ext>
              </a:extLst>
            </p:cNvPr>
            <p:cNvSpPr/>
            <p:nvPr/>
          </p:nvSpPr>
          <p:spPr>
            <a:xfrm>
              <a:off x="3211829" y="3099434"/>
              <a:ext cx="249554" cy="397192"/>
            </a:xfrm>
            <a:custGeom>
              <a:avLst/>
              <a:gdLst>
                <a:gd name="connsiteX0" fmla="*/ 249555 w 249554"/>
                <a:gd name="connsiteY0" fmla="*/ 256223 h 397192"/>
                <a:gd name="connsiteX1" fmla="*/ 140970 w 249554"/>
                <a:gd name="connsiteY1" fmla="*/ 397193 h 397192"/>
                <a:gd name="connsiteX2" fmla="*/ 61913 w 249554"/>
                <a:gd name="connsiteY2" fmla="*/ 360045 h 397192"/>
                <a:gd name="connsiteX3" fmla="*/ 60008 w 249554"/>
                <a:gd name="connsiteY3" fmla="*/ 360045 h 397192"/>
                <a:gd name="connsiteX4" fmla="*/ 60008 w 249554"/>
                <a:gd name="connsiteY4" fmla="*/ 390525 h 397192"/>
                <a:gd name="connsiteX5" fmla="*/ 0 w 249554"/>
                <a:gd name="connsiteY5" fmla="*/ 390525 h 397192"/>
                <a:gd name="connsiteX6" fmla="*/ 0 w 249554"/>
                <a:gd name="connsiteY6" fmla="*/ 16192 h 397192"/>
                <a:gd name="connsiteX7" fmla="*/ 61913 w 249554"/>
                <a:gd name="connsiteY7" fmla="*/ 0 h 397192"/>
                <a:gd name="connsiteX8" fmla="*/ 61913 w 249554"/>
                <a:gd name="connsiteY8" fmla="*/ 154305 h 397192"/>
                <a:gd name="connsiteX9" fmla="*/ 62865 w 249554"/>
                <a:gd name="connsiteY9" fmla="*/ 154305 h 397192"/>
                <a:gd name="connsiteX10" fmla="*/ 140970 w 249554"/>
                <a:gd name="connsiteY10" fmla="*/ 116205 h 397192"/>
                <a:gd name="connsiteX11" fmla="*/ 249555 w 249554"/>
                <a:gd name="connsiteY11" fmla="*/ 256223 h 397192"/>
                <a:gd name="connsiteX12" fmla="*/ 187642 w 249554"/>
                <a:gd name="connsiteY12" fmla="*/ 257175 h 397192"/>
                <a:gd name="connsiteX13" fmla="*/ 125730 w 249554"/>
                <a:gd name="connsiteY13" fmla="*/ 173355 h 397192"/>
                <a:gd name="connsiteX14" fmla="*/ 62865 w 249554"/>
                <a:gd name="connsiteY14" fmla="*/ 207645 h 397192"/>
                <a:gd name="connsiteX15" fmla="*/ 62865 w 249554"/>
                <a:gd name="connsiteY15" fmla="*/ 305753 h 397192"/>
                <a:gd name="connsiteX16" fmla="*/ 126683 w 249554"/>
                <a:gd name="connsiteY16" fmla="*/ 341948 h 397192"/>
                <a:gd name="connsiteX17" fmla="*/ 187642 w 249554"/>
                <a:gd name="connsiteY17" fmla="*/ 257175 h 397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9554" h="397192">
                  <a:moveTo>
                    <a:pt x="249555" y="256223"/>
                  </a:moveTo>
                  <a:cubicBezTo>
                    <a:pt x="249555" y="341948"/>
                    <a:pt x="205740" y="397193"/>
                    <a:pt x="140970" y="397193"/>
                  </a:cubicBezTo>
                  <a:cubicBezTo>
                    <a:pt x="107633" y="397193"/>
                    <a:pt x="80010" y="382905"/>
                    <a:pt x="61913" y="360045"/>
                  </a:cubicBezTo>
                  <a:lnTo>
                    <a:pt x="60008" y="360045"/>
                  </a:lnTo>
                  <a:lnTo>
                    <a:pt x="60008" y="390525"/>
                  </a:lnTo>
                  <a:lnTo>
                    <a:pt x="0" y="390525"/>
                  </a:lnTo>
                  <a:lnTo>
                    <a:pt x="0" y="16192"/>
                  </a:lnTo>
                  <a:lnTo>
                    <a:pt x="61913" y="0"/>
                  </a:lnTo>
                  <a:lnTo>
                    <a:pt x="61913" y="154305"/>
                  </a:lnTo>
                  <a:lnTo>
                    <a:pt x="62865" y="154305"/>
                  </a:lnTo>
                  <a:cubicBezTo>
                    <a:pt x="80963" y="130492"/>
                    <a:pt x="107633" y="116205"/>
                    <a:pt x="140970" y="116205"/>
                  </a:cubicBezTo>
                  <a:cubicBezTo>
                    <a:pt x="205740" y="117157"/>
                    <a:pt x="249555" y="169545"/>
                    <a:pt x="249555" y="256223"/>
                  </a:cubicBezTo>
                  <a:close/>
                  <a:moveTo>
                    <a:pt x="187642" y="257175"/>
                  </a:moveTo>
                  <a:cubicBezTo>
                    <a:pt x="187642" y="201930"/>
                    <a:pt x="164783" y="173355"/>
                    <a:pt x="125730" y="173355"/>
                  </a:cubicBezTo>
                  <a:cubicBezTo>
                    <a:pt x="101917" y="173355"/>
                    <a:pt x="81915" y="183832"/>
                    <a:pt x="62865" y="207645"/>
                  </a:cubicBezTo>
                  <a:lnTo>
                    <a:pt x="62865" y="305753"/>
                  </a:lnTo>
                  <a:cubicBezTo>
                    <a:pt x="80963" y="329565"/>
                    <a:pt x="100965" y="341948"/>
                    <a:pt x="126683" y="341948"/>
                  </a:cubicBezTo>
                  <a:cubicBezTo>
                    <a:pt x="166688" y="341948"/>
                    <a:pt x="187642" y="310515"/>
                    <a:pt x="187642" y="2571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8" name="Freihandform: Form 177">
              <a:extLst>
                <a:ext uri="{FF2B5EF4-FFF2-40B4-BE49-F238E27FC236}">
                  <a16:creationId xmlns:a16="http://schemas.microsoft.com/office/drawing/2014/main" id="{AD34D773-239C-4D74-81BE-0FC6195EB2B5}"/>
                </a:ext>
              </a:extLst>
            </p:cNvPr>
            <p:cNvSpPr/>
            <p:nvPr/>
          </p:nvSpPr>
          <p:spPr>
            <a:xfrm>
              <a:off x="3515677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9" name="Freihandform: Form 178">
              <a:extLst>
                <a:ext uri="{FF2B5EF4-FFF2-40B4-BE49-F238E27FC236}">
                  <a16:creationId xmlns:a16="http://schemas.microsoft.com/office/drawing/2014/main" id="{717406AB-483F-4C36-8A29-92B6BFF98885}"/>
                </a:ext>
              </a:extLst>
            </p:cNvPr>
            <p:cNvSpPr/>
            <p:nvPr/>
          </p:nvSpPr>
          <p:spPr>
            <a:xfrm>
              <a:off x="3829049" y="3217301"/>
              <a:ext cx="160020" cy="273610"/>
            </a:xfrm>
            <a:custGeom>
              <a:avLst/>
              <a:gdLst>
                <a:gd name="connsiteX0" fmla="*/ 160020 w 160020"/>
                <a:gd name="connsiteY0" fmla="*/ 5005 h 273610"/>
                <a:gd name="connsiteX1" fmla="*/ 150495 w 160020"/>
                <a:gd name="connsiteY1" fmla="*/ 68823 h 273610"/>
                <a:gd name="connsiteX2" fmla="*/ 116205 w 160020"/>
                <a:gd name="connsiteY2" fmla="*/ 60250 h 273610"/>
                <a:gd name="connsiteX3" fmla="*/ 61913 w 160020"/>
                <a:gd name="connsiteY3" fmla="*/ 135498 h 273610"/>
                <a:gd name="connsiteX4" fmla="*/ 61913 w 160020"/>
                <a:gd name="connsiteY4" fmla="*/ 273610 h 273610"/>
                <a:gd name="connsiteX5" fmla="*/ 0 w 160020"/>
                <a:gd name="connsiteY5" fmla="*/ 273610 h 273610"/>
                <a:gd name="connsiteX6" fmla="*/ 0 w 160020"/>
                <a:gd name="connsiteY6" fmla="*/ 6910 h 273610"/>
                <a:gd name="connsiteX7" fmla="*/ 60960 w 160020"/>
                <a:gd name="connsiteY7" fmla="*/ 6910 h 273610"/>
                <a:gd name="connsiteX8" fmla="*/ 60960 w 160020"/>
                <a:gd name="connsiteY8" fmla="*/ 40248 h 273610"/>
                <a:gd name="connsiteX9" fmla="*/ 61913 w 160020"/>
                <a:gd name="connsiteY9" fmla="*/ 40248 h 273610"/>
                <a:gd name="connsiteX10" fmla="*/ 131445 w 160020"/>
                <a:gd name="connsiteY10" fmla="*/ 243 h 273610"/>
                <a:gd name="connsiteX11" fmla="*/ 160020 w 160020"/>
                <a:gd name="connsiteY11" fmla="*/ 5005 h 273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361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3610"/>
                  </a:lnTo>
                  <a:lnTo>
                    <a:pt x="0" y="273610"/>
                  </a:lnTo>
                  <a:lnTo>
                    <a:pt x="0" y="6910"/>
                  </a:lnTo>
                  <a:lnTo>
                    <a:pt x="60960" y="6910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39065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0" name="Freihandform: Form 179">
              <a:extLst>
                <a:ext uri="{FF2B5EF4-FFF2-40B4-BE49-F238E27FC236}">
                  <a16:creationId xmlns:a16="http://schemas.microsoft.com/office/drawing/2014/main" id="{7C10380E-8231-4359-81F9-4B25B77D5ECA}"/>
                </a:ext>
              </a:extLst>
            </p:cNvPr>
            <p:cNvSpPr/>
            <p:nvPr/>
          </p:nvSpPr>
          <p:spPr>
            <a:xfrm>
              <a:off x="4022407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7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3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3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7" y="53340"/>
                    <a:pt x="242887" y="135255"/>
                  </a:cubicBezTo>
                  <a:cubicBezTo>
                    <a:pt x="242887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3" y="235267"/>
                  </a:lnTo>
                  <a:cubicBezTo>
                    <a:pt x="207645" y="264795"/>
                    <a:pt x="173355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8580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1" name="Freihandform: Form 180">
              <a:extLst>
                <a:ext uri="{FF2B5EF4-FFF2-40B4-BE49-F238E27FC236}">
                  <a16:creationId xmlns:a16="http://schemas.microsoft.com/office/drawing/2014/main" id="{6FEFFC8E-05EF-4439-9D01-F9FD118AB61A}"/>
                </a:ext>
              </a:extLst>
            </p:cNvPr>
            <p:cNvSpPr/>
            <p:nvPr/>
          </p:nvSpPr>
          <p:spPr>
            <a:xfrm>
              <a:off x="4325302" y="3105149"/>
              <a:ext cx="79057" cy="385762"/>
            </a:xfrm>
            <a:custGeom>
              <a:avLst/>
              <a:gdLst>
                <a:gd name="connsiteX0" fmla="*/ 79057 w 79057"/>
                <a:gd name="connsiteY0" fmla="*/ 38100 h 385762"/>
                <a:gd name="connsiteX1" fmla="*/ 39053 w 79057"/>
                <a:gd name="connsiteY1" fmla="*/ 76200 h 385762"/>
                <a:gd name="connsiteX2" fmla="*/ 0 w 79057"/>
                <a:gd name="connsiteY2" fmla="*/ 38100 h 385762"/>
                <a:gd name="connsiteX3" fmla="*/ 39053 w 79057"/>
                <a:gd name="connsiteY3" fmla="*/ 0 h 385762"/>
                <a:gd name="connsiteX4" fmla="*/ 79057 w 79057"/>
                <a:gd name="connsiteY4" fmla="*/ 38100 h 385762"/>
                <a:gd name="connsiteX5" fmla="*/ 71438 w 79057"/>
                <a:gd name="connsiteY5" fmla="*/ 385763 h 385762"/>
                <a:gd name="connsiteX6" fmla="*/ 9525 w 79057"/>
                <a:gd name="connsiteY6" fmla="*/ 385763 h 385762"/>
                <a:gd name="connsiteX7" fmla="*/ 9525 w 79057"/>
                <a:gd name="connsiteY7" fmla="*/ 119063 h 385762"/>
                <a:gd name="connsiteX8" fmla="*/ 71438 w 79057"/>
                <a:gd name="connsiteY8" fmla="*/ 119063 h 385762"/>
                <a:gd name="connsiteX9" fmla="*/ 71438 w 79057"/>
                <a:gd name="connsiteY9" fmla="*/ 385763 h 385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5762">
                  <a:moveTo>
                    <a:pt x="79057" y="38100"/>
                  </a:moveTo>
                  <a:cubicBezTo>
                    <a:pt x="79057" y="60008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3" y="0"/>
                  </a:cubicBezTo>
                  <a:cubicBezTo>
                    <a:pt x="61913" y="0"/>
                    <a:pt x="79057" y="16192"/>
                    <a:pt x="79057" y="38100"/>
                  </a:cubicBezTo>
                  <a:close/>
                  <a:moveTo>
                    <a:pt x="71438" y="385763"/>
                  </a:moveTo>
                  <a:lnTo>
                    <a:pt x="9525" y="385763"/>
                  </a:lnTo>
                  <a:lnTo>
                    <a:pt x="9525" y="119063"/>
                  </a:lnTo>
                  <a:lnTo>
                    <a:pt x="71438" y="119063"/>
                  </a:lnTo>
                  <a:lnTo>
                    <a:pt x="71438" y="385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2" name="Freihandform: Form 181">
              <a:extLst>
                <a:ext uri="{FF2B5EF4-FFF2-40B4-BE49-F238E27FC236}">
                  <a16:creationId xmlns:a16="http://schemas.microsoft.com/office/drawing/2014/main" id="{15CC45AC-F73E-4AEA-832F-4EB41A9FC1A0}"/>
                </a:ext>
              </a:extLst>
            </p:cNvPr>
            <p:cNvSpPr/>
            <p:nvPr/>
          </p:nvSpPr>
          <p:spPr>
            <a:xfrm>
              <a:off x="4463414" y="3216591"/>
              <a:ext cx="224790" cy="280035"/>
            </a:xfrm>
            <a:custGeom>
              <a:avLst/>
              <a:gdLst>
                <a:gd name="connsiteX0" fmla="*/ 222885 w 224790"/>
                <a:gd name="connsiteY0" fmla="*/ 237173 h 280035"/>
                <a:gd name="connsiteX1" fmla="*/ 127635 w 224790"/>
                <a:gd name="connsiteY1" fmla="*/ 280035 h 280035"/>
                <a:gd name="connsiteX2" fmla="*/ 0 w 224790"/>
                <a:gd name="connsiteY2" fmla="*/ 140970 h 280035"/>
                <a:gd name="connsiteX3" fmla="*/ 128588 w 224790"/>
                <a:gd name="connsiteY3" fmla="*/ 0 h 280035"/>
                <a:gd name="connsiteX4" fmla="*/ 224790 w 224790"/>
                <a:gd name="connsiteY4" fmla="*/ 45720 h 280035"/>
                <a:gd name="connsiteX5" fmla="*/ 181928 w 224790"/>
                <a:gd name="connsiteY5" fmla="*/ 86678 h 280035"/>
                <a:gd name="connsiteX6" fmla="*/ 128588 w 224790"/>
                <a:gd name="connsiteY6" fmla="*/ 57150 h 280035"/>
                <a:gd name="connsiteX7" fmla="*/ 62865 w 224790"/>
                <a:gd name="connsiteY7" fmla="*/ 140017 h 280035"/>
                <a:gd name="connsiteX8" fmla="*/ 128588 w 224790"/>
                <a:gd name="connsiteY8" fmla="*/ 222885 h 280035"/>
                <a:gd name="connsiteX9" fmla="*/ 183832 w 224790"/>
                <a:gd name="connsiteY9" fmla="*/ 193358 h 280035"/>
                <a:gd name="connsiteX10" fmla="*/ 222885 w 224790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3" name="Freihandform: Form 182">
              <a:extLst>
                <a:ext uri="{FF2B5EF4-FFF2-40B4-BE49-F238E27FC236}">
                  <a16:creationId xmlns:a16="http://schemas.microsoft.com/office/drawing/2014/main" id="{CC3E7569-FEFD-4840-91A2-AED5BF9C3024}"/>
                </a:ext>
              </a:extLst>
            </p:cNvPr>
            <p:cNvSpPr/>
            <p:nvPr/>
          </p:nvSpPr>
          <p:spPr>
            <a:xfrm>
              <a:off x="4742496" y="3100387"/>
              <a:ext cx="228600" cy="390525"/>
            </a:xfrm>
            <a:custGeom>
              <a:avLst/>
              <a:gdLst>
                <a:gd name="connsiteX0" fmla="*/ 228600 w 228600"/>
                <a:gd name="connsiteY0" fmla="*/ 390525 h 390525"/>
                <a:gd name="connsiteX1" fmla="*/ 166688 w 228600"/>
                <a:gd name="connsiteY1" fmla="*/ 390525 h 390525"/>
                <a:gd name="connsiteX2" fmla="*/ 166688 w 228600"/>
                <a:gd name="connsiteY2" fmla="*/ 238125 h 390525"/>
                <a:gd name="connsiteX3" fmla="*/ 117158 w 228600"/>
                <a:gd name="connsiteY3" fmla="*/ 173355 h 390525"/>
                <a:gd name="connsiteX4" fmla="*/ 61913 w 228600"/>
                <a:gd name="connsiteY4" fmla="*/ 238125 h 390525"/>
                <a:gd name="connsiteX5" fmla="*/ 61913 w 228600"/>
                <a:gd name="connsiteY5" fmla="*/ 390525 h 390525"/>
                <a:gd name="connsiteX6" fmla="*/ 0 w 228600"/>
                <a:gd name="connsiteY6" fmla="*/ 390525 h 390525"/>
                <a:gd name="connsiteX7" fmla="*/ 0 w 228600"/>
                <a:gd name="connsiteY7" fmla="*/ 16192 h 390525"/>
                <a:gd name="connsiteX8" fmla="*/ 61913 w 228600"/>
                <a:gd name="connsiteY8" fmla="*/ 0 h 390525"/>
                <a:gd name="connsiteX9" fmla="*/ 61913 w 228600"/>
                <a:gd name="connsiteY9" fmla="*/ 155258 h 390525"/>
                <a:gd name="connsiteX10" fmla="*/ 62865 w 228600"/>
                <a:gd name="connsiteY10" fmla="*/ 155258 h 390525"/>
                <a:gd name="connsiteX11" fmla="*/ 140970 w 228600"/>
                <a:gd name="connsiteY11" fmla="*/ 116205 h 390525"/>
                <a:gd name="connsiteX12" fmla="*/ 228600 w 228600"/>
                <a:gd name="connsiteY12" fmla="*/ 223838 h 390525"/>
                <a:gd name="connsiteX13" fmla="*/ 228600 w 228600"/>
                <a:gd name="connsiteY13" fmla="*/ 390525 h 390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90525">
                  <a:moveTo>
                    <a:pt x="228600" y="390525"/>
                  </a:moveTo>
                  <a:lnTo>
                    <a:pt x="166688" y="390525"/>
                  </a:lnTo>
                  <a:lnTo>
                    <a:pt x="166688" y="238125"/>
                  </a:lnTo>
                  <a:cubicBezTo>
                    <a:pt x="166688" y="199073"/>
                    <a:pt x="154305" y="173355"/>
                    <a:pt x="117158" y="173355"/>
                  </a:cubicBezTo>
                  <a:cubicBezTo>
                    <a:pt x="74295" y="173355"/>
                    <a:pt x="61913" y="207645"/>
                    <a:pt x="61913" y="238125"/>
                  </a:cubicBezTo>
                  <a:lnTo>
                    <a:pt x="61913" y="390525"/>
                  </a:lnTo>
                  <a:lnTo>
                    <a:pt x="0" y="390525"/>
                  </a:lnTo>
                  <a:lnTo>
                    <a:pt x="0" y="16192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9052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4" name="Freihandform: Form 183">
              <a:extLst>
                <a:ext uri="{FF2B5EF4-FFF2-40B4-BE49-F238E27FC236}">
                  <a16:creationId xmlns:a16="http://schemas.microsoft.com/office/drawing/2014/main" id="{4C8A46FB-F89F-464F-AB95-1955CB3A057A}"/>
                </a:ext>
              </a:extLst>
            </p:cNvPr>
            <p:cNvSpPr/>
            <p:nvPr/>
          </p:nvSpPr>
          <p:spPr>
            <a:xfrm>
              <a:off x="5209221" y="3122294"/>
              <a:ext cx="273367" cy="368617"/>
            </a:xfrm>
            <a:custGeom>
              <a:avLst/>
              <a:gdLst>
                <a:gd name="connsiteX0" fmla="*/ 64770 w 273367"/>
                <a:gd name="connsiteY0" fmla="*/ 368617 h 368617"/>
                <a:gd name="connsiteX1" fmla="*/ 0 w 273367"/>
                <a:gd name="connsiteY1" fmla="*/ 368617 h 368617"/>
                <a:gd name="connsiteX2" fmla="*/ 0 w 273367"/>
                <a:gd name="connsiteY2" fmla="*/ 0 h 368617"/>
                <a:gd name="connsiteX3" fmla="*/ 137160 w 273367"/>
                <a:gd name="connsiteY3" fmla="*/ 0 h 368617"/>
                <a:gd name="connsiteX4" fmla="*/ 263843 w 273367"/>
                <a:gd name="connsiteY4" fmla="*/ 108585 h 368617"/>
                <a:gd name="connsiteX5" fmla="*/ 188595 w 273367"/>
                <a:gd name="connsiteY5" fmla="*/ 214313 h 368617"/>
                <a:gd name="connsiteX6" fmla="*/ 273368 w 273367"/>
                <a:gd name="connsiteY6" fmla="*/ 368617 h 368617"/>
                <a:gd name="connsiteX7" fmla="*/ 196215 w 273367"/>
                <a:gd name="connsiteY7" fmla="*/ 368617 h 368617"/>
                <a:gd name="connsiteX8" fmla="*/ 120015 w 273367"/>
                <a:gd name="connsiteY8" fmla="*/ 220980 h 368617"/>
                <a:gd name="connsiteX9" fmla="*/ 63818 w 273367"/>
                <a:gd name="connsiteY9" fmla="*/ 220980 h 368617"/>
                <a:gd name="connsiteX10" fmla="*/ 63818 w 273367"/>
                <a:gd name="connsiteY10" fmla="*/ 368617 h 368617"/>
                <a:gd name="connsiteX11" fmla="*/ 197168 w 273367"/>
                <a:gd name="connsiteY11" fmla="*/ 110490 h 368617"/>
                <a:gd name="connsiteX12" fmla="*/ 131445 w 273367"/>
                <a:gd name="connsiteY12" fmla="*/ 57150 h 368617"/>
                <a:gd name="connsiteX13" fmla="*/ 64770 w 273367"/>
                <a:gd name="connsiteY13" fmla="*/ 57150 h 368617"/>
                <a:gd name="connsiteX14" fmla="*/ 64770 w 273367"/>
                <a:gd name="connsiteY14" fmla="*/ 164782 h 368617"/>
                <a:gd name="connsiteX15" fmla="*/ 128588 w 273367"/>
                <a:gd name="connsiteY15" fmla="*/ 164782 h 368617"/>
                <a:gd name="connsiteX16" fmla="*/ 197168 w 273367"/>
                <a:gd name="connsiteY16" fmla="*/ 110490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73367" h="368617">
                  <a:moveTo>
                    <a:pt x="64770" y="368617"/>
                  </a:moveTo>
                  <a:lnTo>
                    <a:pt x="0" y="368617"/>
                  </a:lnTo>
                  <a:lnTo>
                    <a:pt x="0" y="0"/>
                  </a:lnTo>
                  <a:lnTo>
                    <a:pt x="137160" y="0"/>
                  </a:lnTo>
                  <a:cubicBezTo>
                    <a:pt x="215265" y="0"/>
                    <a:pt x="263843" y="36195"/>
                    <a:pt x="263843" y="108585"/>
                  </a:cubicBezTo>
                  <a:cubicBezTo>
                    <a:pt x="263843" y="164782"/>
                    <a:pt x="235268" y="200025"/>
                    <a:pt x="188595" y="214313"/>
                  </a:cubicBezTo>
                  <a:lnTo>
                    <a:pt x="273368" y="368617"/>
                  </a:lnTo>
                  <a:lnTo>
                    <a:pt x="196215" y="368617"/>
                  </a:lnTo>
                  <a:lnTo>
                    <a:pt x="120015" y="220980"/>
                  </a:lnTo>
                  <a:lnTo>
                    <a:pt x="63818" y="220980"/>
                  </a:lnTo>
                  <a:lnTo>
                    <a:pt x="63818" y="368617"/>
                  </a:lnTo>
                  <a:close/>
                  <a:moveTo>
                    <a:pt x="197168" y="110490"/>
                  </a:moveTo>
                  <a:cubicBezTo>
                    <a:pt x="197168" y="74295"/>
                    <a:pt x="174308" y="57150"/>
                    <a:pt x="131445" y="57150"/>
                  </a:cubicBezTo>
                  <a:lnTo>
                    <a:pt x="64770" y="57150"/>
                  </a:lnTo>
                  <a:lnTo>
                    <a:pt x="64770" y="164782"/>
                  </a:lnTo>
                  <a:lnTo>
                    <a:pt x="128588" y="164782"/>
                  </a:lnTo>
                  <a:cubicBezTo>
                    <a:pt x="173355" y="164782"/>
                    <a:pt x="197168" y="146685"/>
                    <a:pt x="197168" y="1104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5" name="Freihandform: Form 184">
              <a:extLst>
                <a:ext uri="{FF2B5EF4-FFF2-40B4-BE49-F238E27FC236}">
                  <a16:creationId xmlns:a16="http://schemas.microsoft.com/office/drawing/2014/main" id="{F0BDD119-E404-4E32-9FCD-F32FF7160AB0}"/>
                </a:ext>
              </a:extLst>
            </p:cNvPr>
            <p:cNvSpPr/>
            <p:nvPr/>
          </p:nvSpPr>
          <p:spPr>
            <a:xfrm>
              <a:off x="5523546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3 w 242887"/>
                <a:gd name="connsiteY11" fmla="*/ 115252 h 279082"/>
                <a:gd name="connsiteX12" fmla="*/ 124778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3" y="264795"/>
                    <a:pt x="173355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6" name="Freihandform: Form 185">
              <a:extLst>
                <a:ext uri="{FF2B5EF4-FFF2-40B4-BE49-F238E27FC236}">
                  <a16:creationId xmlns:a16="http://schemas.microsoft.com/office/drawing/2014/main" id="{3E823F4D-1704-4718-A76C-8A78BB2CF3CD}"/>
                </a:ext>
              </a:extLst>
            </p:cNvPr>
            <p:cNvSpPr/>
            <p:nvPr/>
          </p:nvSpPr>
          <p:spPr>
            <a:xfrm>
              <a:off x="5821679" y="3216591"/>
              <a:ext cx="224789" cy="280035"/>
            </a:xfrm>
            <a:custGeom>
              <a:avLst/>
              <a:gdLst>
                <a:gd name="connsiteX0" fmla="*/ 222885 w 224789"/>
                <a:gd name="connsiteY0" fmla="*/ 237173 h 280035"/>
                <a:gd name="connsiteX1" fmla="*/ 127635 w 224789"/>
                <a:gd name="connsiteY1" fmla="*/ 280035 h 280035"/>
                <a:gd name="connsiteX2" fmla="*/ 0 w 224789"/>
                <a:gd name="connsiteY2" fmla="*/ 140970 h 280035"/>
                <a:gd name="connsiteX3" fmla="*/ 128588 w 224789"/>
                <a:gd name="connsiteY3" fmla="*/ 0 h 280035"/>
                <a:gd name="connsiteX4" fmla="*/ 224790 w 224789"/>
                <a:gd name="connsiteY4" fmla="*/ 45720 h 280035"/>
                <a:gd name="connsiteX5" fmla="*/ 181927 w 224789"/>
                <a:gd name="connsiteY5" fmla="*/ 86678 h 280035"/>
                <a:gd name="connsiteX6" fmla="*/ 128588 w 224789"/>
                <a:gd name="connsiteY6" fmla="*/ 57150 h 280035"/>
                <a:gd name="connsiteX7" fmla="*/ 62865 w 224789"/>
                <a:gd name="connsiteY7" fmla="*/ 140017 h 280035"/>
                <a:gd name="connsiteX8" fmla="*/ 128588 w 224789"/>
                <a:gd name="connsiteY8" fmla="*/ 222885 h 280035"/>
                <a:gd name="connsiteX9" fmla="*/ 183832 w 224789"/>
                <a:gd name="connsiteY9" fmla="*/ 193358 h 280035"/>
                <a:gd name="connsiteX10" fmla="*/ 222885 w 224789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7" name="Freihandform: Form 186">
              <a:extLst>
                <a:ext uri="{FF2B5EF4-FFF2-40B4-BE49-F238E27FC236}">
                  <a16:creationId xmlns:a16="http://schemas.microsoft.com/office/drawing/2014/main" id="{0FDE95C1-131B-435A-9D59-14FB31EE8986}"/>
                </a:ext>
              </a:extLst>
            </p:cNvPr>
            <p:cNvSpPr/>
            <p:nvPr/>
          </p:nvSpPr>
          <p:spPr>
            <a:xfrm>
              <a:off x="6099809" y="3100387"/>
              <a:ext cx="228600" cy="390525"/>
            </a:xfrm>
            <a:custGeom>
              <a:avLst/>
              <a:gdLst>
                <a:gd name="connsiteX0" fmla="*/ 228600 w 228600"/>
                <a:gd name="connsiteY0" fmla="*/ 390525 h 390525"/>
                <a:gd name="connsiteX1" fmla="*/ 166688 w 228600"/>
                <a:gd name="connsiteY1" fmla="*/ 390525 h 390525"/>
                <a:gd name="connsiteX2" fmla="*/ 166688 w 228600"/>
                <a:gd name="connsiteY2" fmla="*/ 238125 h 390525"/>
                <a:gd name="connsiteX3" fmla="*/ 117158 w 228600"/>
                <a:gd name="connsiteY3" fmla="*/ 173355 h 390525"/>
                <a:gd name="connsiteX4" fmla="*/ 61913 w 228600"/>
                <a:gd name="connsiteY4" fmla="*/ 238125 h 390525"/>
                <a:gd name="connsiteX5" fmla="*/ 61913 w 228600"/>
                <a:gd name="connsiteY5" fmla="*/ 390525 h 390525"/>
                <a:gd name="connsiteX6" fmla="*/ 0 w 228600"/>
                <a:gd name="connsiteY6" fmla="*/ 390525 h 390525"/>
                <a:gd name="connsiteX7" fmla="*/ 0 w 228600"/>
                <a:gd name="connsiteY7" fmla="*/ 16192 h 390525"/>
                <a:gd name="connsiteX8" fmla="*/ 61913 w 228600"/>
                <a:gd name="connsiteY8" fmla="*/ 0 h 390525"/>
                <a:gd name="connsiteX9" fmla="*/ 61913 w 228600"/>
                <a:gd name="connsiteY9" fmla="*/ 155258 h 390525"/>
                <a:gd name="connsiteX10" fmla="*/ 62865 w 228600"/>
                <a:gd name="connsiteY10" fmla="*/ 155258 h 390525"/>
                <a:gd name="connsiteX11" fmla="*/ 140970 w 228600"/>
                <a:gd name="connsiteY11" fmla="*/ 116205 h 390525"/>
                <a:gd name="connsiteX12" fmla="*/ 228600 w 228600"/>
                <a:gd name="connsiteY12" fmla="*/ 223838 h 390525"/>
                <a:gd name="connsiteX13" fmla="*/ 228600 w 228600"/>
                <a:gd name="connsiteY13" fmla="*/ 390525 h 390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90525">
                  <a:moveTo>
                    <a:pt x="228600" y="390525"/>
                  </a:moveTo>
                  <a:lnTo>
                    <a:pt x="166688" y="390525"/>
                  </a:lnTo>
                  <a:lnTo>
                    <a:pt x="166688" y="238125"/>
                  </a:lnTo>
                  <a:cubicBezTo>
                    <a:pt x="166688" y="199073"/>
                    <a:pt x="154305" y="173355"/>
                    <a:pt x="117158" y="173355"/>
                  </a:cubicBezTo>
                  <a:cubicBezTo>
                    <a:pt x="74295" y="173355"/>
                    <a:pt x="61913" y="207645"/>
                    <a:pt x="61913" y="238125"/>
                  </a:cubicBezTo>
                  <a:lnTo>
                    <a:pt x="61913" y="390525"/>
                  </a:lnTo>
                  <a:lnTo>
                    <a:pt x="0" y="390525"/>
                  </a:lnTo>
                  <a:lnTo>
                    <a:pt x="0" y="16192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9052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8" name="Freihandform: Form 187">
              <a:extLst>
                <a:ext uri="{FF2B5EF4-FFF2-40B4-BE49-F238E27FC236}">
                  <a16:creationId xmlns:a16="http://schemas.microsoft.com/office/drawing/2014/main" id="{500E535E-8025-4D42-9149-C207DDA98379}"/>
                </a:ext>
              </a:extLst>
            </p:cNvPr>
            <p:cNvSpPr/>
            <p:nvPr/>
          </p:nvSpPr>
          <p:spPr>
            <a:xfrm>
              <a:off x="6377939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7 w 165734"/>
                <a:gd name="connsiteY9" fmla="*/ 0 h 358140"/>
                <a:gd name="connsiteX10" fmla="*/ 101917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7 w 165734"/>
                <a:gd name="connsiteY13" fmla="*/ 138113 h 358140"/>
                <a:gd name="connsiteX14" fmla="*/ 101917 w 165734"/>
                <a:gd name="connsiteY14" fmla="*/ 269558 h 358140"/>
                <a:gd name="connsiteX15" fmla="*/ 130492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2"/>
                    <a:pt x="110490" y="304800"/>
                    <a:pt x="130492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9" name="Freihandform: Form 188">
              <a:extLst>
                <a:ext uri="{FF2B5EF4-FFF2-40B4-BE49-F238E27FC236}">
                  <a16:creationId xmlns:a16="http://schemas.microsoft.com/office/drawing/2014/main" id="{EF497F22-FF1E-455E-9B26-2218731DEA9E}"/>
                </a:ext>
              </a:extLst>
            </p:cNvPr>
            <p:cNvSpPr/>
            <p:nvPr/>
          </p:nvSpPr>
          <p:spPr>
            <a:xfrm>
              <a:off x="6588442" y="3216591"/>
              <a:ext cx="205739" cy="280035"/>
            </a:xfrm>
            <a:custGeom>
              <a:avLst/>
              <a:gdLst>
                <a:gd name="connsiteX0" fmla="*/ 29527 w 205739"/>
                <a:gd name="connsiteY0" fmla="*/ 198120 h 280035"/>
                <a:gd name="connsiteX1" fmla="*/ 104775 w 205739"/>
                <a:gd name="connsiteY1" fmla="*/ 227648 h 280035"/>
                <a:gd name="connsiteX2" fmla="*/ 143827 w 205739"/>
                <a:gd name="connsiteY2" fmla="*/ 200978 h 280035"/>
                <a:gd name="connsiteX3" fmla="*/ 10477 w 205739"/>
                <a:gd name="connsiteY3" fmla="*/ 82868 h 280035"/>
                <a:gd name="connsiteX4" fmla="*/ 111443 w 205739"/>
                <a:gd name="connsiteY4" fmla="*/ 0 h 280035"/>
                <a:gd name="connsiteX5" fmla="*/ 203835 w 205739"/>
                <a:gd name="connsiteY5" fmla="*/ 27623 h 280035"/>
                <a:gd name="connsiteX6" fmla="*/ 174307 w 205739"/>
                <a:gd name="connsiteY6" fmla="*/ 76200 h 280035"/>
                <a:gd name="connsiteX7" fmla="*/ 110490 w 205739"/>
                <a:gd name="connsiteY7" fmla="*/ 52388 h 280035"/>
                <a:gd name="connsiteX8" fmla="*/ 72390 w 205739"/>
                <a:gd name="connsiteY8" fmla="*/ 77153 h 280035"/>
                <a:gd name="connsiteX9" fmla="*/ 205740 w 205739"/>
                <a:gd name="connsiteY9" fmla="*/ 195263 h 280035"/>
                <a:gd name="connsiteX10" fmla="*/ 102870 w 205739"/>
                <a:gd name="connsiteY10" fmla="*/ 280035 h 280035"/>
                <a:gd name="connsiteX11" fmla="*/ 0 w 205739"/>
                <a:gd name="connsiteY11" fmla="*/ 247650 h 280035"/>
                <a:gd name="connsiteX12" fmla="*/ 29527 w 205739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5">
                  <a:moveTo>
                    <a:pt x="29527" y="198120"/>
                  </a:moveTo>
                  <a:cubicBezTo>
                    <a:pt x="56197" y="218123"/>
                    <a:pt x="80963" y="227648"/>
                    <a:pt x="104775" y="227648"/>
                  </a:cubicBezTo>
                  <a:cubicBezTo>
                    <a:pt x="127635" y="227648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3" y="0"/>
                  </a:cubicBezTo>
                  <a:cubicBezTo>
                    <a:pt x="143827" y="0"/>
                    <a:pt x="175260" y="9525"/>
                    <a:pt x="203835" y="27623"/>
                  </a:cubicBezTo>
                  <a:lnTo>
                    <a:pt x="174307" y="76200"/>
                  </a:lnTo>
                  <a:cubicBezTo>
                    <a:pt x="151447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0" name="Freihandform: Form 189">
              <a:extLst>
                <a:ext uri="{FF2B5EF4-FFF2-40B4-BE49-F238E27FC236}">
                  <a16:creationId xmlns:a16="http://schemas.microsoft.com/office/drawing/2014/main" id="{B60477FE-90C0-4774-9C70-17D5CA53298D}"/>
                </a:ext>
              </a:extLst>
            </p:cNvPr>
            <p:cNvSpPr/>
            <p:nvPr/>
          </p:nvSpPr>
          <p:spPr>
            <a:xfrm>
              <a:off x="6837044" y="3224212"/>
              <a:ext cx="376237" cy="266700"/>
            </a:xfrm>
            <a:custGeom>
              <a:avLst/>
              <a:gdLst>
                <a:gd name="connsiteX0" fmla="*/ 376238 w 376237"/>
                <a:gd name="connsiteY0" fmla="*/ 0 h 266700"/>
                <a:gd name="connsiteX1" fmla="*/ 297180 w 376237"/>
                <a:gd name="connsiteY1" fmla="*/ 266700 h 266700"/>
                <a:gd name="connsiteX2" fmla="*/ 237173 w 376237"/>
                <a:gd name="connsiteY2" fmla="*/ 266700 h 266700"/>
                <a:gd name="connsiteX3" fmla="*/ 188595 w 376237"/>
                <a:gd name="connsiteY3" fmla="*/ 81915 h 266700"/>
                <a:gd name="connsiteX4" fmla="*/ 187643 w 376237"/>
                <a:gd name="connsiteY4" fmla="*/ 81915 h 266700"/>
                <a:gd name="connsiteX5" fmla="*/ 139065 w 376237"/>
                <a:gd name="connsiteY5" fmla="*/ 266700 h 266700"/>
                <a:gd name="connsiteX6" fmla="*/ 79057 w 376237"/>
                <a:gd name="connsiteY6" fmla="*/ 266700 h 266700"/>
                <a:gd name="connsiteX7" fmla="*/ 0 w 376237"/>
                <a:gd name="connsiteY7" fmla="*/ 0 h 266700"/>
                <a:gd name="connsiteX8" fmla="*/ 65723 w 376237"/>
                <a:gd name="connsiteY8" fmla="*/ 0 h 266700"/>
                <a:gd name="connsiteX9" fmla="*/ 111443 w 376237"/>
                <a:gd name="connsiteY9" fmla="*/ 180022 h 266700"/>
                <a:gd name="connsiteX10" fmla="*/ 112395 w 376237"/>
                <a:gd name="connsiteY10" fmla="*/ 180022 h 266700"/>
                <a:gd name="connsiteX11" fmla="*/ 159068 w 376237"/>
                <a:gd name="connsiteY11" fmla="*/ 0 h 266700"/>
                <a:gd name="connsiteX12" fmla="*/ 216218 w 376237"/>
                <a:gd name="connsiteY12" fmla="*/ 0 h 266700"/>
                <a:gd name="connsiteX13" fmla="*/ 264795 w 376237"/>
                <a:gd name="connsiteY13" fmla="*/ 180022 h 266700"/>
                <a:gd name="connsiteX14" fmla="*/ 265748 w 376237"/>
                <a:gd name="connsiteY14" fmla="*/ 180022 h 266700"/>
                <a:gd name="connsiteX15" fmla="*/ 311468 w 376237"/>
                <a:gd name="connsiteY15" fmla="*/ 0 h 266700"/>
                <a:gd name="connsiteX16" fmla="*/ 376238 w 376237"/>
                <a:gd name="connsiteY16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76237" h="266700">
                  <a:moveTo>
                    <a:pt x="376238" y="0"/>
                  </a:moveTo>
                  <a:lnTo>
                    <a:pt x="297180" y="266700"/>
                  </a:lnTo>
                  <a:lnTo>
                    <a:pt x="237173" y="266700"/>
                  </a:lnTo>
                  <a:lnTo>
                    <a:pt x="188595" y="81915"/>
                  </a:lnTo>
                  <a:lnTo>
                    <a:pt x="187643" y="81915"/>
                  </a:lnTo>
                  <a:lnTo>
                    <a:pt x="139065" y="266700"/>
                  </a:lnTo>
                  <a:lnTo>
                    <a:pt x="79057" y="266700"/>
                  </a:lnTo>
                  <a:lnTo>
                    <a:pt x="0" y="0"/>
                  </a:lnTo>
                  <a:lnTo>
                    <a:pt x="65723" y="0"/>
                  </a:lnTo>
                  <a:lnTo>
                    <a:pt x="111443" y="180022"/>
                  </a:lnTo>
                  <a:lnTo>
                    <a:pt x="112395" y="180022"/>
                  </a:lnTo>
                  <a:lnTo>
                    <a:pt x="159068" y="0"/>
                  </a:lnTo>
                  <a:lnTo>
                    <a:pt x="216218" y="0"/>
                  </a:lnTo>
                  <a:lnTo>
                    <a:pt x="264795" y="180022"/>
                  </a:lnTo>
                  <a:lnTo>
                    <a:pt x="265748" y="180022"/>
                  </a:lnTo>
                  <a:lnTo>
                    <a:pt x="311468" y="0"/>
                  </a:lnTo>
                  <a:lnTo>
                    <a:pt x="3762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1" name="Freihandform: Form 190">
              <a:extLst>
                <a:ext uri="{FF2B5EF4-FFF2-40B4-BE49-F238E27FC236}">
                  <a16:creationId xmlns:a16="http://schemas.microsoft.com/office/drawing/2014/main" id="{EF0023EF-8627-43B5-8FB5-CA3ADDC100FB}"/>
                </a:ext>
              </a:extLst>
            </p:cNvPr>
            <p:cNvSpPr/>
            <p:nvPr/>
          </p:nvSpPr>
          <p:spPr>
            <a:xfrm>
              <a:off x="7259954" y="3105149"/>
              <a:ext cx="79057" cy="385762"/>
            </a:xfrm>
            <a:custGeom>
              <a:avLst/>
              <a:gdLst>
                <a:gd name="connsiteX0" fmla="*/ 79057 w 79057"/>
                <a:gd name="connsiteY0" fmla="*/ 38100 h 385762"/>
                <a:gd name="connsiteX1" fmla="*/ 39052 w 79057"/>
                <a:gd name="connsiteY1" fmla="*/ 76200 h 385762"/>
                <a:gd name="connsiteX2" fmla="*/ 0 w 79057"/>
                <a:gd name="connsiteY2" fmla="*/ 38100 h 385762"/>
                <a:gd name="connsiteX3" fmla="*/ 39052 w 79057"/>
                <a:gd name="connsiteY3" fmla="*/ 0 h 385762"/>
                <a:gd name="connsiteX4" fmla="*/ 79057 w 79057"/>
                <a:gd name="connsiteY4" fmla="*/ 38100 h 385762"/>
                <a:gd name="connsiteX5" fmla="*/ 70485 w 79057"/>
                <a:gd name="connsiteY5" fmla="*/ 385763 h 385762"/>
                <a:gd name="connsiteX6" fmla="*/ 8572 w 79057"/>
                <a:gd name="connsiteY6" fmla="*/ 385763 h 385762"/>
                <a:gd name="connsiteX7" fmla="*/ 8572 w 79057"/>
                <a:gd name="connsiteY7" fmla="*/ 119063 h 385762"/>
                <a:gd name="connsiteX8" fmla="*/ 70485 w 79057"/>
                <a:gd name="connsiteY8" fmla="*/ 119063 h 385762"/>
                <a:gd name="connsiteX9" fmla="*/ 70485 w 79057"/>
                <a:gd name="connsiteY9" fmla="*/ 385763 h 385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5762">
                  <a:moveTo>
                    <a:pt x="79057" y="38100"/>
                  </a:moveTo>
                  <a:cubicBezTo>
                    <a:pt x="79057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1913" y="0"/>
                    <a:pt x="79057" y="16192"/>
                    <a:pt x="79057" y="38100"/>
                  </a:cubicBezTo>
                  <a:close/>
                  <a:moveTo>
                    <a:pt x="70485" y="385763"/>
                  </a:moveTo>
                  <a:lnTo>
                    <a:pt x="8572" y="385763"/>
                  </a:lnTo>
                  <a:lnTo>
                    <a:pt x="8572" y="119063"/>
                  </a:lnTo>
                  <a:lnTo>
                    <a:pt x="70485" y="119063"/>
                  </a:lnTo>
                  <a:lnTo>
                    <a:pt x="70485" y="385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2" name="Freihandform: Form 191">
              <a:extLst>
                <a:ext uri="{FF2B5EF4-FFF2-40B4-BE49-F238E27FC236}">
                  <a16:creationId xmlns:a16="http://schemas.microsoft.com/office/drawing/2014/main" id="{74358F21-1A96-45BD-993F-F2F065AA2251}"/>
                </a:ext>
              </a:extLst>
            </p:cNvPr>
            <p:cNvSpPr/>
            <p:nvPr/>
          </p:nvSpPr>
          <p:spPr>
            <a:xfrm>
              <a:off x="7388542" y="3216591"/>
              <a:ext cx="205739" cy="280035"/>
            </a:xfrm>
            <a:custGeom>
              <a:avLst/>
              <a:gdLst>
                <a:gd name="connsiteX0" fmla="*/ 29527 w 205739"/>
                <a:gd name="connsiteY0" fmla="*/ 198120 h 280035"/>
                <a:gd name="connsiteX1" fmla="*/ 104775 w 205739"/>
                <a:gd name="connsiteY1" fmla="*/ 227648 h 280035"/>
                <a:gd name="connsiteX2" fmla="*/ 143827 w 205739"/>
                <a:gd name="connsiteY2" fmla="*/ 200978 h 280035"/>
                <a:gd name="connsiteX3" fmla="*/ 10477 w 205739"/>
                <a:gd name="connsiteY3" fmla="*/ 82868 h 280035"/>
                <a:gd name="connsiteX4" fmla="*/ 111443 w 205739"/>
                <a:gd name="connsiteY4" fmla="*/ 0 h 280035"/>
                <a:gd name="connsiteX5" fmla="*/ 203835 w 205739"/>
                <a:gd name="connsiteY5" fmla="*/ 27623 h 280035"/>
                <a:gd name="connsiteX6" fmla="*/ 174307 w 205739"/>
                <a:gd name="connsiteY6" fmla="*/ 76200 h 280035"/>
                <a:gd name="connsiteX7" fmla="*/ 110490 w 205739"/>
                <a:gd name="connsiteY7" fmla="*/ 52388 h 280035"/>
                <a:gd name="connsiteX8" fmla="*/ 72390 w 205739"/>
                <a:gd name="connsiteY8" fmla="*/ 77153 h 280035"/>
                <a:gd name="connsiteX9" fmla="*/ 205740 w 205739"/>
                <a:gd name="connsiteY9" fmla="*/ 195263 h 280035"/>
                <a:gd name="connsiteX10" fmla="*/ 102870 w 205739"/>
                <a:gd name="connsiteY10" fmla="*/ 280035 h 280035"/>
                <a:gd name="connsiteX11" fmla="*/ 0 w 205739"/>
                <a:gd name="connsiteY11" fmla="*/ 247650 h 280035"/>
                <a:gd name="connsiteX12" fmla="*/ 29527 w 205739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5">
                  <a:moveTo>
                    <a:pt x="29527" y="198120"/>
                  </a:moveTo>
                  <a:cubicBezTo>
                    <a:pt x="56197" y="218123"/>
                    <a:pt x="80963" y="227648"/>
                    <a:pt x="104775" y="227648"/>
                  </a:cubicBezTo>
                  <a:cubicBezTo>
                    <a:pt x="127635" y="227648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3" y="0"/>
                  </a:cubicBezTo>
                  <a:cubicBezTo>
                    <a:pt x="143827" y="0"/>
                    <a:pt x="175260" y="9525"/>
                    <a:pt x="203835" y="27623"/>
                  </a:cubicBezTo>
                  <a:lnTo>
                    <a:pt x="174307" y="76200"/>
                  </a:lnTo>
                  <a:cubicBezTo>
                    <a:pt x="151447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3" name="Freihandform: Form 192">
              <a:extLst>
                <a:ext uri="{FF2B5EF4-FFF2-40B4-BE49-F238E27FC236}">
                  <a16:creationId xmlns:a16="http://schemas.microsoft.com/office/drawing/2014/main" id="{13A8A515-862A-4F6A-82DB-B96CF42A8D67}"/>
                </a:ext>
              </a:extLst>
            </p:cNvPr>
            <p:cNvSpPr/>
            <p:nvPr/>
          </p:nvSpPr>
          <p:spPr>
            <a:xfrm>
              <a:off x="7635239" y="3216591"/>
              <a:ext cx="205740" cy="280035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3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6198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3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4" name="Freihandform: Form 193">
              <a:extLst>
                <a:ext uri="{FF2B5EF4-FFF2-40B4-BE49-F238E27FC236}">
                  <a16:creationId xmlns:a16="http://schemas.microsoft.com/office/drawing/2014/main" id="{CBE2C598-8BEA-4337-B381-3B90B86F167A}"/>
                </a:ext>
              </a:extLst>
            </p:cNvPr>
            <p:cNvSpPr/>
            <p:nvPr/>
          </p:nvSpPr>
          <p:spPr>
            <a:xfrm>
              <a:off x="7890509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5" name="Freihandform: Form 194">
              <a:extLst>
                <a:ext uri="{FF2B5EF4-FFF2-40B4-BE49-F238E27FC236}">
                  <a16:creationId xmlns:a16="http://schemas.microsoft.com/office/drawing/2014/main" id="{193C3EB6-379F-462A-97E1-8223B7D72B98}"/>
                </a:ext>
              </a:extLst>
            </p:cNvPr>
            <p:cNvSpPr/>
            <p:nvPr/>
          </p:nvSpPr>
          <p:spPr>
            <a:xfrm>
              <a:off x="8202929" y="3217544"/>
              <a:ext cx="228600" cy="273367"/>
            </a:xfrm>
            <a:custGeom>
              <a:avLst/>
              <a:gdLst>
                <a:gd name="connsiteX0" fmla="*/ 228600 w 228600"/>
                <a:gd name="connsiteY0" fmla="*/ 273367 h 273367"/>
                <a:gd name="connsiteX1" fmla="*/ 166688 w 228600"/>
                <a:gd name="connsiteY1" fmla="*/ 273367 h 273367"/>
                <a:gd name="connsiteX2" fmla="*/ 166688 w 228600"/>
                <a:gd name="connsiteY2" fmla="*/ 120967 h 273367"/>
                <a:gd name="connsiteX3" fmla="*/ 117157 w 228600"/>
                <a:gd name="connsiteY3" fmla="*/ 56197 h 273367"/>
                <a:gd name="connsiteX4" fmla="*/ 61913 w 228600"/>
                <a:gd name="connsiteY4" fmla="*/ 120967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3 h 273367"/>
                <a:gd name="connsiteX13" fmla="*/ 228600 w 228600"/>
                <a:gd name="connsiteY13" fmla="*/ 273367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3367"/>
                  </a:moveTo>
                  <a:lnTo>
                    <a:pt x="166688" y="273367"/>
                  </a:lnTo>
                  <a:lnTo>
                    <a:pt x="166688" y="120967"/>
                  </a:lnTo>
                  <a:cubicBezTo>
                    <a:pt x="166688" y="81915"/>
                    <a:pt x="155257" y="56197"/>
                    <a:pt x="117157" y="56197"/>
                  </a:cubicBezTo>
                  <a:cubicBezTo>
                    <a:pt x="73343" y="56197"/>
                    <a:pt x="61913" y="91440"/>
                    <a:pt x="61913" y="120967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336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6" name="Freihandform: Form 195">
              <a:extLst>
                <a:ext uri="{FF2B5EF4-FFF2-40B4-BE49-F238E27FC236}">
                  <a16:creationId xmlns:a16="http://schemas.microsoft.com/office/drawing/2014/main" id="{AB878F57-4CD5-487D-B929-B5D17E7037DA}"/>
                </a:ext>
              </a:extLst>
            </p:cNvPr>
            <p:cNvSpPr/>
            <p:nvPr/>
          </p:nvSpPr>
          <p:spPr>
            <a:xfrm>
              <a:off x="8487726" y="3216591"/>
              <a:ext cx="205740" cy="280035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3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6198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3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7" name="Freihandform: Form 196">
              <a:extLst>
                <a:ext uri="{FF2B5EF4-FFF2-40B4-BE49-F238E27FC236}">
                  <a16:creationId xmlns:a16="http://schemas.microsoft.com/office/drawing/2014/main" id="{A9DF4386-8A6E-409B-9C72-1C6CE27164A2}"/>
                </a:ext>
              </a:extLst>
            </p:cNvPr>
            <p:cNvSpPr/>
            <p:nvPr/>
          </p:nvSpPr>
          <p:spPr>
            <a:xfrm>
              <a:off x="8743949" y="3216591"/>
              <a:ext cx="224789" cy="280035"/>
            </a:xfrm>
            <a:custGeom>
              <a:avLst/>
              <a:gdLst>
                <a:gd name="connsiteX0" fmla="*/ 222885 w 224789"/>
                <a:gd name="connsiteY0" fmla="*/ 237173 h 280035"/>
                <a:gd name="connsiteX1" fmla="*/ 127635 w 224789"/>
                <a:gd name="connsiteY1" fmla="*/ 280035 h 280035"/>
                <a:gd name="connsiteX2" fmla="*/ 0 w 224789"/>
                <a:gd name="connsiteY2" fmla="*/ 140970 h 280035"/>
                <a:gd name="connsiteX3" fmla="*/ 128588 w 224789"/>
                <a:gd name="connsiteY3" fmla="*/ 0 h 280035"/>
                <a:gd name="connsiteX4" fmla="*/ 224790 w 224789"/>
                <a:gd name="connsiteY4" fmla="*/ 45720 h 280035"/>
                <a:gd name="connsiteX5" fmla="*/ 181927 w 224789"/>
                <a:gd name="connsiteY5" fmla="*/ 86678 h 280035"/>
                <a:gd name="connsiteX6" fmla="*/ 128588 w 224789"/>
                <a:gd name="connsiteY6" fmla="*/ 57150 h 280035"/>
                <a:gd name="connsiteX7" fmla="*/ 62865 w 224789"/>
                <a:gd name="connsiteY7" fmla="*/ 140017 h 280035"/>
                <a:gd name="connsiteX8" fmla="*/ 128588 w 224789"/>
                <a:gd name="connsiteY8" fmla="*/ 222885 h 280035"/>
                <a:gd name="connsiteX9" fmla="*/ 183832 w 224789"/>
                <a:gd name="connsiteY9" fmla="*/ 193358 h 280035"/>
                <a:gd name="connsiteX10" fmla="*/ 222885 w 224789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8" name="Freihandform: Form 197">
              <a:extLst>
                <a:ext uri="{FF2B5EF4-FFF2-40B4-BE49-F238E27FC236}">
                  <a16:creationId xmlns:a16="http://schemas.microsoft.com/office/drawing/2014/main" id="{4851C5E3-828C-4527-B7BD-3339989145C7}"/>
                </a:ext>
              </a:extLst>
            </p:cNvPr>
            <p:cNvSpPr/>
            <p:nvPr/>
          </p:nvSpPr>
          <p:spPr>
            <a:xfrm>
              <a:off x="9022079" y="3100387"/>
              <a:ext cx="228600" cy="390525"/>
            </a:xfrm>
            <a:custGeom>
              <a:avLst/>
              <a:gdLst>
                <a:gd name="connsiteX0" fmla="*/ 228600 w 228600"/>
                <a:gd name="connsiteY0" fmla="*/ 390525 h 390525"/>
                <a:gd name="connsiteX1" fmla="*/ 166688 w 228600"/>
                <a:gd name="connsiteY1" fmla="*/ 390525 h 390525"/>
                <a:gd name="connsiteX2" fmla="*/ 166688 w 228600"/>
                <a:gd name="connsiteY2" fmla="*/ 238125 h 390525"/>
                <a:gd name="connsiteX3" fmla="*/ 117157 w 228600"/>
                <a:gd name="connsiteY3" fmla="*/ 173355 h 390525"/>
                <a:gd name="connsiteX4" fmla="*/ 61913 w 228600"/>
                <a:gd name="connsiteY4" fmla="*/ 238125 h 390525"/>
                <a:gd name="connsiteX5" fmla="*/ 61913 w 228600"/>
                <a:gd name="connsiteY5" fmla="*/ 390525 h 390525"/>
                <a:gd name="connsiteX6" fmla="*/ 0 w 228600"/>
                <a:gd name="connsiteY6" fmla="*/ 390525 h 390525"/>
                <a:gd name="connsiteX7" fmla="*/ 0 w 228600"/>
                <a:gd name="connsiteY7" fmla="*/ 16192 h 390525"/>
                <a:gd name="connsiteX8" fmla="*/ 61913 w 228600"/>
                <a:gd name="connsiteY8" fmla="*/ 0 h 390525"/>
                <a:gd name="connsiteX9" fmla="*/ 61913 w 228600"/>
                <a:gd name="connsiteY9" fmla="*/ 155258 h 390525"/>
                <a:gd name="connsiteX10" fmla="*/ 62865 w 228600"/>
                <a:gd name="connsiteY10" fmla="*/ 155258 h 390525"/>
                <a:gd name="connsiteX11" fmla="*/ 140970 w 228600"/>
                <a:gd name="connsiteY11" fmla="*/ 116205 h 390525"/>
                <a:gd name="connsiteX12" fmla="*/ 228600 w 228600"/>
                <a:gd name="connsiteY12" fmla="*/ 223838 h 390525"/>
                <a:gd name="connsiteX13" fmla="*/ 228600 w 228600"/>
                <a:gd name="connsiteY13" fmla="*/ 390525 h 390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90525">
                  <a:moveTo>
                    <a:pt x="228600" y="390525"/>
                  </a:moveTo>
                  <a:lnTo>
                    <a:pt x="166688" y="390525"/>
                  </a:lnTo>
                  <a:lnTo>
                    <a:pt x="166688" y="238125"/>
                  </a:lnTo>
                  <a:cubicBezTo>
                    <a:pt x="166688" y="199073"/>
                    <a:pt x="154305" y="173355"/>
                    <a:pt x="117157" y="173355"/>
                  </a:cubicBezTo>
                  <a:cubicBezTo>
                    <a:pt x="74295" y="173355"/>
                    <a:pt x="61913" y="207645"/>
                    <a:pt x="61913" y="238125"/>
                  </a:cubicBezTo>
                  <a:lnTo>
                    <a:pt x="61913" y="390525"/>
                  </a:lnTo>
                  <a:lnTo>
                    <a:pt x="0" y="390525"/>
                  </a:lnTo>
                  <a:lnTo>
                    <a:pt x="0" y="16192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7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9052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9" name="Freihandform: Form 198">
              <a:extLst>
                <a:ext uri="{FF2B5EF4-FFF2-40B4-BE49-F238E27FC236}">
                  <a16:creationId xmlns:a16="http://schemas.microsoft.com/office/drawing/2014/main" id="{A9397179-8378-443B-9F78-4EC0E5FF56C9}"/>
                </a:ext>
              </a:extLst>
            </p:cNvPr>
            <p:cNvSpPr/>
            <p:nvPr/>
          </p:nvSpPr>
          <p:spPr>
            <a:xfrm>
              <a:off x="9312592" y="3217544"/>
              <a:ext cx="225742" cy="279082"/>
            </a:xfrm>
            <a:custGeom>
              <a:avLst/>
              <a:gdLst>
                <a:gd name="connsiteX0" fmla="*/ 114300 w 225742"/>
                <a:gd name="connsiteY0" fmla="*/ 107633 h 279082"/>
                <a:gd name="connsiteX1" fmla="*/ 164782 w 225742"/>
                <a:gd name="connsiteY1" fmla="*/ 113347 h 279082"/>
                <a:gd name="connsiteX2" fmla="*/ 164782 w 225742"/>
                <a:gd name="connsiteY2" fmla="*/ 103822 h 279082"/>
                <a:gd name="connsiteX3" fmla="*/ 105727 w 225742"/>
                <a:gd name="connsiteY3" fmla="*/ 52388 h 279082"/>
                <a:gd name="connsiteX4" fmla="*/ 38100 w 225742"/>
                <a:gd name="connsiteY4" fmla="*/ 67627 h 279082"/>
                <a:gd name="connsiteX5" fmla="*/ 24765 w 225742"/>
                <a:gd name="connsiteY5" fmla="*/ 15240 h 279082"/>
                <a:gd name="connsiteX6" fmla="*/ 112395 w 225742"/>
                <a:gd name="connsiteY6" fmla="*/ 0 h 279082"/>
                <a:gd name="connsiteX7" fmla="*/ 225743 w 225742"/>
                <a:gd name="connsiteY7" fmla="*/ 102870 h 279082"/>
                <a:gd name="connsiteX8" fmla="*/ 225743 w 225742"/>
                <a:gd name="connsiteY8" fmla="*/ 273367 h 279082"/>
                <a:gd name="connsiteX9" fmla="*/ 166688 w 225742"/>
                <a:gd name="connsiteY9" fmla="*/ 273367 h 279082"/>
                <a:gd name="connsiteX10" fmla="*/ 166688 w 225742"/>
                <a:gd name="connsiteY10" fmla="*/ 244792 h 279082"/>
                <a:gd name="connsiteX11" fmla="*/ 165735 w 225742"/>
                <a:gd name="connsiteY11" fmla="*/ 244792 h 279082"/>
                <a:gd name="connsiteX12" fmla="*/ 87630 w 225742"/>
                <a:gd name="connsiteY12" fmla="*/ 279083 h 279082"/>
                <a:gd name="connsiteX13" fmla="*/ 0 w 225742"/>
                <a:gd name="connsiteY13" fmla="*/ 194310 h 279082"/>
                <a:gd name="connsiteX14" fmla="*/ 114300 w 225742"/>
                <a:gd name="connsiteY14" fmla="*/ 107633 h 279082"/>
                <a:gd name="connsiteX15" fmla="*/ 103822 w 225742"/>
                <a:gd name="connsiteY15" fmla="*/ 232410 h 279082"/>
                <a:gd name="connsiteX16" fmla="*/ 164782 w 225742"/>
                <a:gd name="connsiteY16" fmla="*/ 200025 h 279082"/>
                <a:gd name="connsiteX17" fmla="*/ 164782 w 225742"/>
                <a:gd name="connsiteY17" fmla="*/ 153352 h 279082"/>
                <a:gd name="connsiteX18" fmla="*/ 120968 w 225742"/>
                <a:gd name="connsiteY18" fmla="*/ 148590 h 279082"/>
                <a:gd name="connsiteX19" fmla="*/ 59055 w 225742"/>
                <a:gd name="connsiteY19" fmla="*/ 192405 h 279082"/>
                <a:gd name="connsiteX20" fmla="*/ 103822 w 225742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42" h="279082">
                  <a:moveTo>
                    <a:pt x="114300" y="107633"/>
                  </a:moveTo>
                  <a:cubicBezTo>
                    <a:pt x="131445" y="107633"/>
                    <a:pt x="147638" y="108585"/>
                    <a:pt x="164782" y="113347"/>
                  </a:cubicBezTo>
                  <a:lnTo>
                    <a:pt x="164782" y="103822"/>
                  </a:lnTo>
                  <a:cubicBezTo>
                    <a:pt x="164782" y="69532"/>
                    <a:pt x="144780" y="52388"/>
                    <a:pt x="105727" y="52388"/>
                  </a:cubicBezTo>
                  <a:cubicBezTo>
                    <a:pt x="83820" y="52388"/>
                    <a:pt x="60007" y="57150"/>
                    <a:pt x="38100" y="67627"/>
                  </a:cubicBezTo>
                  <a:lnTo>
                    <a:pt x="24765" y="15240"/>
                  </a:lnTo>
                  <a:cubicBezTo>
                    <a:pt x="49530" y="5715"/>
                    <a:pt x="81915" y="0"/>
                    <a:pt x="112395" y="0"/>
                  </a:cubicBezTo>
                  <a:cubicBezTo>
                    <a:pt x="187643" y="0"/>
                    <a:pt x="225743" y="35242"/>
                    <a:pt x="225743" y="102870"/>
                  </a:cubicBezTo>
                  <a:lnTo>
                    <a:pt x="225743" y="273367"/>
                  </a:lnTo>
                  <a:lnTo>
                    <a:pt x="166688" y="273367"/>
                  </a:lnTo>
                  <a:lnTo>
                    <a:pt x="166688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4300" y="107633"/>
                  </a:cubicBezTo>
                  <a:close/>
                  <a:moveTo>
                    <a:pt x="103822" y="232410"/>
                  </a:moveTo>
                  <a:cubicBezTo>
                    <a:pt x="126682" y="232410"/>
                    <a:pt x="147638" y="220980"/>
                    <a:pt x="164782" y="200025"/>
                  </a:cubicBezTo>
                  <a:lnTo>
                    <a:pt x="164782" y="153352"/>
                  </a:lnTo>
                  <a:cubicBezTo>
                    <a:pt x="150495" y="149542"/>
                    <a:pt x="135255" y="148590"/>
                    <a:pt x="120968" y="148590"/>
                  </a:cubicBezTo>
                  <a:cubicBezTo>
                    <a:pt x="81915" y="148590"/>
                    <a:pt x="59055" y="163830"/>
                    <a:pt x="59055" y="192405"/>
                  </a:cubicBezTo>
                  <a:cubicBezTo>
                    <a:pt x="60007" y="217170"/>
                    <a:pt x="77152" y="232410"/>
                    <a:pt x="103822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0" name="Freihandform: Form 199">
              <a:extLst>
                <a:ext uri="{FF2B5EF4-FFF2-40B4-BE49-F238E27FC236}">
                  <a16:creationId xmlns:a16="http://schemas.microsoft.com/office/drawing/2014/main" id="{6416B46B-F997-44E4-9A7A-2C0AA4735DCE}"/>
                </a:ext>
              </a:extLst>
            </p:cNvPr>
            <p:cNvSpPr/>
            <p:nvPr/>
          </p:nvSpPr>
          <p:spPr>
            <a:xfrm>
              <a:off x="9588817" y="3097529"/>
              <a:ext cx="162877" cy="393382"/>
            </a:xfrm>
            <a:custGeom>
              <a:avLst/>
              <a:gdLst>
                <a:gd name="connsiteX0" fmla="*/ 162877 w 162877"/>
                <a:gd name="connsiteY0" fmla="*/ 58103 h 393382"/>
                <a:gd name="connsiteX1" fmla="*/ 135255 w 162877"/>
                <a:gd name="connsiteY1" fmla="*/ 53340 h 393382"/>
                <a:gd name="connsiteX2" fmla="*/ 101918 w 162877"/>
                <a:gd name="connsiteY2" fmla="*/ 90488 h 393382"/>
                <a:gd name="connsiteX3" fmla="*/ 101918 w 162877"/>
                <a:gd name="connsiteY3" fmla="*/ 126683 h 393382"/>
                <a:gd name="connsiteX4" fmla="*/ 155257 w 162877"/>
                <a:gd name="connsiteY4" fmla="*/ 126683 h 393382"/>
                <a:gd name="connsiteX5" fmla="*/ 155257 w 162877"/>
                <a:gd name="connsiteY5" fmla="*/ 178118 h 393382"/>
                <a:gd name="connsiteX6" fmla="*/ 102870 w 162877"/>
                <a:gd name="connsiteY6" fmla="*/ 178118 h 393382"/>
                <a:gd name="connsiteX7" fmla="*/ 102870 w 162877"/>
                <a:gd name="connsiteY7" fmla="*/ 393383 h 393382"/>
                <a:gd name="connsiteX8" fmla="*/ 40957 w 162877"/>
                <a:gd name="connsiteY8" fmla="*/ 393383 h 393382"/>
                <a:gd name="connsiteX9" fmla="*/ 40957 w 162877"/>
                <a:gd name="connsiteY9" fmla="*/ 179070 h 393382"/>
                <a:gd name="connsiteX10" fmla="*/ 0 w 162877"/>
                <a:gd name="connsiteY10" fmla="*/ 179070 h 393382"/>
                <a:gd name="connsiteX11" fmla="*/ 0 w 162877"/>
                <a:gd name="connsiteY11" fmla="*/ 126683 h 393382"/>
                <a:gd name="connsiteX12" fmla="*/ 40957 w 162877"/>
                <a:gd name="connsiteY12" fmla="*/ 126683 h 393382"/>
                <a:gd name="connsiteX13" fmla="*/ 40957 w 162877"/>
                <a:gd name="connsiteY13" fmla="*/ 88583 h 393382"/>
                <a:gd name="connsiteX14" fmla="*/ 125730 w 162877"/>
                <a:gd name="connsiteY14" fmla="*/ 0 h 393382"/>
                <a:gd name="connsiteX15" fmla="*/ 162877 w 162877"/>
                <a:gd name="connsiteY15" fmla="*/ 5715 h 393382"/>
                <a:gd name="connsiteX16" fmla="*/ 162877 w 162877"/>
                <a:gd name="connsiteY16" fmla="*/ 58103 h 393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2877" h="393382">
                  <a:moveTo>
                    <a:pt x="162877" y="58103"/>
                  </a:moveTo>
                  <a:cubicBezTo>
                    <a:pt x="154305" y="54293"/>
                    <a:pt x="144780" y="53340"/>
                    <a:pt x="135255" y="53340"/>
                  </a:cubicBezTo>
                  <a:cubicBezTo>
                    <a:pt x="111443" y="53340"/>
                    <a:pt x="101918" y="65723"/>
                    <a:pt x="101918" y="90488"/>
                  </a:cubicBezTo>
                  <a:lnTo>
                    <a:pt x="101918" y="126683"/>
                  </a:lnTo>
                  <a:lnTo>
                    <a:pt x="155257" y="126683"/>
                  </a:lnTo>
                  <a:lnTo>
                    <a:pt x="155257" y="178118"/>
                  </a:lnTo>
                  <a:lnTo>
                    <a:pt x="102870" y="178118"/>
                  </a:lnTo>
                  <a:lnTo>
                    <a:pt x="102870" y="393383"/>
                  </a:lnTo>
                  <a:lnTo>
                    <a:pt x="40957" y="393383"/>
                  </a:lnTo>
                  <a:lnTo>
                    <a:pt x="40957" y="179070"/>
                  </a:lnTo>
                  <a:lnTo>
                    <a:pt x="0" y="179070"/>
                  </a:lnTo>
                  <a:lnTo>
                    <a:pt x="0" y="126683"/>
                  </a:lnTo>
                  <a:lnTo>
                    <a:pt x="40957" y="126683"/>
                  </a:lnTo>
                  <a:lnTo>
                    <a:pt x="40957" y="88583"/>
                  </a:lnTo>
                  <a:cubicBezTo>
                    <a:pt x="40957" y="33338"/>
                    <a:pt x="65722" y="0"/>
                    <a:pt x="125730" y="0"/>
                  </a:cubicBezTo>
                  <a:cubicBezTo>
                    <a:pt x="139065" y="0"/>
                    <a:pt x="152400" y="1905"/>
                    <a:pt x="162877" y="5715"/>
                  </a:cubicBezTo>
                  <a:lnTo>
                    <a:pt x="162877" y="5810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1" name="Freihandform: Form 200">
              <a:extLst>
                <a:ext uri="{FF2B5EF4-FFF2-40B4-BE49-F238E27FC236}">
                  <a16:creationId xmlns:a16="http://schemas.microsoft.com/office/drawing/2014/main" id="{A06D570A-B13C-44B1-87AF-99795C3F8598}"/>
                </a:ext>
              </a:extLst>
            </p:cNvPr>
            <p:cNvSpPr/>
            <p:nvPr/>
          </p:nvSpPr>
          <p:spPr>
            <a:xfrm>
              <a:off x="9785984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7 w 165734"/>
                <a:gd name="connsiteY9" fmla="*/ 0 h 358140"/>
                <a:gd name="connsiteX10" fmla="*/ 101917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7 w 165734"/>
                <a:gd name="connsiteY13" fmla="*/ 138113 h 358140"/>
                <a:gd name="connsiteX14" fmla="*/ 101917 w 165734"/>
                <a:gd name="connsiteY14" fmla="*/ 269558 h 358140"/>
                <a:gd name="connsiteX15" fmla="*/ 130492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2"/>
                    <a:pt x="110490" y="304800"/>
                    <a:pt x="130492" y="304800"/>
                  </a:cubicBezTo>
                  <a:cubicBezTo>
                    <a:pt x="141922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4838911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bild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platzhalter 167">
            <a:extLst>
              <a:ext uri="{FF2B5EF4-FFF2-40B4-BE49-F238E27FC236}">
                <a16:creationId xmlns:a16="http://schemas.microsoft.com/office/drawing/2014/main" id="{91CA67B1-C872-42F5-99A5-C31B319F69A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1628775"/>
            <a:ext cx="12192000" cy="5229225"/>
          </a:xfrm>
          <a:gradFill>
            <a:gsLst>
              <a:gs pos="50000">
                <a:schemeClr val="accent4">
                  <a:alpha val="50000"/>
                </a:schemeClr>
              </a:gs>
              <a:gs pos="5000">
                <a:schemeClr val="accent4"/>
              </a:gs>
              <a:gs pos="100000">
                <a:schemeClr val="accent4">
                  <a:alpha val="20000"/>
                </a:schemeClr>
              </a:gs>
            </a:gsLst>
            <a:lin ang="5400000" scaled="1"/>
          </a:gradFill>
        </p:spPr>
        <p:txBody>
          <a:bodyPr vert="horz" wrap="square" lIns="540000" tIns="1188000" rIns="0" bIns="0" rtlCol="0" anchor="t" anchorCtr="0">
            <a:noAutofit/>
          </a:bodyPr>
          <a:lstStyle>
            <a:lvl1pPr>
              <a:defRPr lang="de-DE" sz="4000" b="1" dirty="0"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 </a:t>
            </a:r>
          </a:p>
        </p:txBody>
      </p:sp>
      <p:sp>
        <p:nvSpPr>
          <p:cNvPr id="165" name="Bildplatzhalter 60">
            <a:extLst>
              <a:ext uri="{FF2B5EF4-FFF2-40B4-BE49-F238E27FC236}">
                <a16:creationId xmlns:a16="http://schemas.microsoft.com/office/drawing/2014/main" id="{F018B551-27B5-4B00-BF39-7527999917A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628775"/>
            <a:ext cx="12192000" cy="5229226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r>
              <a:rPr lang="de-DE" dirty="0"/>
              <a:t>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C1DC1BF-B7B9-4143-AFEB-7D1D6C73E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0163" y="2913731"/>
            <a:ext cx="4979505" cy="1030539"/>
          </a:xfrm>
        </p:spPr>
        <p:txBody>
          <a:bodyPr wrap="none" tIns="0" rIns="0"/>
          <a:lstStyle>
            <a:lvl1pPr algn="l">
              <a:lnSpc>
                <a:spcPct val="110000"/>
              </a:lnSpc>
              <a:defRPr sz="66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Willkommen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929994FB-5DBF-40C3-99B7-BCB45F80FCBA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DB0B422D-422E-4796-8EA3-E0C93BC35646}"/>
              </a:ext>
            </a:extLst>
          </p:cNvPr>
          <p:cNvSpPr/>
          <p:nvPr/>
        </p:nvSpPr>
        <p:spPr>
          <a:xfrm>
            <a:off x="10056938" y="300703"/>
            <a:ext cx="1619125" cy="618155"/>
          </a:xfrm>
          <a:custGeom>
            <a:avLst/>
            <a:gdLst>
              <a:gd name="connsiteX0" fmla="*/ 0 w 1456912"/>
              <a:gd name="connsiteY0" fmla="*/ 51854 h 556225"/>
              <a:gd name="connsiteX1" fmla="*/ 28188 w 1456912"/>
              <a:gd name="connsiteY1" fmla="*/ 23666 h 556225"/>
              <a:gd name="connsiteX2" fmla="*/ 28188 w 1456912"/>
              <a:gd name="connsiteY2" fmla="*/ 535557 h 556225"/>
              <a:gd name="connsiteX3" fmla="*/ 0 w 1456912"/>
              <a:gd name="connsiteY3" fmla="*/ 535557 h 556225"/>
              <a:gd name="connsiteX4" fmla="*/ 0 w 1456912"/>
              <a:gd name="connsiteY4" fmla="*/ 51854 h 556225"/>
              <a:gd name="connsiteX5" fmla="*/ 84564 w 1456912"/>
              <a:gd name="connsiteY5" fmla="*/ 28188 h 556225"/>
              <a:gd name="connsiteX6" fmla="*/ 422811 w 1456912"/>
              <a:gd name="connsiteY6" fmla="*/ 28188 h 556225"/>
              <a:gd name="connsiteX7" fmla="*/ 422811 w 1456912"/>
              <a:gd name="connsiteY7" fmla="*/ 0 h 556225"/>
              <a:gd name="connsiteX8" fmla="*/ 56376 w 1456912"/>
              <a:gd name="connsiteY8" fmla="*/ 0 h 556225"/>
              <a:gd name="connsiteX9" fmla="*/ 56376 w 1456912"/>
              <a:gd name="connsiteY9" fmla="*/ 338244 h 556225"/>
              <a:gd name="connsiteX10" fmla="*/ 367711 w 1456912"/>
              <a:gd name="connsiteY10" fmla="*/ 338244 h 556225"/>
              <a:gd name="connsiteX11" fmla="*/ 367711 w 1456912"/>
              <a:gd name="connsiteY11" fmla="*/ 310062 h 556225"/>
              <a:gd name="connsiteX12" fmla="*/ 84564 w 1456912"/>
              <a:gd name="connsiteY12" fmla="*/ 310062 h 556225"/>
              <a:gd name="connsiteX13" fmla="*/ 84564 w 1456912"/>
              <a:gd name="connsiteY13" fmla="*/ 28188 h 556225"/>
              <a:gd name="connsiteX14" fmla="*/ 410152 w 1456912"/>
              <a:gd name="connsiteY14" fmla="*/ 253686 h 556225"/>
              <a:gd name="connsiteX15" fmla="*/ 140937 w 1456912"/>
              <a:gd name="connsiteY15" fmla="*/ 253686 h 556225"/>
              <a:gd name="connsiteX16" fmla="*/ 140937 w 1456912"/>
              <a:gd name="connsiteY16" fmla="*/ 140940 h 556225"/>
              <a:gd name="connsiteX17" fmla="*/ 371171 w 1456912"/>
              <a:gd name="connsiteY17" fmla="*/ 140940 h 556225"/>
              <a:gd name="connsiteX18" fmla="*/ 399359 w 1456912"/>
              <a:gd name="connsiteY18" fmla="*/ 112752 h 556225"/>
              <a:gd name="connsiteX19" fmla="*/ 140937 w 1456912"/>
              <a:gd name="connsiteY19" fmla="*/ 112752 h 556225"/>
              <a:gd name="connsiteX20" fmla="*/ 140937 w 1456912"/>
              <a:gd name="connsiteY20" fmla="*/ 84564 h 556225"/>
              <a:gd name="connsiteX21" fmla="*/ 422811 w 1456912"/>
              <a:gd name="connsiteY21" fmla="*/ 84564 h 556225"/>
              <a:gd name="connsiteX22" fmla="*/ 422811 w 1456912"/>
              <a:gd name="connsiteY22" fmla="*/ 56376 h 556225"/>
              <a:gd name="connsiteX23" fmla="*/ 112749 w 1456912"/>
              <a:gd name="connsiteY23" fmla="*/ 56376 h 556225"/>
              <a:gd name="connsiteX24" fmla="*/ 112749 w 1456912"/>
              <a:gd name="connsiteY24" fmla="*/ 281874 h 556225"/>
              <a:gd name="connsiteX25" fmla="*/ 382334 w 1456912"/>
              <a:gd name="connsiteY25" fmla="*/ 281874 h 556225"/>
              <a:gd name="connsiteX26" fmla="*/ 410152 w 1456912"/>
              <a:gd name="connsiteY26" fmla="*/ 253686 h 556225"/>
              <a:gd name="connsiteX27" fmla="*/ 56376 w 1456912"/>
              <a:gd name="connsiteY27" fmla="*/ 535557 h 556225"/>
              <a:gd name="connsiteX28" fmla="*/ 84564 w 1456912"/>
              <a:gd name="connsiteY28" fmla="*/ 535557 h 556225"/>
              <a:gd name="connsiteX29" fmla="*/ 84564 w 1456912"/>
              <a:gd name="connsiteY29" fmla="*/ 394620 h 556225"/>
              <a:gd name="connsiteX30" fmla="*/ 112752 w 1456912"/>
              <a:gd name="connsiteY30" fmla="*/ 394620 h 556225"/>
              <a:gd name="connsiteX31" fmla="*/ 112752 w 1456912"/>
              <a:gd name="connsiteY31" fmla="*/ 511890 h 556225"/>
              <a:gd name="connsiteX32" fmla="*/ 140940 w 1456912"/>
              <a:gd name="connsiteY32" fmla="*/ 483705 h 556225"/>
              <a:gd name="connsiteX33" fmla="*/ 140940 w 1456912"/>
              <a:gd name="connsiteY33" fmla="*/ 394620 h 556225"/>
              <a:gd name="connsiteX34" fmla="*/ 367714 w 1456912"/>
              <a:gd name="connsiteY34" fmla="*/ 394620 h 556225"/>
              <a:gd name="connsiteX35" fmla="*/ 367714 w 1456912"/>
              <a:gd name="connsiteY35" fmla="*/ 366435 h 556225"/>
              <a:gd name="connsiteX36" fmla="*/ 56376 w 1456912"/>
              <a:gd name="connsiteY36" fmla="*/ 366435 h 556225"/>
              <a:gd name="connsiteX37" fmla="*/ 56376 w 1456912"/>
              <a:gd name="connsiteY37" fmla="*/ 535557 h 556225"/>
              <a:gd name="connsiteX38" fmla="*/ 1428724 w 1456912"/>
              <a:gd name="connsiteY38" fmla="*/ 0 h 556225"/>
              <a:gd name="connsiteX39" fmla="*/ 1428724 w 1456912"/>
              <a:gd name="connsiteY39" fmla="*/ 324156 h 556225"/>
              <a:gd name="connsiteX40" fmla="*/ 1316539 w 1456912"/>
              <a:gd name="connsiteY40" fmla="*/ 514089 h 556225"/>
              <a:gd name="connsiteX41" fmla="*/ 1315903 w 1456912"/>
              <a:gd name="connsiteY41" fmla="*/ 513258 h 556225"/>
              <a:gd name="connsiteX42" fmla="*/ 1400536 w 1456912"/>
              <a:gd name="connsiteY42" fmla="*/ 351869 h 556225"/>
              <a:gd name="connsiteX43" fmla="*/ 1400536 w 1456912"/>
              <a:gd name="connsiteY43" fmla="*/ 3 h 556225"/>
              <a:gd name="connsiteX44" fmla="*/ 1372348 w 1456912"/>
              <a:gd name="connsiteY44" fmla="*/ 3 h 556225"/>
              <a:gd name="connsiteX45" fmla="*/ 1372348 w 1456912"/>
              <a:gd name="connsiteY45" fmla="*/ 351400 h 556225"/>
              <a:gd name="connsiteX46" fmla="*/ 1189132 w 1456912"/>
              <a:gd name="connsiteY46" fmla="*/ 528510 h 556225"/>
              <a:gd name="connsiteX47" fmla="*/ 1005916 w 1456912"/>
              <a:gd name="connsiteY47" fmla="*/ 351400 h 556225"/>
              <a:gd name="connsiteX48" fmla="*/ 1005916 w 1456912"/>
              <a:gd name="connsiteY48" fmla="*/ 23666 h 556225"/>
              <a:gd name="connsiteX49" fmla="*/ 977728 w 1456912"/>
              <a:gd name="connsiteY49" fmla="*/ 51854 h 556225"/>
              <a:gd name="connsiteX50" fmla="*/ 977728 w 1456912"/>
              <a:gd name="connsiteY50" fmla="*/ 351869 h 556225"/>
              <a:gd name="connsiteX51" fmla="*/ 1189132 w 1456912"/>
              <a:gd name="connsiteY51" fmla="*/ 556226 h 556225"/>
              <a:gd name="connsiteX52" fmla="*/ 1217320 w 1456912"/>
              <a:gd name="connsiteY52" fmla="*/ 556226 h 556225"/>
              <a:gd name="connsiteX53" fmla="*/ 1456912 w 1456912"/>
              <a:gd name="connsiteY53" fmla="*/ 324566 h 556225"/>
              <a:gd name="connsiteX54" fmla="*/ 1456912 w 1456912"/>
              <a:gd name="connsiteY54" fmla="*/ 0 h 556225"/>
              <a:gd name="connsiteX55" fmla="*/ 1428724 w 1456912"/>
              <a:gd name="connsiteY55" fmla="*/ 0 h 556225"/>
              <a:gd name="connsiteX56" fmla="*/ 1189132 w 1456912"/>
              <a:gd name="connsiteY56" fmla="*/ 500322 h 556225"/>
              <a:gd name="connsiteX57" fmla="*/ 1344160 w 1456912"/>
              <a:gd name="connsiteY57" fmla="*/ 351400 h 556225"/>
              <a:gd name="connsiteX58" fmla="*/ 1344160 w 1456912"/>
              <a:gd name="connsiteY58" fmla="*/ 351400 h 556225"/>
              <a:gd name="connsiteX59" fmla="*/ 1344160 w 1456912"/>
              <a:gd name="connsiteY59" fmla="*/ 23666 h 556225"/>
              <a:gd name="connsiteX60" fmla="*/ 1315972 w 1456912"/>
              <a:gd name="connsiteY60" fmla="*/ 51854 h 556225"/>
              <a:gd name="connsiteX61" fmla="*/ 1315972 w 1456912"/>
              <a:gd name="connsiteY61" fmla="*/ 324153 h 556225"/>
              <a:gd name="connsiteX62" fmla="*/ 1217317 w 1456912"/>
              <a:gd name="connsiteY62" fmla="*/ 415761 h 556225"/>
              <a:gd name="connsiteX63" fmla="*/ 1118662 w 1456912"/>
              <a:gd name="connsiteY63" fmla="*/ 324153 h 556225"/>
              <a:gd name="connsiteX64" fmla="*/ 1118662 w 1456912"/>
              <a:gd name="connsiteY64" fmla="*/ 3 h 556225"/>
              <a:gd name="connsiteX65" fmla="*/ 1090474 w 1456912"/>
              <a:gd name="connsiteY65" fmla="*/ 3 h 556225"/>
              <a:gd name="connsiteX66" fmla="*/ 1090474 w 1456912"/>
              <a:gd name="connsiteY66" fmla="*/ 324156 h 556225"/>
              <a:gd name="connsiteX67" fmla="*/ 1217317 w 1456912"/>
              <a:gd name="connsiteY67" fmla="*/ 443951 h 556225"/>
              <a:gd name="connsiteX68" fmla="*/ 1304349 w 1456912"/>
              <a:gd name="connsiteY68" fmla="*/ 404889 h 556225"/>
              <a:gd name="connsiteX69" fmla="*/ 1304982 w 1456912"/>
              <a:gd name="connsiteY69" fmla="*/ 405720 h 556225"/>
              <a:gd name="connsiteX70" fmla="*/ 1189129 w 1456912"/>
              <a:gd name="connsiteY70" fmla="*/ 472139 h 556225"/>
              <a:gd name="connsiteX71" fmla="*/ 1062303 w 1456912"/>
              <a:gd name="connsiteY71" fmla="*/ 352344 h 556225"/>
              <a:gd name="connsiteX72" fmla="*/ 1062286 w 1456912"/>
              <a:gd name="connsiteY72" fmla="*/ 352344 h 556225"/>
              <a:gd name="connsiteX73" fmla="*/ 1062286 w 1456912"/>
              <a:gd name="connsiteY73" fmla="*/ 3 h 556225"/>
              <a:gd name="connsiteX74" fmla="*/ 1034098 w 1456912"/>
              <a:gd name="connsiteY74" fmla="*/ 3 h 556225"/>
              <a:gd name="connsiteX75" fmla="*/ 1034098 w 1456912"/>
              <a:gd name="connsiteY75" fmla="*/ 352341 h 556225"/>
              <a:gd name="connsiteX76" fmla="*/ 1034113 w 1456912"/>
              <a:gd name="connsiteY76" fmla="*/ 352341 h 556225"/>
              <a:gd name="connsiteX77" fmla="*/ 1189132 w 1456912"/>
              <a:gd name="connsiteY77" fmla="*/ 500322 h 556225"/>
              <a:gd name="connsiteX78" fmla="*/ 562774 w 1456912"/>
              <a:gd name="connsiteY78" fmla="*/ 366435 h 556225"/>
              <a:gd name="connsiteX79" fmla="*/ 491494 w 1456912"/>
              <a:gd name="connsiteY79" fmla="*/ 535557 h 556225"/>
              <a:gd name="connsiteX80" fmla="*/ 519684 w 1456912"/>
              <a:gd name="connsiteY80" fmla="*/ 535554 h 556225"/>
              <a:gd name="connsiteX81" fmla="*/ 519682 w 1456912"/>
              <a:gd name="connsiteY81" fmla="*/ 535557 h 556225"/>
              <a:gd name="connsiteX82" fmla="*/ 519684 w 1456912"/>
              <a:gd name="connsiteY82" fmla="*/ 535557 h 556225"/>
              <a:gd name="connsiteX83" fmla="*/ 555322 w 1456912"/>
              <a:gd name="connsiteY83" fmla="*/ 450996 h 556225"/>
              <a:gd name="connsiteX84" fmla="*/ 794138 w 1456912"/>
              <a:gd name="connsiteY84" fmla="*/ 450996 h 556225"/>
              <a:gd name="connsiteX85" fmla="*/ 829744 w 1456912"/>
              <a:gd name="connsiteY85" fmla="*/ 535557 h 556225"/>
              <a:gd name="connsiteX86" fmla="*/ 857932 w 1456912"/>
              <a:gd name="connsiteY86" fmla="*/ 535557 h 556225"/>
              <a:gd name="connsiteX87" fmla="*/ 810457 w 1456912"/>
              <a:gd name="connsiteY87" fmla="*/ 422808 h 556225"/>
              <a:gd name="connsiteX88" fmla="*/ 567200 w 1456912"/>
              <a:gd name="connsiteY88" fmla="*/ 422808 h 556225"/>
              <a:gd name="connsiteX89" fmla="*/ 579078 w 1456912"/>
              <a:gd name="connsiteY89" fmla="*/ 394620 h 556225"/>
              <a:gd name="connsiteX90" fmla="*/ 826776 w 1456912"/>
              <a:gd name="connsiteY90" fmla="*/ 394620 h 556225"/>
              <a:gd name="connsiteX91" fmla="*/ 886120 w 1456912"/>
              <a:gd name="connsiteY91" fmla="*/ 535557 h 556225"/>
              <a:gd name="connsiteX92" fmla="*/ 914308 w 1456912"/>
              <a:gd name="connsiteY92" fmla="*/ 535557 h 556225"/>
              <a:gd name="connsiteX93" fmla="*/ 843097 w 1456912"/>
              <a:gd name="connsiteY93" fmla="*/ 366435 h 556225"/>
              <a:gd name="connsiteX94" fmla="*/ 562774 w 1456912"/>
              <a:gd name="connsiteY94" fmla="*/ 366435 h 556225"/>
              <a:gd name="connsiteX95" fmla="*/ 604248 w 1456912"/>
              <a:gd name="connsiteY95" fmla="*/ 0 h 556225"/>
              <a:gd name="connsiteX96" fmla="*/ 397091 w 1456912"/>
              <a:gd name="connsiteY96" fmla="*/ 491374 h 556225"/>
              <a:gd name="connsiteX97" fmla="*/ 415032 w 1456912"/>
              <a:gd name="connsiteY97" fmla="*/ 515732 h 556225"/>
              <a:gd name="connsiteX98" fmla="*/ 632437 w 1456912"/>
              <a:gd name="connsiteY98" fmla="*/ 0 h 556225"/>
              <a:gd name="connsiteX99" fmla="*/ 604248 w 1456912"/>
              <a:gd name="connsiteY99" fmla="*/ 0 h 556225"/>
              <a:gd name="connsiteX100" fmla="*/ 716998 w 1456912"/>
              <a:gd name="connsiteY100" fmla="*/ 3 h 556225"/>
              <a:gd name="connsiteX101" fmla="*/ 934130 w 1456912"/>
              <a:gd name="connsiteY101" fmla="*/ 515735 h 556225"/>
              <a:gd name="connsiteX102" fmla="*/ 952028 w 1456912"/>
              <a:gd name="connsiteY102" fmla="*/ 491377 h 556225"/>
              <a:gd name="connsiteX103" fmla="*/ 745186 w 1456912"/>
              <a:gd name="connsiteY103" fmla="*/ 3 h 556225"/>
              <a:gd name="connsiteX104" fmla="*/ 716998 w 1456912"/>
              <a:gd name="connsiteY104" fmla="*/ 3 h 556225"/>
              <a:gd name="connsiteX105" fmla="*/ 546409 w 1456912"/>
              <a:gd name="connsiteY105" fmla="*/ 338247 h 556225"/>
              <a:gd name="connsiteX106" fmla="*/ 463042 w 1456912"/>
              <a:gd name="connsiteY106" fmla="*/ 535557 h 556225"/>
              <a:gd name="connsiteX107" fmla="*/ 434854 w 1456912"/>
              <a:gd name="connsiteY107" fmla="*/ 535557 h 556225"/>
              <a:gd name="connsiteX108" fmla="*/ 646528 w 1456912"/>
              <a:gd name="connsiteY108" fmla="*/ 33467 h 556225"/>
              <a:gd name="connsiteX109" fmla="*/ 762988 w 1456912"/>
              <a:gd name="connsiteY109" fmla="*/ 310059 h 556225"/>
              <a:gd name="connsiteX110" fmla="*/ 791176 w 1456912"/>
              <a:gd name="connsiteY110" fmla="*/ 310059 h 556225"/>
              <a:gd name="connsiteX111" fmla="*/ 660624 w 1456912"/>
              <a:gd name="connsiteY111" fmla="*/ 3 h 556225"/>
              <a:gd name="connsiteX112" fmla="*/ 688812 w 1456912"/>
              <a:gd name="connsiteY112" fmla="*/ 3 h 556225"/>
              <a:gd name="connsiteX113" fmla="*/ 831231 w 1456912"/>
              <a:gd name="connsiteY113" fmla="*/ 338247 h 556225"/>
              <a:gd name="connsiteX114" fmla="*/ 546409 w 1456912"/>
              <a:gd name="connsiteY114" fmla="*/ 338247 h 556225"/>
              <a:gd name="connsiteX115" fmla="*/ 674788 w 1456912"/>
              <a:gd name="connsiteY115" fmla="*/ 167531 h 556225"/>
              <a:gd name="connsiteX116" fmla="*/ 614721 w 1456912"/>
              <a:gd name="connsiteY116" fmla="*/ 310062 h 556225"/>
              <a:gd name="connsiteX117" fmla="*/ 734800 w 1456912"/>
              <a:gd name="connsiteY117" fmla="*/ 310062 h 556225"/>
              <a:gd name="connsiteX118" fmla="*/ 674788 w 1456912"/>
              <a:gd name="connsiteY118" fmla="*/ 167531 h 556225"/>
              <a:gd name="connsiteX119" fmla="*/ 558275 w 1456912"/>
              <a:gd name="connsiteY119" fmla="*/ 310062 h 556225"/>
              <a:gd name="connsiteX120" fmla="*/ 586535 w 1456912"/>
              <a:gd name="connsiteY120" fmla="*/ 310062 h 556225"/>
              <a:gd name="connsiteX121" fmla="*/ 660703 w 1456912"/>
              <a:gd name="connsiteY121" fmla="*/ 134072 h 556225"/>
              <a:gd name="connsiteX122" fmla="*/ 646588 w 1456912"/>
              <a:gd name="connsiteY122" fmla="*/ 100553 h 556225"/>
              <a:gd name="connsiteX123" fmla="*/ 558275 w 1456912"/>
              <a:gd name="connsiteY123" fmla="*/ 310062 h 55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1456912" h="556225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chemeClr val="tx1"/>
          </a:solidFill>
          <a:ln w="289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A67BB0E1-5E7F-46E5-9D87-74249FA80151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735EC3F0-D52F-43D8-9D20-FC4F70B1922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D73E6E84-A759-4118-9971-2B614D3FE504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F1FCC803-A93B-423F-B835-B52876B2721B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94D29247-DB20-40F1-888F-155F9E5ABC8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5E32A3F3-E989-43F3-A16F-94173C632533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44D22F83-A0F5-4FE2-9D6C-012542F7E2B8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BA2BC1BF-6FE4-4475-BE69-6D37CBD516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88D7DDBE-C865-4F05-B6F5-3E2BBB15FDA7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5BF365C6-4DF1-469F-A081-5BB981472333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67" name="Gerader Verbinder 66">
              <a:extLst>
                <a:ext uri="{FF2B5EF4-FFF2-40B4-BE49-F238E27FC236}">
                  <a16:creationId xmlns:a16="http://schemas.microsoft.com/office/drawing/2014/main" id="{9CA1C573-E95F-4CC5-A4BE-0E74960DBC2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02A35681-195F-407A-BB6C-7E3B4E241132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BF6DC0B3-1B79-4824-B73B-DC9B7AA77A08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439D9EA3-D6F8-4D8A-8C91-B7BCDD4883C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EF8776E0-353D-4DBE-918C-2BE4D9ED22C0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EB1A981A-C15F-48BC-856D-45BFDE402164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3" name="Gerader Verbinder 72">
              <a:extLst>
                <a:ext uri="{FF2B5EF4-FFF2-40B4-BE49-F238E27FC236}">
                  <a16:creationId xmlns:a16="http://schemas.microsoft.com/office/drawing/2014/main" id="{CA1B7D91-52B4-4C4E-9872-DAE627C5BDA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DD5301F3-CDC0-4F62-A7F3-64DF1FAFB6C3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C5363AC9-A7FE-4ED9-A4AE-BF1F41479440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A5C058E5-1B77-4F37-8A90-6C2DB0C9F0D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3F3FD432-7B0C-441D-887D-260F088129D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11D3348D-CD05-48E5-89ED-528A62DA8118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8C904B9B-CFB8-4878-BE89-64B7783A68C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C15810B6-1DFF-43DE-849F-E24988A1AC21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CFDE3FDD-B76C-49E7-81B4-7302EAE01430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CC2966EC-F4C0-41FC-88ED-2E5F725EA0B2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92230FDE-430C-429C-A396-DFCEF2CE147E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53056242-C21F-4347-8E6E-305C959935E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A954A2AB-7A1B-4F20-8556-0C283B584BE2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C31D32E9-A207-4C49-AAE0-5A541EE5B56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Textfeld 86">
              <a:extLst>
                <a:ext uri="{FF2B5EF4-FFF2-40B4-BE49-F238E27FC236}">
                  <a16:creationId xmlns:a16="http://schemas.microsoft.com/office/drawing/2014/main" id="{0027A521-04C3-4807-A55B-38087BBBA705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141" name="Grafik 3">
            <a:extLst>
              <a:ext uri="{FF2B5EF4-FFF2-40B4-BE49-F238E27FC236}">
                <a16:creationId xmlns:a16="http://schemas.microsoft.com/office/drawing/2014/main" id="{6137700A-CC4E-43C0-A285-5EB4C4D8DB59}"/>
              </a:ext>
            </a:extLst>
          </p:cNvPr>
          <p:cNvGrpSpPr/>
          <p:nvPr userDrawn="1"/>
        </p:nvGrpSpPr>
        <p:grpSpPr>
          <a:xfrm>
            <a:off x="520163" y="293688"/>
            <a:ext cx="2589683" cy="327844"/>
            <a:chOff x="2269806" y="2525076"/>
            <a:chExt cx="7681912" cy="972502"/>
          </a:xfrm>
          <a:solidFill>
            <a:schemeClr val="tx1"/>
          </a:solidFill>
        </p:grpSpPr>
        <p:sp>
          <p:nvSpPr>
            <p:cNvPr id="142" name="Freihandform: Form 141">
              <a:extLst>
                <a:ext uri="{FF2B5EF4-FFF2-40B4-BE49-F238E27FC236}">
                  <a16:creationId xmlns:a16="http://schemas.microsoft.com/office/drawing/2014/main" id="{6B91A8CD-98F6-42A3-800A-C635CCA88734}"/>
                </a:ext>
              </a:extLst>
            </p:cNvPr>
            <p:cNvSpPr/>
            <p:nvPr/>
          </p:nvSpPr>
          <p:spPr>
            <a:xfrm>
              <a:off x="2269806" y="2545079"/>
              <a:ext cx="232409" cy="369569"/>
            </a:xfrm>
            <a:custGeom>
              <a:avLst/>
              <a:gdLst>
                <a:gd name="connsiteX0" fmla="*/ 232410 w 232409"/>
                <a:gd name="connsiteY0" fmla="*/ 60960 h 369569"/>
                <a:gd name="connsiteX1" fmla="*/ 65723 w 232409"/>
                <a:gd name="connsiteY1" fmla="*/ 60960 h 369569"/>
                <a:gd name="connsiteX2" fmla="*/ 65723 w 232409"/>
                <a:gd name="connsiteY2" fmla="*/ 152400 h 369569"/>
                <a:gd name="connsiteX3" fmla="*/ 189547 w 232409"/>
                <a:gd name="connsiteY3" fmla="*/ 152400 h 369569"/>
                <a:gd name="connsiteX4" fmla="*/ 189547 w 232409"/>
                <a:gd name="connsiteY4" fmla="*/ 212408 h 369569"/>
                <a:gd name="connsiteX5" fmla="*/ 65723 w 232409"/>
                <a:gd name="connsiteY5" fmla="*/ 212408 h 369569"/>
                <a:gd name="connsiteX6" fmla="*/ 65723 w 232409"/>
                <a:gd name="connsiteY6" fmla="*/ 369570 h 369569"/>
                <a:gd name="connsiteX7" fmla="*/ 0 w 232409"/>
                <a:gd name="connsiteY7" fmla="*/ 369570 h 369569"/>
                <a:gd name="connsiteX8" fmla="*/ 0 w 232409"/>
                <a:gd name="connsiteY8" fmla="*/ 0 h 369569"/>
                <a:gd name="connsiteX9" fmla="*/ 231458 w 232409"/>
                <a:gd name="connsiteY9" fmla="*/ 0 h 369569"/>
                <a:gd name="connsiteX10" fmla="*/ 231458 w 232409"/>
                <a:gd name="connsiteY10" fmla="*/ 60960 h 369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2409" h="36956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3" name="Freihandform: Form 142">
              <a:extLst>
                <a:ext uri="{FF2B5EF4-FFF2-40B4-BE49-F238E27FC236}">
                  <a16:creationId xmlns:a16="http://schemas.microsoft.com/office/drawing/2014/main" id="{549274FD-58DD-4FAF-8D02-55582E234285}"/>
                </a:ext>
              </a:extLst>
            </p:cNvPr>
            <p:cNvSpPr/>
            <p:nvPr/>
          </p:nvSpPr>
          <p:spPr>
            <a:xfrm>
              <a:off x="2538412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4" name="Freihandform: Form 143">
              <a:extLst>
                <a:ext uri="{FF2B5EF4-FFF2-40B4-BE49-F238E27FC236}">
                  <a16:creationId xmlns:a16="http://schemas.microsoft.com/office/drawing/2014/main" id="{3AAA0352-F104-41B2-BE0F-3590B98C7C9D}"/>
                </a:ext>
              </a:extLst>
            </p:cNvPr>
            <p:cNvSpPr/>
            <p:nvPr/>
          </p:nvSpPr>
          <p:spPr>
            <a:xfrm>
              <a:off x="2743199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8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007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5" name="Freihandform: Form 144">
              <a:extLst>
                <a:ext uri="{FF2B5EF4-FFF2-40B4-BE49-F238E27FC236}">
                  <a16:creationId xmlns:a16="http://schemas.microsoft.com/office/drawing/2014/main" id="{3E814530-3828-4A24-BE5E-FCABE419B518}"/>
                </a:ext>
              </a:extLst>
            </p:cNvPr>
            <p:cNvSpPr/>
            <p:nvPr/>
          </p:nvSpPr>
          <p:spPr>
            <a:xfrm>
              <a:off x="2879407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6" name="Freihandform: Form 145">
              <a:extLst>
                <a:ext uri="{FF2B5EF4-FFF2-40B4-BE49-F238E27FC236}">
                  <a16:creationId xmlns:a16="http://schemas.microsoft.com/office/drawing/2014/main" id="{7B6A0E9B-656E-40B4-8D95-E6C5661FCAC0}"/>
                </a:ext>
              </a:extLst>
            </p:cNvPr>
            <p:cNvSpPr/>
            <p:nvPr/>
          </p:nvSpPr>
          <p:spPr>
            <a:xfrm>
              <a:off x="3177539" y="2525076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2 w 248602"/>
                <a:gd name="connsiteY5" fmla="*/ 0 h 396239"/>
                <a:gd name="connsiteX6" fmla="*/ 248602 w 248602"/>
                <a:gd name="connsiteY6" fmla="*/ 389573 h 396239"/>
                <a:gd name="connsiteX7" fmla="*/ 187642 w 248602"/>
                <a:gd name="connsiteY7" fmla="*/ 389573 h 396239"/>
                <a:gd name="connsiteX8" fmla="*/ 187642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0960 w 248602"/>
                <a:gd name="connsiteY12" fmla="*/ 255270 h 396239"/>
                <a:gd name="connsiteX13" fmla="*/ 122872 w 248602"/>
                <a:gd name="connsiteY13" fmla="*/ 340995 h 396239"/>
                <a:gd name="connsiteX14" fmla="*/ 186690 w 248602"/>
                <a:gd name="connsiteY14" fmla="*/ 305753 h 396239"/>
                <a:gd name="connsiteX15" fmla="*/ 186690 w 248602"/>
                <a:gd name="connsiteY15" fmla="*/ 207645 h 396239"/>
                <a:gd name="connsiteX16" fmla="*/ 122872 w 248602"/>
                <a:gd name="connsiteY16" fmla="*/ 172402 h 396239"/>
                <a:gd name="connsiteX17" fmla="*/ 60960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7" name="Freihandform: Form 146">
              <a:extLst>
                <a:ext uri="{FF2B5EF4-FFF2-40B4-BE49-F238E27FC236}">
                  <a16:creationId xmlns:a16="http://schemas.microsoft.com/office/drawing/2014/main" id="{8C6043E1-1047-4143-AE4E-40A9E12A9C03}"/>
                </a:ext>
              </a:extLst>
            </p:cNvPr>
            <p:cNvSpPr/>
            <p:nvPr/>
          </p:nvSpPr>
          <p:spPr>
            <a:xfrm>
              <a:off x="3509009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8" name="Freihandform: Form 147">
              <a:extLst>
                <a:ext uri="{FF2B5EF4-FFF2-40B4-BE49-F238E27FC236}">
                  <a16:creationId xmlns:a16="http://schemas.microsoft.com/office/drawing/2014/main" id="{8D5C9184-3CC4-4501-B870-F984583E988B}"/>
                </a:ext>
              </a:extLst>
            </p:cNvPr>
            <p:cNvSpPr/>
            <p:nvPr/>
          </p:nvSpPr>
          <p:spPr>
            <a:xfrm>
              <a:off x="3712844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8 w 79057"/>
                <a:gd name="connsiteY4" fmla="*/ 38100 h 384810"/>
                <a:gd name="connsiteX5" fmla="*/ 71438 w 79057"/>
                <a:gd name="connsiteY5" fmla="*/ 384810 h 384810"/>
                <a:gd name="connsiteX6" fmla="*/ 9525 w 79057"/>
                <a:gd name="connsiteY6" fmla="*/ 384810 h 384810"/>
                <a:gd name="connsiteX7" fmla="*/ 9525 w 79057"/>
                <a:gd name="connsiteY7" fmla="*/ 118110 h 384810"/>
                <a:gd name="connsiteX8" fmla="*/ 71438 w 79057"/>
                <a:gd name="connsiteY8" fmla="*/ 118110 h 384810"/>
                <a:gd name="connsiteX9" fmla="*/ 71438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007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9" name="Freihandform: Form 148">
              <a:extLst>
                <a:ext uri="{FF2B5EF4-FFF2-40B4-BE49-F238E27FC236}">
                  <a16:creationId xmlns:a16="http://schemas.microsoft.com/office/drawing/2014/main" id="{869AD892-F335-4BFB-8F2F-2EE8B8E5E8F0}"/>
                </a:ext>
              </a:extLst>
            </p:cNvPr>
            <p:cNvSpPr/>
            <p:nvPr/>
          </p:nvSpPr>
          <p:spPr>
            <a:xfrm>
              <a:off x="3850957" y="2640329"/>
              <a:ext cx="224789" cy="280034"/>
            </a:xfrm>
            <a:custGeom>
              <a:avLst/>
              <a:gdLst>
                <a:gd name="connsiteX0" fmla="*/ 222885 w 224789"/>
                <a:gd name="connsiteY0" fmla="*/ 237172 h 280034"/>
                <a:gd name="connsiteX1" fmla="*/ 127635 w 224789"/>
                <a:gd name="connsiteY1" fmla="*/ 280035 h 280034"/>
                <a:gd name="connsiteX2" fmla="*/ 0 w 224789"/>
                <a:gd name="connsiteY2" fmla="*/ 140970 h 280034"/>
                <a:gd name="connsiteX3" fmla="*/ 128588 w 224789"/>
                <a:gd name="connsiteY3" fmla="*/ 0 h 280034"/>
                <a:gd name="connsiteX4" fmla="*/ 224790 w 224789"/>
                <a:gd name="connsiteY4" fmla="*/ 45720 h 280034"/>
                <a:gd name="connsiteX5" fmla="*/ 181927 w 224789"/>
                <a:gd name="connsiteY5" fmla="*/ 86678 h 280034"/>
                <a:gd name="connsiteX6" fmla="*/ 128588 w 224789"/>
                <a:gd name="connsiteY6" fmla="*/ 57150 h 280034"/>
                <a:gd name="connsiteX7" fmla="*/ 62865 w 224789"/>
                <a:gd name="connsiteY7" fmla="*/ 140018 h 280034"/>
                <a:gd name="connsiteX8" fmla="*/ 128588 w 224789"/>
                <a:gd name="connsiteY8" fmla="*/ 222885 h 280034"/>
                <a:gd name="connsiteX9" fmla="*/ 183833 w 224789"/>
                <a:gd name="connsiteY9" fmla="*/ 193358 h 280034"/>
                <a:gd name="connsiteX10" fmla="*/ 222885 w 224789"/>
                <a:gd name="connsiteY10" fmla="*/ 237172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4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0" name="Freihandform: Form 149">
              <a:extLst>
                <a:ext uri="{FF2B5EF4-FFF2-40B4-BE49-F238E27FC236}">
                  <a16:creationId xmlns:a16="http://schemas.microsoft.com/office/drawing/2014/main" id="{D4F83502-E212-4AAA-A2E4-517247605A23}"/>
                </a:ext>
              </a:extLst>
            </p:cNvPr>
            <p:cNvSpPr/>
            <p:nvPr/>
          </p:nvSpPr>
          <p:spPr>
            <a:xfrm>
              <a:off x="4129087" y="2525076"/>
              <a:ext cx="229552" cy="389572"/>
            </a:xfrm>
            <a:custGeom>
              <a:avLst/>
              <a:gdLst>
                <a:gd name="connsiteX0" fmla="*/ 229553 w 229552"/>
                <a:gd name="connsiteY0" fmla="*/ 388620 h 389572"/>
                <a:gd name="connsiteX1" fmla="*/ 167640 w 229552"/>
                <a:gd name="connsiteY1" fmla="*/ 388620 h 389572"/>
                <a:gd name="connsiteX2" fmla="*/ 167640 w 229552"/>
                <a:gd name="connsiteY2" fmla="*/ 236220 h 389572"/>
                <a:gd name="connsiteX3" fmla="*/ 118110 w 229552"/>
                <a:gd name="connsiteY3" fmla="*/ 171450 h 389572"/>
                <a:gd name="connsiteX4" fmla="*/ 62865 w 229552"/>
                <a:gd name="connsiteY4" fmla="*/ 236220 h 389572"/>
                <a:gd name="connsiteX5" fmla="*/ 62865 w 229552"/>
                <a:gd name="connsiteY5" fmla="*/ 389573 h 389572"/>
                <a:gd name="connsiteX6" fmla="*/ 0 w 229552"/>
                <a:gd name="connsiteY6" fmla="*/ 389573 h 389572"/>
                <a:gd name="connsiteX7" fmla="*/ 0 w 229552"/>
                <a:gd name="connsiteY7" fmla="*/ 15240 h 389572"/>
                <a:gd name="connsiteX8" fmla="*/ 61913 w 229552"/>
                <a:gd name="connsiteY8" fmla="*/ 0 h 389572"/>
                <a:gd name="connsiteX9" fmla="*/ 61913 w 229552"/>
                <a:gd name="connsiteY9" fmla="*/ 155258 h 389572"/>
                <a:gd name="connsiteX10" fmla="*/ 62865 w 229552"/>
                <a:gd name="connsiteY10" fmla="*/ 155258 h 389572"/>
                <a:gd name="connsiteX11" fmla="*/ 140970 w 229552"/>
                <a:gd name="connsiteY11" fmla="*/ 116205 h 389572"/>
                <a:gd name="connsiteX12" fmla="*/ 228600 w 229552"/>
                <a:gd name="connsiteY12" fmla="*/ 223838 h 389572"/>
                <a:gd name="connsiteX13" fmla="*/ 228600 w 229552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52" h="38957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1" name="Freihandform: Form 150">
              <a:extLst>
                <a:ext uri="{FF2B5EF4-FFF2-40B4-BE49-F238E27FC236}">
                  <a16:creationId xmlns:a16="http://schemas.microsoft.com/office/drawing/2014/main" id="{3EE3A909-5BA5-4896-A5F4-B99113BAD67A}"/>
                </a:ext>
              </a:extLst>
            </p:cNvPr>
            <p:cNvSpPr/>
            <p:nvPr/>
          </p:nvSpPr>
          <p:spPr>
            <a:xfrm>
              <a:off x="4430077" y="2721291"/>
              <a:ext cx="130492" cy="59055"/>
            </a:xfrm>
            <a:custGeom>
              <a:avLst/>
              <a:gdLst>
                <a:gd name="connsiteX0" fmla="*/ 130492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2 w 130492"/>
                <a:gd name="connsiteY3" fmla="*/ 0 h 59055"/>
                <a:gd name="connsiteX4" fmla="*/ 130492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2" name="Freihandform: Form 151">
              <a:extLst>
                <a:ext uri="{FF2B5EF4-FFF2-40B4-BE49-F238E27FC236}">
                  <a16:creationId xmlns:a16="http://schemas.microsoft.com/office/drawing/2014/main" id="{C42CAE58-7688-4A42-9F49-7C1A17FEA91E}"/>
                </a:ext>
              </a:extLst>
            </p:cNvPr>
            <p:cNvSpPr/>
            <p:nvPr/>
          </p:nvSpPr>
          <p:spPr>
            <a:xfrm>
              <a:off x="4593906" y="2545079"/>
              <a:ext cx="342900" cy="368617"/>
            </a:xfrm>
            <a:custGeom>
              <a:avLst/>
              <a:gdLst>
                <a:gd name="connsiteX0" fmla="*/ 136208 w 342900"/>
                <a:gd name="connsiteY0" fmla="*/ 0 h 368617"/>
                <a:gd name="connsiteX1" fmla="*/ 205740 w 342900"/>
                <a:gd name="connsiteY1" fmla="*/ 0 h 368617"/>
                <a:gd name="connsiteX2" fmla="*/ 342900 w 342900"/>
                <a:gd name="connsiteY2" fmla="*/ 368618 h 368617"/>
                <a:gd name="connsiteX3" fmla="*/ 271463 w 342900"/>
                <a:gd name="connsiteY3" fmla="*/ 368618 h 368617"/>
                <a:gd name="connsiteX4" fmla="*/ 244793 w 342900"/>
                <a:gd name="connsiteY4" fmla="*/ 290512 h 368617"/>
                <a:gd name="connsiteX5" fmla="*/ 96203 w 342900"/>
                <a:gd name="connsiteY5" fmla="*/ 290512 h 368617"/>
                <a:gd name="connsiteX6" fmla="*/ 69533 w 342900"/>
                <a:gd name="connsiteY6" fmla="*/ 368618 h 368617"/>
                <a:gd name="connsiteX7" fmla="*/ 0 w 342900"/>
                <a:gd name="connsiteY7" fmla="*/ 368618 h 368617"/>
                <a:gd name="connsiteX8" fmla="*/ 136208 w 342900"/>
                <a:gd name="connsiteY8" fmla="*/ 0 h 368617"/>
                <a:gd name="connsiteX9" fmla="*/ 116205 w 342900"/>
                <a:gd name="connsiteY9" fmla="*/ 231458 h 368617"/>
                <a:gd name="connsiteX10" fmla="*/ 223838 w 342900"/>
                <a:gd name="connsiteY10" fmla="*/ 231458 h 368617"/>
                <a:gd name="connsiteX11" fmla="*/ 170498 w 342900"/>
                <a:gd name="connsiteY11" fmla="*/ 75247 h 368617"/>
                <a:gd name="connsiteX12" fmla="*/ 169545 w 342900"/>
                <a:gd name="connsiteY12" fmla="*/ 75247 h 368617"/>
                <a:gd name="connsiteX13" fmla="*/ 116205 w 342900"/>
                <a:gd name="connsiteY13" fmla="*/ 231458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2900" h="368617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3" name="Freihandform: Form 152">
              <a:extLst>
                <a:ext uri="{FF2B5EF4-FFF2-40B4-BE49-F238E27FC236}">
                  <a16:creationId xmlns:a16="http://schemas.microsoft.com/office/drawing/2014/main" id="{F5E85483-C91D-49A4-ADA4-0BA16C3D9EF8}"/>
                </a:ext>
              </a:extLst>
            </p:cNvPr>
            <p:cNvSpPr/>
            <p:nvPr/>
          </p:nvSpPr>
          <p:spPr>
            <a:xfrm>
              <a:off x="4992052" y="2525076"/>
              <a:ext cx="61912" cy="388620"/>
            </a:xfrm>
            <a:custGeom>
              <a:avLst/>
              <a:gdLst>
                <a:gd name="connsiteX0" fmla="*/ 61913 w 61912"/>
                <a:gd name="connsiteY0" fmla="*/ 388620 h 388620"/>
                <a:gd name="connsiteX1" fmla="*/ 0 w 61912"/>
                <a:gd name="connsiteY1" fmla="*/ 388620 h 388620"/>
                <a:gd name="connsiteX2" fmla="*/ 0 w 61912"/>
                <a:gd name="connsiteY2" fmla="*/ 14288 h 388620"/>
                <a:gd name="connsiteX3" fmla="*/ 61913 w 61912"/>
                <a:gd name="connsiteY3" fmla="*/ 0 h 388620"/>
                <a:gd name="connsiteX4" fmla="*/ 61913 w 61912"/>
                <a:gd name="connsiteY4" fmla="*/ 388620 h 388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8620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4" name="Freihandform: Form 153">
              <a:extLst>
                <a:ext uri="{FF2B5EF4-FFF2-40B4-BE49-F238E27FC236}">
                  <a16:creationId xmlns:a16="http://schemas.microsoft.com/office/drawing/2014/main" id="{4B206A12-4618-42FB-8ECF-8ABE45C0411F}"/>
                </a:ext>
              </a:extLst>
            </p:cNvPr>
            <p:cNvSpPr/>
            <p:nvPr/>
          </p:nvSpPr>
          <p:spPr>
            <a:xfrm>
              <a:off x="512063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5" name="Freihandform: Form 154">
              <a:extLst>
                <a:ext uri="{FF2B5EF4-FFF2-40B4-BE49-F238E27FC236}">
                  <a16:creationId xmlns:a16="http://schemas.microsoft.com/office/drawing/2014/main" id="{D534A7B6-93CE-44CF-B039-9BD62FFB1ABC}"/>
                </a:ext>
              </a:extLst>
            </p:cNvPr>
            <p:cNvSpPr/>
            <p:nvPr/>
          </p:nvSpPr>
          <p:spPr>
            <a:xfrm>
              <a:off x="5397817" y="2646997"/>
              <a:ext cx="255269" cy="266700"/>
            </a:xfrm>
            <a:custGeom>
              <a:avLst/>
              <a:gdLst>
                <a:gd name="connsiteX0" fmla="*/ 255270 w 255269"/>
                <a:gd name="connsiteY0" fmla="*/ 266700 h 266700"/>
                <a:gd name="connsiteX1" fmla="*/ 183832 w 255269"/>
                <a:gd name="connsiteY1" fmla="*/ 266700 h 266700"/>
                <a:gd name="connsiteX2" fmla="*/ 126682 w 255269"/>
                <a:gd name="connsiteY2" fmla="*/ 174307 h 266700"/>
                <a:gd name="connsiteX3" fmla="*/ 125730 w 255269"/>
                <a:gd name="connsiteY3" fmla="*/ 174307 h 266700"/>
                <a:gd name="connsiteX4" fmla="*/ 70485 w 255269"/>
                <a:gd name="connsiteY4" fmla="*/ 266700 h 266700"/>
                <a:gd name="connsiteX5" fmla="*/ 0 w 255269"/>
                <a:gd name="connsiteY5" fmla="*/ 266700 h 266700"/>
                <a:gd name="connsiteX6" fmla="*/ 91440 w 255269"/>
                <a:gd name="connsiteY6" fmla="*/ 128588 h 266700"/>
                <a:gd name="connsiteX7" fmla="*/ 6667 w 255269"/>
                <a:gd name="connsiteY7" fmla="*/ 0 h 266700"/>
                <a:gd name="connsiteX8" fmla="*/ 77152 w 255269"/>
                <a:gd name="connsiteY8" fmla="*/ 0 h 266700"/>
                <a:gd name="connsiteX9" fmla="*/ 127635 w 255269"/>
                <a:gd name="connsiteY9" fmla="*/ 81915 h 266700"/>
                <a:gd name="connsiteX10" fmla="*/ 128588 w 255269"/>
                <a:gd name="connsiteY10" fmla="*/ 81915 h 266700"/>
                <a:gd name="connsiteX11" fmla="*/ 178117 w 255269"/>
                <a:gd name="connsiteY11" fmla="*/ 0 h 266700"/>
                <a:gd name="connsiteX12" fmla="*/ 247650 w 255269"/>
                <a:gd name="connsiteY12" fmla="*/ 0 h 266700"/>
                <a:gd name="connsiteX13" fmla="*/ 163830 w 255269"/>
                <a:gd name="connsiteY13" fmla="*/ 127635 h 266700"/>
                <a:gd name="connsiteX14" fmla="*/ 255270 w 255269"/>
                <a:gd name="connsiteY14" fmla="*/ 26670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5269" h="266700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6" name="Freihandform: Form 155">
              <a:extLst>
                <a:ext uri="{FF2B5EF4-FFF2-40B4-BE49-F238E27FC236}">
                  <a16:creationId xmlns:a16="http://schemas.microsoft.com/office/drawing/2014/main" id="{669E4AD7-9CBC-47E4-A150-82143670658B}"/>
                </a:ext>
              </a:extLst>
            </p:cNvPr>
            <p:cNvSpPr/>
            <p:nvPr/>
          </p:nvSpPr>
          <p:spPr>
            <a:xfrm>
              <a:off x="5686407" y="2641281"/>
              <a:ext cx="225759" cy="279082"/>
            </a:xfrm>
            <a:custGeom>
              <a:avLst/>
              <a:gdLst>
                <a:gd name="connsiteX0" fmla="*/ 114317 w 225759"/>
                <a:gd name="connsiteY0" fmla="*/ 107632 h 279082"/>
                <a:gd name="connsiteX1" fmla="*/ 164799 w 225759"/>
                <a:gd name="connsiteY1" fmla="*/ 113347 h 279082"/>
                <a:gd name="connsiteX2" fmla="*/ 164799 w 225759"/>
                <a:gd name="connsiteY2" fmla="*/ 103822 h 279082"/>
                <a:gd name="connsiteX3" fmla="*/ 105744 w 225759"/>
                <a:gd name="connsiteY3" fmla="*/ 52388 h 279082"/>
                <a:gd name="connsiteX4" fmla="*/ 38117 w 225759"/>
                <a:gd name="connsiteY4" fmla="*/ 67628 h 279082"/>
                <a:gd name="connsiteX5" fmla="*/ 24782 w 225759"/>
                <a:gd name="connsiteY5" fmla="*/ 15240 h 279082"/>
                <a:gd name="connsiteX6" fmla="*/ 112412 w 225759"/>
                <a:gd name="connsiteY6" fmla="*/ 0 h 279082"/>
                <a:gd name="connsiteX7" fmla="*/ 225759 w 225759"/>
                <a:gd name="connsiteY7" fmla="*/ 102870 h 279082"/>
                <a:gd name="connsiteX8" fmla="*/ 225759 w 225759"/>
                <a:gd name="connsiteY8" fmla="*/ 273368 h 279082"/>
                <a:gd name="connsiteX9" fmla="*/ 166704 w 225759"/>
                <a:gd name="connsiteY9" fmla="*/ 273368 h 279082"/>
                <a:gd name="connsiteX10" fmla="*/ 166704 w 225759"/>
                <a:gd name="connsiteY10" fmla="*/ 244793 h 279082"/>
                <a:gd name="connsiteX11" fmla="*/ 165752 w 225759"/>
                <a:gd name="connsiteY11" fmla="*/ 244793 h 279082"/>
                <a:gd name="connsiteX12" fmla="*/ 87647 w 225759"/>
                <a:gd name="connsiteY12" fmla="*/ 279083 h 279082"/>
                <a:gd name="connsiteX13" fmla="*/ 17 w 225759"/>
                <a:gd name="connsiteY13" fmla="*/ 194310 h 279082"/>
                <a:gd name="connsiteX14" fmla="*/ 114317 w 225759"/>
                <a:gd name="connsiteY14" fmla="*/ 107632 h 279082"/>
                <a:gd name="connsiteX15" fmla="*/ 103839 w 225759"/>
                <a:gd name="connsiteY15" fmla="*/ 232410 h 279082"/>
                <a:gd name="connsiteX16" fmla="*/ 164799 w 225759"/>
                <a:gd name="connsiteY16" fmla="*/ 200025 h 279082"/>
                <a:gd name="connsiteX17" fmla="*/ 164799 w 225759"/>
                <a:gd name="connsiteY17" fmla="*/ 154305 h 279082"/>
                <a:gd name="connsiteX18" fmla="*/ 120984 w 225759"/>
                <a:gd name="connsiteY18" fmla="*/ 149543 h 279082"/>
                <a:gd name="connsiteX19" fmla="*/ 59072 w 225759"/>
                <a:gd name="connsiteY19" fmla="*/ 193358 h 279082"/>
                <a:gd name="connsiteX20" fmla="*/ 103839 w 225759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59" h="279082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8103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7" name="Freihandform: Form 156">
              <a:extLst>
                <a:ext uri="{FF2B5EF4-FFF2-40B4-BE49-F238E27FC236}">
                  <a16:creationId xmlns:a16="http://schemas.microsoft.com/office/drawing/2014/main" id="{5E9FE3F8-CCF5-41E1-BF52-47B95AA3BBE8}"/>
                </a:ext>
              </a:extLst>
            </p:cNvPr>
            <p:cNvSpPr/>
            <p:nvPr/>
          </p:nvSpPr>
          <p:spPr>
            <a:xfrm>
              <a:off x="5991224" y="2641281"/>
              <a:ext cx="229552" cy="273367"/>
            </a:xfrm>
            <a:custGeom>
              <a:avLst/>
              <a:gdLst>
                <a:gd name="connsiteX0" fmla="*/ 229553 w 229552"/>
                <a:gd name="connsiteY0" fmla="*/ 272415 h 273367"/>
                <a:gd name="connsiteX1" fmla="*/ 166688 w 229552"/>
                <a:gd name="connsiteY1" fmla="*/ 272415 h 273367"/>
                <a:gd name="connsiteX2" fmla="*/ 166688 w 229552"/>
                <a:gd name="connsiteY2" fmla="*/ 120015 h 273367"/>
                <a:gd name="connsiteX3" fmla="*/ 117157 w 229552"/>
                <a:gd name="connsiteY3" fmla="*/ 55245 h 273367"/>
                <a:gd name="connsiteX4" fmla="*/ 61913 w 229552"/>
                <a:gd name="connsiteY4" fmla="*/ 120015 h 273367"/>
                <a:gd name="connsiteX5" fmla="*/ 61913 w 229552"/>
                <a:gd name="connsiteY5" fmla="*/ 273368 h 273367"/>
                <a:gd name="connsiteX6" fmla="*/ 0 w 229552"/>
                <a:gd name="connsiteY6" fmla="*/ 273368 h 273367"/>
                <a:gd name="connsiteX7" fmla="*/ 0 w 229552"/>
                <a:gd name="connsiteY7" fmla="*/ 6668 h 273367"/>
                <a:gd name="connsiteX8" fmla="*/ 61913 w 229552"/>
                <a:gd name="connsiteY8" fmla="*/ 6668 h 273367"/>
                <a:gd name="connsiteX9" fmla="*/ 61913 w 229552"/>
                <a:gd name="connsiteY9" fmla="*/ 39053 h 273367"/>
                <a:gd name="connsiteX10" fmla="*/ 62865 w 229552"/>
                <a:gd name="connsiteY10" fmla="*/ 39053 h 273367"/>
                <a:gd name="connsiteX11" fmla="*/ 140970 w 229552"/>
                <a:gd name="connsiteY11" fmla="*/ 0 h 273367"/>
                <a:gd name="connsiteX12" fmla="*/ 228600 w 229552"/>
                <a:gd name="connsiteY12" fmla="*/ 107632 h 273367"/>
                <a:gd name="connsiteX13" fmla="*/ 228600 w 229552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52" h="273367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8" name="Freihandform: Form 157">
              <a:extLst>
                <a:ext uri="{FF2B5EF4-FFF2-40B4-BE49-F238E27FC236}">
                  <a16:creationId xmlns:a16="http://schemas.microsoft.com/office/drawing/2014/main" id="{3339F6C1-7626-466E-BDC4-6BC4655E6486}"/>
                </a:ext>
              </a:extLst>
            </p:cNvPr>
            <p:cNvSpPr/>
            <p:nvPr/>
          </p:nvSpPr>
          <p:spPr>
            <a:xfrm>
              <a:off x="6286499" y="2525076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3 w 248602"/>
                <a:gd name="connsiteY7" fmla="*/ 389573 h 396239"/>
                <a:gd name="connsiteX8" fmla="*/ 187643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1913 w 248602"/>
                <a:gd name="connsiteY12" fmla="*/ 255270 h 396239"/>
                <a:gd name="connsiteX13" fmla="*/ 123825 w 248602"/>
                <a:gd name="connsiteY13" fmla="*/ 340995 h 396239"/>
                <a:gd name="connsiteX14" fmla="*/ 187643 w 248602"/>
                <a:gd name="connsiteY14" fmla="*/ 305753 h 396239"/>
                <a:gd name="connsiteX15" fmla="*/ 187643 w 248602"/>
                <a:gd name="connsiteY15" fmla="*/ 207645 h 396239"/>
                <a:gd name="connsiteX16" fmla="*/ 123825 w 248602"/>
                <a:gd name="connsiteY16" fmla="*/ 172402 h 396239"/>
                <a:gd name="connsiteX17" fmla="*/ 61913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9" name="Freihandform: Form 158">
              <a:extLst>
                <a:ext uri="{FF2B5EF4-FFF2-40B4-BE49-F238E27FC236}">
                  <a16:creationId xmlns:a16="http://schemas.microsoft.com/office/drawing/2014/main" id="{68752AFC-B321-4C30-8C54-CEC9D9023B13}"/>
                </a:ext>
              </a:extLst>
            </p:cNvPr>
            <p:cNvSpPr/>
            <p:nvPr/>
          </p:nvSpPr>
          <p:spPr>
            <a:xfrm>
              <a:off x="660272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7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0" name="Freihandform: Form 159">
              <a:extLst>
                <a:ext uri="{FF2B5EF4-FFF2-40B4-BE49-F238E27FC236}">
                  <a16:creationId xmlns:a16="http://schemas.microsoft.com/office/drawing/2014/main" id="{EDB161CA-7E11-414E-B351-EAD8C9475A17}"/>
                </a:ext>
              </a:extLst>
            </p:cNvPr>
            <p:cNvSpPr/>
            <p:nvPr/>
          </p:nvSpPr>
          <p:spPr>
            <a:xfrm>
              <a:off x="6916101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1" name="Freihandform: Form 160">
              <a:extLst>
                <a:ext uri="{FF2B5EF4-FFF2-40B4-BE49-F238E27FC236}">
                  <a16:creationId xmlns:a16="http://schemas.microsoft.com/office/drawing/2014/main" id="{EE44CDE7-39CA-422F-8718-5D4E4E698B9D}"/>
                </a:ext>
              </a:extLst>
            </p:cNvPr>
            <p:cNvSpPr/>
            <p:nvPr/>
          </p:nvSpPr>
          <p:spPr>
            <a:xfrm>
              <a:off x="7115174" y="2721291"/>
              <a:ext cx="130492" cy="59055"/>
            </a:xfrm>
            <a:custGeom>
              <a:avLst/>
              <a:gdLst>
                <a:gd name="connsiteX0" fmla="*/ 130493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3 w 130492"/>
                <a:gd name="connsiteY3" fmla="*/ 0 h 59055"/>
                <a:gd name="connsiteX4" fmla="*/ 130493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2" name="Freihandform: Form 161">
              <a:extLst>
                <a:ext uri="{FF2B5EF4-FFF2-40B4-BE49-F238E27FC236}">
                  <a16:creationId xmlns:a16="http://schemas.microsoft.com/office/drawing/2014/main" id="{121B33D4-82BB-4EE8-8105-D9DB08B0048E}"/>
                </a:ext>
              </a:extLst>
            </p:cNvPr>
            <p:cNvSpPr/>
            <p:nvPr/>
          </p:nvSpPr>
          <p:spPr>
            <a:xfrm>
              <a:off x="7324724" y="2545079"/>
              <a:ext cx="288607" cy="375284"/>
            </a:xfrm>
            <a:custGeom>
              <a:avLst/>
              <a:gdLst>
                <a:gd name="connsiteX0" fmla="*/ 288607 w 288607"/>
                <a:gd name="connsiteY0" fmla="*/ 222885 h 375284"/>
                <a:gd name="connsiteX1" fmla="*/ 143827 w 288607"/>
                <a:gd name="connsiteY1" fmla="*/ 375285 h 375284"/>
                <a:gd name="connsiteX2" fmla="*/ 0 w 288607"/>
                <a:gd name="connsiteY2" fmla="*/ 222885 h 375284"/>
                <a:gd name="connsiteX3" fmla="*/ 0 w 288607"/>
                <a:gd name="connsiteY3" fmla="*/ 0 h 375284"/>
                <a:gd name="connsiteX4" fmla="*/ 66675 w 288607"/>
                <a:gd name="connsiteY4" fmla="*/ 0 h 375284"/>
                <a:gd name="connsiteX5" fmla="*/ 66675 w 288607"/>
                <a:gd name="connsiteY5" fmla="*/ 219075 h 375284"/>
                <a:gd name="connsiteX6" fmla="*/ 144780 w 288607"/>
                <a:gd name="connsiteY6" fmla="*/ 312420 h 375284"/>
                <a:gd name="connsiteX7" fmla="*/ 220980 w 288607"/>
                <a:gd name="connsiteY7" fmla="*/ 219075 h 375284"/>
                <a:gd name="connsiteX8" fmla="*/ 220980 w 288607"/>
                <a:gd name="connsiteY8" fmla="*/ 0 h 375284"/>
                <a:gd name="connsiteX9" fmla="*/ 287655 w 288607"/>
                <a:gd name="connsiteY9" fmla="*/ 0 h 375284"/>
                <a:gd name="connsiteX10" fmla="*/ 287655 w 288607"/>
                <a:gd name="connsiteY10" fmla="*/ 222885 h 375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88607" h="375284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3" name="Freihandform: Form 162">
              <a:extLst>
                <a:ext uri="{FF2B5EF4-FFF2-40B4-BE49-F238E27FC236}">
                  <a16:creationId xmlns:a16="http://schemas.microsoft.com/office/drawing/2014/main" id="{B240D7B1-4B99-4E33-8513-9C4B65AB7A79}"/>
                </a:ext>
              </a:extLst>
            </p:cNvPr>
            <p:cNvSpPr/>
            <p:nvPr/>
          </p:nvSpPr>
          <p:spPr>
            <a:xfrm>
              <a:off x="7697151" y="2641281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8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8 h 273367"/>
                <a:gd name="connsiteX6" fmla="*/ 0 w 228600"/>
                <a:gd name="connsiteY6" fmla="*/ 273368 h 273367"/>
                <a:gd name="connsiteX7" fmla="*/ 0 w 228600"/>
                <a:gd name="connsiteY7" fmla="*/ 6668 h 273367"/>
                <a:gd name="connsiteX8" fmla="*/ 61913 w 228600"/>
                <a:gd name="connsiteY8" fmla="*/ 6668 h 273367"/>
                <a:gd name="connsiteX9" fmla="*/ 61913 w 228600"/>
                <a:gd name="connsiteY9" fmla="*/ 39053 h 273367"/>
                <a:gd name="connsiteX10" fmla="*/ 62865 w 228600"/>
                <a:gd name="connsiteY10" fmla="*/ 39053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4" name="Freihandform: Form 163">
              <a:extLst>
                <a:ext uri="{FF2B5EF4-FFF2-40B4-BE49-F238E27FC236}">
                  <a16:creationId xmlns:a16="http://schemas.microsoft.com/office/drawing/2014/main" id="{AD00072F-DF48-47A5-B159-6A25EEBF77A8}"/>
                </a:ext>
              </a:extLst>
            </p:cNvPr>
            <p:cNvSpPr/>
            <p:nvPr/>
          </p:nvSpPr>
          <p:spPr>
            <a:xfrm>
              <a:off x="7996237" y="2528887"/>
              <a:ext cx="79057" cy="384810"/>
            </a:xfrm>
            <a:custGeom>
              <a:avLst/>
              <a:gdLst>
                <a:gd name="connsiteX0" fmla="*/ 79057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7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007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6" name="Freihandform: Form 165">
              <a:extLst>
                <a:ext uri="{FF2B5EF4-FFF2-40B4-BE49-F238E27FC236}">
                  <a16:creationId xmlns:a16="http://schemas.microsoft.com/office/drawing/2014/main" id="{E3B21D0A-878A-4D2A-B912-C524217301EC}"/>
                </a:ext>
              </a:extLst>
            </p:cNvPr>
            <p:cNvSpPr/>
            <p:nvPr/>
          </p:nvSpPr>
          <p:spPr>
            <a:xfrm>
              <a:off x="8119109" y="2647949"/>
              <a:ext cx="259079" cy="266700"/>
            </a:xfrm>
            <a:custGeom>
              <a:avLst/>
              <a:gdLst>
                <a:gd name="connsiteX0" fmla="*/ 259080 w 259079"/>
                <a:gd name="connsiteY0" fmla="*/ 0 h 266700"/>
                <a:gd name="connsiteX1" fmla="*/ 161925 w 259079"/>
                <a:gd name="connsiteY1" fmla="*/ 266700 h 266700"/>
                <a:gd name="connsiteX2" fmla="*/ 97155 w 259079"/>
                <a:gd name="connsiteY2" fmla="*/ 266700 h 266700"/>
                <a:gd name="connsiteX3" fmla="*/ 0 w 259079"/>
                <a:gd name="connsiteY3" fmla="*/ 0 h 266700"/>
                <a:gd name="connsiteX4" fmla="*/ 68580 w 259079"/>
                <a:gd name="connsiteY4" fmla="*/ 0 h 266700"/>
                <a:gd name="connsiteX5" fmla="*/ 129540 w 259079"/>
                <a:gd name="connsiteY5" fmla="*/ 193358 h 266700"/>
                <a:gd name="connsiteX6" fmla="*/ 130492 w 259079"/>
                <a:gd name="connsiteY6" fmla="*/ 193358 h 266700"/>
                <a:gd name="connsiteX7" fmla="*/ 191452 w 259079"/>
                <a:gd name="connsiteY7" fmla="*/ 0 h 266700"/>
                <a:gd name="connsiteX8" fmla="*/ 259080 w 259079"/>
                <a:gd name="connsiteY8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9079" h="266700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7" name="Freihandform: Form 166">
              <a:extLst>
                <a:ext uri="{FF2B5EF4-FFF2-40B4-BE49-F238E27FC236}">
                  <a16:creationId xmlns:a16="http://schemas.microsoft.com/office/drawing/2014/main" id="{56781AA2-902F-43E7-8524-0A4A2EE7F006}"/>
                </a:ext>
              </a:extLst>
            </p:cNvPr>
            <p:cNvSpPr/>
            <p:nvPr/>
          </p:nvSpPr>
          <p:spPr>
            <a:xfrm>
              <a:off x="8406764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3 h 279082"/>
                <a:gd name="connsiteX7" fmla="*/ 198120 w 242887"/>
                <a:gd name="connsiteY7" fmla="*/ 194310 h 279082"/>
                <a:gd name="connsiteX8" fmla="*/ 237173 w 242887"/>
                <a:gd name="connsiteY8" fmla="*/ 235268 h 279082"/>
                <a:gd name="connsiteX9" fmla="*/ 132398 w 242887"/>
                <a:gd name="connsiteY9" fmla="*/ 279083 h 279082"/>
                <a:gd name="connsiteX10" fmla="*/ 62865 w 242887"/>
                <a:gd name="connsiteY10" fmla="*/ 115253 h 279082"/>
                <a:gd name="connsiteX11" fmla="*/ 183833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9" name="Freihandform: Form 168">
              <a:extLst>
                <a:ext uri="{FF2B5EF4-FFF2-40B4-BE49-F238E27FC236}">
                  <a16:creationId xmlns:a16="http://schemas.microsoft.com/office/drawing/2014/main" id="{BCD18816-7285-4DE9-9DDC-71EF7BEE33DB}"/>
                </a:ext>
              </a:extLst>
            </p:cNvPr>
            <p:cNvSpPr/>
            <p:nvPr/>
          </p:nvSpPr>
          <p:spPr>
            <a:xfrm>
              <a:off x="8720137" y="2641039"/>
              <a:ext cx="160019" cy="272657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0" name="Freihandform: Form 169">
              <a:extLst>
                <a:ext uri="{FF2B5EF4-FFF2-40B4-BE49-F238E27FC236}">
                  <a16:creationId xmlns:a16="http://schemas.microsoft.com/office/drawing/2014/main" id="{B29C4B1F-66D8-44B9-9DCB-5EA808143694}"/>
                </a:ext>
              </a:extLst>
            </p:cNvPr>
            <p:cNvSpPr/>
            <p:nvPr/>
          </p:nvSpPr>
          <p:spPr>
            <a:xfrm>
              <a:off x="8909684" y="2640329"/>
              <a:ext cx="205739" cy="280034"/>
            </a:xfrm>
            <a:custGeom>
              <a:avLst/>
              <a:gdLst>
                <a:gd name="connsiteX0" fmla="*/ 29527 w 205739"/>
                <a:gd name="connsiteY0" fmla="*/ 198120 h 280034"/>
                <a:gd name="connsiteX1" fmla="*/ 104775 w 205739"/>
                <a:gd name="connsiteY1" fmla="*/ 227647 h 280034"/>
                <a:gd name="connsiteX2" fmla="*/ 143827 w 205739"/>
                <a:gd name="connsiteY2" fmla="*/ 200978 h 280034"/>
                <a:gd name="connsiteX3" fmla="*/ 10477 w 205739"/>
                <a:gd name="connsiteY3" fmla="*/ 82868 h 280034"/>
                <a:gd name="connsiteX4" fmla="*/ 111442 w 205739"/>
                <a:gd name="connsiteY4" fmla="*/ 0 h 280034"/>
                <a:gd name="connsiteX5" fmla="*/ 203835 w 205739"/>
                <a:gd name="connsiteY5" fmla="*/ 27622 h 280034"/>
                <a:gd name="connsiteX6" fmla="*/ 174307 w 205739"/>
                <a:gd name="connsiteY6" fmla="*/ 76200 h 280034"/>
                <a:gd name="connsiteX7" fmla="*/ 110490 w 205739"/>
                <a:gd name="connsiteY7" fmla="*/ 52387 h 280034"/>
                <a:gd name="connsiteX8" fmla="*/ 72390 w 205739"/>
                <a:gd name="connsiteY8" fmla="*/ 77153 h 280034"/>
                <a:gd name="connsiteX9" fmla="*/ 205740 w 205739"/>
                <a:gd name="connsiteY9" fmla="*/ 195262 h 280034"/>
                <a:gd name="connsiteX10" fmla="*/ 102870 w 205739"/>
                <a:gd name="connsiteY10" fmla="*/ 280035 h 280034"/>
                <a:gd name="connsiteX11" fmla="*/ 0 w 205739"/>
                <a:gd name="connsiteY11" fmla="*/ 247650 h 280034"/>
                <a:gd name="connsiteX12" fmla="*/ 29527 w 205739"/>
                <a:gd name="connsiteY12" fmla="*/ 198120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4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1" name="Freihandform: Form 170">
              <a:extLst>
                <a:ext uri="{FF2B5EF4-FFF2-40B4-BE49-F238E27FC236}">
                  <a16:creationId xmlns:a16="http://schemas.microsoft.com/office/drawing/2014/main" id="{F27F74A7-EBA9-4D92-B701-B68A25744794}"/>
                </a:ext>
              </a:extLst>
            </p:cNvPr>
            <p:cNvSpPr/>
            <p:nvPr/>
          </p:nvSpPr>
          <p:spPr>
            <a:xfrm>
              <a:off x="9173526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3 w 79057"/>
                <a:gd name="connsiteY1" fmla="*/ 76200 h 384810"/>
                <a:gd name="connsiteX2" fmla="*/ 0 w 79057"/>
                <a:gd name="connsiteY2" fmla="*/ 38100 h 384810"/>
                <a:gd name="connsiteX3" fmla="*/ 39053 w 79057"/>
                <a:gd name="connsiteY3" fmla="*/ 0 h 384810"/>
                <a:gd name="connsiteX4" fmla="*/ 79058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007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2" name="Freihandform: Form 171">
              <a:extLst>
                <a:ext uri="{FF2B5EF4-FFF2-40B4-BE49-F238E27FC236}">
                  <a16:creationId xmlns:a16="http://schemas.microsoft.com/office/drawing/2014/main" id="{A8349EB6-FBD9-4892-B559-568CB7506698}"/>
                </a:ext>
              </a:extLst>
            </p:cNvPr>
            <p:cNvSpPr/>
            <p:nvPr/>
          </p:nvSpPr>
          <p:spPr>
            <a:xfrm>
              <a:off x="9297351" y="2562224"/>
              <a:ext cx="165735" cy="358139"/>
            </a:xfrm>
            <a:custGeom>
              <a:avLst/>
              <a:gdLst>
                <a:gd name="connsiteX0" fmla="*/ 165735 w 165735"/>
                <a:gd name="connsiteY0" fmla="*/ 295275 h 358139"/>
                <a:gd name="connsiteX1" fmla="*/ 165735 w 165735"/>
                <a:gd name="connsiteY1" fmla="*/ 348615 h 358139"/>
                <a:gd name="connsiteX2" fmla="*/ 113348 w 165735"/>
                <a:gd name="connsiteY2" fmla="*/ 358140 h 358139"/>
                <a:gd name="connsiteX3" fmla="*/ 40958 w 165735"/>
                <a:gd name="connsiteY3" fmla="*/ 282892 h 358139"/>
                <a:gd name="connsiteX4" fmla="*/ 40958 w 165735"/>
                <a:gd name="connsiteY4" fmla="*/ 137160 h 358139"/>
                <a:gd name="connsiteX5" fmla="*/ 0 w 165735"/>
                <a:gd name="connsiteY5" fmla="*/ 137160 h 358139"/>
                <a:gd name="connsiteX6" fmla="*/ 0 w 165735"/>
                <a:gd name="connsiteY6" fmla="*/ 85725 h 358139"/>
                <a:gd name="connsiteX7" fmla="*/ 40005 w 165735"/>
                <a:gd name="connsiteY7" fmla="*/ 85725 h 358139"/>
                <a:gd name="connsiteX8" fmla="*/ 40005 w 165735"/>
                <a:gd name="connsiteY8" fmla="*/ 13335 h 358139"/>
                <a:gd name="connsiteX9" fmla="*/ 101918 w 165735"/>
                <a:gd name="connsiteY9" fmla="*/ 0 h 358139"/>
                <a:gd name="connsiteX10" fmla="*/ 101918 w 165735"/>
                <a:gd name="connsiteY10" fmla="*/ 86677 h 358139"/>
                <a:gd name="connsiteX11" fmla="*/ 165735 w 165735"/>
                <a:gd name="connsiteY11" fmla="*/ 86677 h 358139"/>
                <a:gd name="connsiteX12" fmla="*/ 165735 w 165735"/>
                <a:gd name="connsiteY12" fmla="*/ 138113 h 358139"/>
                <a:gd name="connsiteX13" fmla="*/ 101918 w 165735"/>
                <a:gd name="connsiteY13" fmla="*/ 138113 h 358139"/>
                <a:gd name="connsiteX14" fmla="*/ 101918 w 165735"/>
                <a:gd name="connsiteY14" fmla="*/ 269558 h 358139"/>
                <a:gd name="connsiteX15" fmla="*/ 130493 w 165735"/>
                <a:gd name="connsiteY15" fmla="*/ 304800 h 358139"/>
                <a:gd name="connsiteX16" fmla="*/ 165735 w 165735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2423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3" name="Freihandform: Form 172">
              <a:extLst>
                <a:ext uri="{FF2B5EF4-FFF2-40B4-BE49-F238E27FC236}">
                  <a16:creationId xmlns:a16="http://schemas.microsoft.com/office/drawing/2014/main" id="{6C7F7824-6B9B-46EF-A15D-FAB86FA0C8D3}"/>
                </a:ext>
              </a:extLst>
            </p:cNvPr>
            <p:cNvSpPr/>
            <p:nvPr/>
          </p:nvSpPr>
          <p:spPr>
            <a:xfrm>
              <a:off x="9511664" y="2533649"/>
              <a:ext cx="225742" cy="386714"/>
            </a:xfrm>
            <a:custGeom>
              <a:avLst/>
              <a:gdLst>
                <a:gd name="connsiteX0" fmla="*/ 114300 w 225742"/>
                <a:gd name="connsiteY0" fmla="*/ 215265 h 386714"/>
                <a:gd name="connsiteX1" fmla="*/ 164783 w 225742"/>
                <a:gd name="connsiteY1" fmla="*/ 220980 h 386714"/>
                <a:gd name="connsiteX2" fmla="*/ 164783 w 225742"/>
                <a:gd name="connsiteY2" fmla="*/ 211455 h 386714"/>
                <a:gd name="connsiteX3" fmla="*/ 105728 w 225742"/>
                <a:gd name="connsiteY3" fmla="*/ 160020 h 386714"/>
                <a:gd name="connsiteX4" fmla="*/ 38100 w 225742"/>
                <a:gd name="connsiteY4" fmla="*/ 175260 h 386714"/>
                <a:gd name="connsiteX5" fmla="*/ 24765 w 225742"/>
                <a:gd name="connsiteY5" fmla="*/ 122873 h 386714"/>
                <a:gd name="connsiteX6" fmla="*/ 112395 w 225742"/>
                <a:gd name="connsiteY6" fmla="*/ 107632 h 386714"/>
                <a:gd name="connsiteX7" fmla="*/ 225743 w 225742"/>
                <a:gd name="connsiteY7" fmla="*/ 210502 h 386714"/>
                <a:gd name="connsiteX8" fmla="*/ 225743 w 225742"/>
                <a:gd name="connsiteY8" fmla="*/ 381000 h 386714"/>
                <a:gd name="connsiteX9" fmla="*/ 166688 w 225742"/>
                <a:gd name="connsiteY9" fmla="*/ 381000 h 386714"/>
                <a:gd name="connsiteX10" fmla="*/ 166688 w 225742"/>
                <a:gd name="connsiteY10" fmla="*/ 352425 h 386714"/>
                <a:gd name="connsiteX11" fmla="*/ 165735 w 225742"/>
                <a:gd name="connsiteY11" fmla="*/ 352425 h 386714"/>
                <a:gd name="connsiteX12" fmla="*/ 87630 w 225742"/>
                <a:gd name="connsiteY12" fmla="*/ 386715 h 386714"/>
                <a:gd name="connsiteX13" fmla="*/ 0 w 225742"/>
                <a:gd name="connsiteY13" fmla="*/ 301942 h 386714"/>
                <a:gd name="connsiteX14" fmla="*/ 114300 w 225742"/>
                <a:gd name="connsiteY14" fmla="*/ 215265 h 386714"/>
                <a:gd name="connsiteX15" fmla="*/ 63818 w 225742"/>
                <a:gd name="connsiteY15" fmla="*/ 72390 h 386714"/>
                <a:gd name="connsiteX16" fmla="*/ 26670 w 225742"/>
                <a:gd name="connsiteY16" fmla="*/ 36195 h 386714"/>
                <a:gd name="connsiteX17" fmla="*/ 63818 w 225742"/>
                <a:gd name="connsiteY17" fmla="*/ 0 h 386714"/>
                <a:gd name="connsiteX18" fmla="*/ 100965 w 225742"/>
                <a:gd name="connsiteY18" fmla="*/ 36195 h 386714"/>
                <a:gd name="connsiteX19" fmla="*/ 63818 w 225742"/>
                <a:gd name="connsiteY19" fmla="*/ 72390 h 386714"/>
                <a:gd name="connsiteX20" fmla="*/ 103823 w 225742"/>
                <a:gd name="connsiteY20" fmla="*/ 340042 h 386714"/>
                <a:gd name="connsiteX21" fmla="*/ 164783 w 225742"/>
                <a:gd name="connsiteY21" fmla="*/ 307658 h 386714"/>
                <a:gd name="connsiteX22" fmla="*/ 164783 w 225742"/>
                <a:gd name="connsiteY22" fmla="*/ 261938 h 386714"/>
                <a:gd name="connsiteX23" fmla="*/ 120968 w 225742"/>
                <a:gd name="connsiteY23" fmla="*/ 257175 h 386714"/>
                <a:gd name="connsiteX24" fmla="*/ 59055 w 225742"/>
                <a:gd name="connsiteY24" fmla="*/ 300990 h 386714"/>
                <a:gd name="connsiteX25" fmla="*/ 103823 w 225742"/>
                <a:gd name="connsiteY25" fmla="*/ 340042 h 386714"/>
                <a:gd name="connsiteX26" fmla="*/ 172403 w 225742"/>
                <a:gd name="connsiteY26" fmla="*/ 72390 h 386714"/>
                <a:gd name="connsiteX27" fmla="*/ 135255 w 225742"/>
                <a:gd name="connsiteY27" fmla="*/ 36195 h 386714"/>
                <a:gd name="connsiteX28" fmla="*/ 172403 w 225742"/>
                <a:gd name="connsiteY28" fmla="*/ 0 h 386714"/>
                <a:gd name="connsiteX29" fmla="*/ 209550 w 225742"/>
                <a:gd name="connsiteY29" fmla="*/ 36195 h 386714"/>
                <a:gd name="connsiteX30" fmla="*/ 172403 w 225742"/>
                <a:gd name="connsiteY30" fmla="*/ 72390 h 386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4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5735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4" name="Freihandform: Form 173">
              <a:extLst>
                <a:ext uri="{FF2B5EF4-FFF2-40B4-BE49-F238E27FC236}">
                  <a16:creationId xmlns:a16="http://schemas.microsoft.com/office/drawing/2014/main" id="{B0287798-80E0-49AB-8FA9-A7802A4BA50D}"/>
                </a:ext>
              </a:extLst>
            </p:cNvPr>
            <p:cNvSpPr/>
            <p:nvPr/>
          </p:nvSpPr>
          <p:spPr>
            <a:xfrm>
              <a:off x="9785984" y="2562224"/>
              <a:ext cx="165734" cy="358139"/>
            </a:xfrm>
            <a:custGeom>
              <a:avLst/>
              <a:gdLst>
                <a:gd name="connsiteX0" fmla="*/ 165735 w 165734"/>
                <a:gd name="connsiteY0" fmla="*/ 295275 h 358139"/>
                <a:gd name="connsiteX1" fmla="*/ 165735 w 165734"/>
                <a:gd name="connsiteY1" fmla="*/ 348615 h 358139"/>
                <a:gd name="connsiteX2" fmla="*/ 113347 w 165734"/>
                <a:gd name="connsiteY2" fmla="*/ 358140 h 358139"/>
                <a:gd name="connsiteX3" fmla="*/ 40957 w 165734"/>
                <a:gd name="connsiteY3" fmla="*/ 282892 h 358139"/>
                <a:gd name="connsiteX4" fmla="*/ 40957 w 165734"/>
                <a:gd name="connsiteY4" fmla="*/ 137160 h 358139"/>
                <a:gd name="connsiteX5" fmla="*/ 0 w 165734"/>
                <a:gd name="connsiteY5" fmla="*/ 137160 h 358139"/>
                <a:gd name="connsiteX6" fmla="*/ 0 w 165734"/>
                <a:gd name="connsiteY6" fmla="*/ 85725 h 358139"/>
                <a:gd name="connsiteX7" fmla="*/ 40005 w 165734"/>
                <a:gd name="connsiteY7" fmla="*/ 85725 h 358139"/>
                <a:gd name="connsiteX8" fmla="*/ 40005 w 165734"/>
                <a:gd name="connsiteY8" fmla="*/ 13335 h 358139"/>
                <a:gd name="connsiteX9" fmla="*/ 101917 w 165734"/>
                <a:gd name="connsiteY9" fmla="*/ 0 h 358139"/>
                <a:gd name="connsiteX10" fmla="*/ 101917 w 165734"/>
                <a:gd name="connsiteY10" fmla="*/ 86677 h 358139"/>
                <a:gd name="connsiteX11" fmla="*/ 165735 w 165734"/>
                <a:gd name="connsiteY11" fmla="*/ 86677 h 358139"/>
                <a:gd name="connsiteX12" fmla="*/ 165735 w 165734"/>
                <a:gd name="connsiteY12" fmla="*/ 138113 h 358139"/>
                <a:gd name="connsiteX13" fmla="*/ 101917 w 165734"/>
                <a:gd name="connsiteY13" fmla="*/ 138113 h 358139"/>
                <a:gd name="connsiteX14" fmla="*/ 101917 w 165734"/>
                <a:gd name="connsiteY14" fmla="*/ 269558 h 358139"/>
                <a:gd name="connsiteX15" fmla="*/ 130492 w 165734"/>
                <a:gd name="connsiteY15" fmla="*/ 304800 h 358139"/>
                <a:gd name="connsiteX16" fmla="*/ 165735 w 165734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2423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5" name="Freihandform: Form 174">
              <a:extLst>
                <a:ext uri="{FF2B5EF4-FFF2-40B4-BE49-F238E27FC236}">
                  <a16:creationId xmlns:a16="http://schemas.microsoft.com/office/drawing/2014/main" id="{A454F467-A1F4-4F72-9271-42EBD14BE8EB}"/>
                </a:ext>
              </a:extLst>
            </p:cNvPr>
            <p:cNvSpPr/>
            <p:nvPr/>
          </p:nvSpPr>
          <p:spPr>
            <a:xfrm>
              <a:off x="2269806" y="3121341"/>
              <a:ext cx="359092" cy="373379"/>
            </a:xfrm>
            <a:custGeom>
              <a:avLst/>
              <a:gdLst>
                <a:gd name="connsiteX0" fmla="*/ 0 w 359092"/>
                <a:gd name="connsiteY0" fmla="*/ 0 h 373379"/>
                <a:gd name="connsiteX1" fmla="*/ 79057 w 359092"/>
                <a:gd name="connsiteY1" fmla="*/ 0 h 373379"/>
                <a:gd name="connsiteX2" fmla="*/ 180022 w 359092"/>
                <a:gd name="connsiteY2" fmla="*/ 229553 h 373379"/>
                <a:gd name="connsiteX3" fmla="*/ 180975 w 359092"/>
                <a:gd name="connsiteY3" fmla="*/ 229553 h 373379"/>
                <a:gd name="connsiteX4" fmla="*/ 279083 w 359092"/>
                <a:gd name="connsiteY4" fmla="*/ 0 h 373379"/>
                <a:gd name="connsiteX5" fmla="*/ 359093 w 359092"/>
                <a:gd name="connsiteY5" fmla="*/ 0 h 373379"/>
                <a:gd name="connsiteX6" fmla="*/ 359093 w 359092"/>
                <a:gd name="connsiteY6" fmla="*/ 368617 h 373379"/>
                <a:gd name="connsiteX7" fmla="*/ 295275 w 359092"/>
                <a:gd name="connsiteY7" fmla="*/ 368617 h 373379"/>
                <a:gd name="connsiteX8" fmla="*/ 295275 w 359092"/>
                <a:gd name="connsiteY8" fmla="*/ 114300 h 373379"/>
                <a:gd name="connsiteX9" fmla="*/ 294322 w 359092"/>
                <a:gd name="connsiteY9" fmla="*/ 114300 h 373379"/>
                <a:gd name="connsiteX10" fmla="*/ 180975 w 359092"/>
                <a:gd name="connsiteY10" fmla="*/ 373380 h 373379"/>
                <a:gd name="connsiteX11" fmla="*/ 179070 w 359092"/>
                <a:gd name="connsiteY11" fmla="*/ 373380 h 373379"/>
                <a:gd name="connsiteX12" fmla="*/ 64770 w 359092"/>
                <a:gd name="connsiteY12" fmla="*/ 114300 h 373379"/>
                <a:gd name="connsiteX13" fmla="*/ 63818 w 359092"/>
                <a:gd name="connsiteY13" fmla="*/ 114300 h 373379"/>
                <a:gd name="connsiteX14" fmla="*/ 63818 w 359092"/>
                <a:gd name="connsiteY14" fmla="*/ 368617 h 373379"/>
                <a:gd name="connsiteX15" fmla="*/ 953 w 359092"/>
                <a:gd name="connsiteY15" fmla="*/ 368617 h 373379"/>
                <a:gd name="connsiteX16" fmla="*/ 953 w 359092"/>
                <a:gd name="connsiteY16" fmla="*/ 0 h 3733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59092" h="373379">
                  <a:moveTo>
                    <a:pt x="0" y="0"/>
                  </a:moveTo>
                  <a:lnTo>
                    <a:pt x="79057" y="0"/>
                  </a:lnTo>
                  <a:lnTo>
                    <a:pt x="180022" y="229553"/>
                  </a:lnTo>
                  <a:lnTo>
                    <a:pt x="180975" y="229553"/>
                  </a:lnTo>
                  <a:lnTo>
                    <a:pt x="279083" y="0"/>
                  </a:lnTo>
                  <a:lnTo>
                    <a:pt x="359093" y="0"/>
                  </a:lnTo>
                  <a:lnTo>
                    <a:pt x="359093" y="368617"/>
                  </a:lnTo>
                  <a:lnTo>
                    <a:pt x="295275" y="368617"/>
                  </a:lnTo>
                  <a:lnTo>
                    <a:pt x="295275" y="114300"/>
                  </a:lnTo>
                  <a:lnTo>
                    <a:pt x="294322" y="114300"/>
                  </a:lnTo>
                  <a:lnTo>
                    <a:pt x="180975" y="373380"/>
                  </a:lnTo>
                  <a:lnTo>
                    <a:pt x="179070" y="373380"/>
                  </a:lnTo>
                  <a:lnTo>
                    <a:pt x="64770" y="114300"/>
                  </a:lnTo>
                  <a:lnTo>
                    <a:pt x="63818" y="114300"/>
                  </a:lnTo>
                  <a:lnTo>
                    <a:pt x="63818" y="368617"/>
                  </a:lnTo>
                  <a:lnTo>
                    <a:pt x="953" y="368617"/>
                  </a:lnTo>
                  <a:lnTo>
                    <a:pt x="95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6" name="Freihandform: Form 175">
              <a:extLst>
                <a:ext uri="{FF2B5EF4-FFF2-40B4-BE49-F238E27FC236}">
                  <a16:creationId xmlns:a16="http://schemas.microsoft.com/office/drawing/2014/main" id="{283720D2-CFCA-4B1C-9031-8590404EC8CD}"/>
                </a:ext>
              </a:extLst>
            </p:cNvPr>
            <p:cNvSpPr/>
            <p:nvPr/>
          </p:nvSpPr>
          <p:spPr>
            <a:xfrm>
              <a:off x="2702241" y="3217544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2 h 279082"/>
                <a:gd name="connsiteX7" fmla="*/ 198120 w 242887"/>
                <a:gd name="connsiteY7" fmla="*/ 194310 h 279082"/>
                <a:gd name="connsiteX8" fmla="*/ 237173 w 242887"/>
                <a:gd name="connsiteY8" fmla="*/ 235267 h 279082"/>
                <a:gd name="connsiteX9" fmla="*/ 132398 w 242887"/>
                <a:gd name="connsiteY9" fmla="*/ 279083 h 279082"/>
                <a:gd name="connsiteX10" fmla="*/ 62865 w 242887"/>
                <a:gd name="connsiteY10" fmla="*/ 115252 h 279082"/>
                <a:gd name="connsiteX11" fmla="*/ 183833 w 242887"/>
                <a:gd name="connsiteY11" fmla="*/ 115252 h 279082"/>
                <a:gd name="connsiteX12" fmla="*/ 124778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2"/>
                    <a:pt x="132398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3" y="235267"/>
                  </a:lnTo>
                  <a:cubicBezTo>
                    <a:pt x="206693" y="264795"/>
                    <a:pt x="172403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89535" y="50482"/>
                    <a:pt x="67628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7" name="Freihandform: Form 176">
              <a:extLst>
                <a:ext uri="{FF2B5EF4-FFF2-40B4-BE49-F238E27FC236}">
                  <a16:creationId xmlns:a16="http://schemas.microsoft.com/office/drawing/2014/main" id="{B4014799-7763-4F5E-B627-E20ED15E9164}"/>
                </a:ext>
              </a:extLst>
            </p:cNvPr>
            <p:cNvSpPr/>
            <p:nvPr/>
          </p:nvSpPr>
          <p:spPr>
            <a:xfrm>
              <a:off x="3000374" y="3101339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2 w 248602"/>
                <a:gd name="connsiteY7" fmla="*/ 389573 h 396239"/>
                <a:gd name="connsiteX8" fmla="*/ 187642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1913 w 248602"/>
                <a:gd name="connsiteY12" fmla="*/ 255270 h 396239"/>
                <a:gd name="connsiteX13" fmla="*/ 123825 w 248602"/>
                <a:gd name="connsiteY13" fmla="*/ 340995 h 396239"/>
                <a:gd name="connsiteX14" fmla="*/ 187642 w 248602"/>
                <a:gd name="connsiteY14" fmla="*/ 305753 h 396239"/>
                <a:gd name="connsiteX15" fmla="*/ 187642 w 248602"/>
                <a:gd name="connsiteY15" fmla="*/ 208598 h 396239"/>
                <a:gd name="connsiteX16" fmla="*/ 123825 w 248602"/>
                <a:gd name="connsiteY16" fmla="*/ 173355 h 396239"/>
                <a:gd name="connsiteX17" fmla="*/ 61913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2" y="305753"/>
                  </a:cubicBezTo>
                  <a:lnTo>
                    <a:pt x="187642" y="208598"/>
                  </a:lnTo>
                  <a:cubicBezTo>
                    <a:pt x="169545" y="184785"/>
                    <a:pt x="149542" y="173355"/>
                    <a:pt x="123825" y="173355"/>
                  </a:cubicBezTo>
                  <a:cubicBezTo>
                    <a:pt x="82867" y="172402"/>
                    <a:pt x="61913" y="201930"/>
                    <a:pt x="61913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8" name="Freihandform: Form 177">
              <a:extLst>
                <a:ext uri="{FF2B5EF4-FFF2-40B4-BE49-F238E27FC236}">
                  <a16:creationId xmlns:a16="http://schemas.microsoft.com/office/drawing/2014/main" id="{D9FDD39B-3138-4807-B4B3-385554B82372}"/>
                </a:ext>
              </a:extLst>
            </p:cNvPr>
            <p:cNvSpPr/>
            <p:nvPr/>
          </p:nvSpPr>
          <p:spPr>
            <a:xfrm>
              <a:off x="3323271" y="3105149"/>
              <a:ext cx="79057" cy="384809"/>
            </a:xfrm>
            <a:custGeom>
              <a:avLst/>
              <a:gdLst>
                <a:gd name="connsiteX0" fmla="*/ 79058 w 79057"/>
                <a:gd name="connsiteY0" fmla="*/ 38100 h 384809"/>
                <a:gd name="connsiteX1" fmla="*/ 39053 w 79057"/>
                <a:gd name="connsiteY1" fmla="*/ 76200 h 384809"/>
                <a:gd name="connsiteX2" fmla="*/ 0 w 79057"/>
                <a:gd name="connsiteY2" fmla="*/ 38100 h 384809"/>
                <a:gd name="connsiteX3" fmla="*/ 39053 w 79057"/>
                <a:gd name="connsiteY3" fmla="*/ 0 h 384809"/>
                <a:gd name="connsiteX4" fmla="*/ 79058 w 79057"/>
                <a:gd name="connsiteY4" fmla="*/ 38100 h 384809"/>
                <a:gd name="connsiteX5" fmla="*/ 70485 w 79057"/>
                <a:gd name="connsiteY5" fmla="*/ 384810 h 384809"/>
                <a:gd name="connsiteX6" fmla="*/ 8573 w 79057"/>
                <a:gd name="connsiteY6" fmla="*/ 384810 h 384809"/>
                <a:gd name="connsiteX7" fmla="*/ 8573 w 79057"/>
                <a:gd name="connsiteY7" fmla="*/ 118110 h 384809"/>
                <a:gd name="connsiteX8" fmla="*/ 70485 w 79057"/>
                <a:gd name="connsiteY8" fmla="*/ 118110 h 384809"/>
                <a:gd name="connsiteX9" fmla="*/ 70485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8" y="38100"/>
                  </a:moveTo>
                  <a:cubicBezTo>
                    <a:pt x="79058" y="60008"/>
                    <a:pt x="60960" y="76200"/>
                    <a:pt x="39053" y="76200"/>
                  </a:cubicBezTo>
                  <a:cubicBezTo>
                    <a:pt x="17145" y="76200"/>
                    <a:pt x="0" y="60008"/>
                    <a:pt x="0" y="38100"/>
                  </a:cubicBezTo>
                  <a:cubicBezTo>
                    <a:pt x="0" y="16192"/>
                    <a:pt x="18098" y="0"/>
                    <a:pt x="39053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9" name="Freihandform: Form 178">
              <a:extLst>
                <a:ext uri="{FF2B5EF4-FFF2-40B4-BE49-F238E27FC236}">
                  <a16:creationId xmlns:a16="http://schemas.microsoft.com/office/drawing/2014/main" id="{2E6C9DD6-5487-417E-9F60-2D6E8560168B}"/>
                </a:ext>
              </a:extLst>
            </p:cNvPr>
            <p:cNvSpPr/>
            <p:nvPr/>
          </p:nvSpPr>
          <p:spPr>
            <a:xfrm>
              <a:off x="3455669" y="3224212"/>
              <a:ext cx="211454" cy="265747"/>
            </a:xfrm>
            <a:custGeom>
              <a:avLst/>
              <a:gdLst>
                <a:gd name="connsiteX0" fmla="*/ 210502 w 211454"/>
                <a:gd name="connsiteY0" fmla="*/ 265747 h 265747"/>
                <a:gd name="connsiteX1" fmla="*/ 0 w 211454"/>
                <a:gd name="connsiteY1" fmla="*/ 265747 h 265747"/>
                <a:gd name="connsiteX2" fmla="*/ 0 w 211454"/>
                <a:gd name="connsiteY2" fmla="*/ 212408 h 265747"/>
                <a:gd name="connsiteX3" fmla="*/ 133350 w 211454"/>
                <a:gd name="connsiteY3" fmla="*/ 52388 h 265747"/>
                <a:gd name="connsiteX4" fmla="*/ 8572 w 211454"/>
                <a:gd name="connsiteY4" fmla="*/ 52388 h 265747"/>
                <a:gd name="connsiteX5" fmla="*/ 8572 w 211454"/>
                <a:gd name="connsiteY5" fmla="*/ 0 h 265747"/>
                <a:gd name="connsiteX6" fmla="*/ 209550 w 211454"/>
                <a:gd name="connsiteY6" fmla="*/ 0 h 265747"/>
                <a:gd name="connsiteX7" fmla="*/ 209550 w 211454"/>
                <a:gd name="connsiteY7" fmla="*/ 53340 h 265747"/>
                <a:gd name="connsiteX8" fmla="*/ 76200 w 211454"/>
                <a:gd name="connsiteY8" fmla="*/ 213360 h 265747"/>
                <a:gd name="connsiteX9" fmla="*/ 211455 w 211454"/>
                <a:gd name="connsiteY9" fmla="*/ 213360 h 265747"/>
                <a:gd name="connsiteX10" fmla="*/ 211455 w 211454"/>
                <a:gd name="connsiteY10" fmla="*/ 265747 h 2657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11454" h="265747">
                  <a:moveTo>
                    <a:pt x="210502" y="265747"/>
                  </a:moveTo>
                  <a:lnTo>
                    <a:pt x="0" y="265747"/>
                  </a:lnTo>
                  <a:lnTo>
                    <a:pt x="0" y="212408"/>
                  </a:lnTo>
                  <a:lnTo>
                    <a:pt x="133350" y="52388"/>
                  </a:lnTo>
                  <a:lnTo>
                    <a:pt x="8572" y="52388"/>
                  </a:lnTo>
                  <a:lnTo>
                    <a:pt x="8572" y="0"/>
                  </a:lnTo>
                  <a:lnTo>
                    <a:pt x="209550" y="0"/>
                  </a:lnTo>
                  <a:lnTo>
                    <a:pt x="209550" y="53340"/>
                  </a:lnTo>
                  <a:lnTo>
                    <a:pt x="76200" y="213360"/>
                  </a:lnTo>
                  <a:lnTo>
                    <a:pt x="211455" y="213360"/>
                  </a:lnTo>
                  <a:lnTo>
                    <a:pt x="211455" y="26574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0" name="Freihandform: Form 179">
              <a:extLst>
                <a:ext uri="{FF2B5EF4-FFF2-40B4-BE49-F238E27FC236}">
                  <a16:creationId xmlns:a16="http://schemas.microsoft.com/office/drawing/2014/main" id="{CDFEB6FA-3CAD-46B7-8D68-B7AA84793B04}"/>
                </a:ext>
              </a:extLst>
            </p:cNvPr>
            <p:cNvSpPr/>
            <p:nvPr/>
          </p:nvSpPr>
          <p:spPr>
            <a:xfrm>
              <a:off x="3722369" y="3105149"/>
              <a:ext cx="79057" cy="384809"/>
            </a:xfrm>
            <a:custGeom>
              <a:avLst/>
              <a:gdLst>
                <a:gd name="connsiteX0" fmla="*/ 79058 w 79057"/>
                <a:gd name="connsiteY0" fmla="*/ 38100 h 384809"/>
                <a:gd name="connsiteX1" fmla="*/ 39052 w 79057"/>
                <a:gd name="connsiteY1" fmla="*/ 76200 h 384809"/>
                <a:gd name="connsiteX2" fmla="*/ 0 w 79057"/>
                <a:gd name="connsiteY2" fmla="*/ 38100 h 384809"/>
                <a:gd name="connsiteX3" fmla="*/ 39052 w 79057"/>
                <a:gd name="connsiteY3" fmla="*/ 0 h 384809"/>
                <a:gd name="connsiteX4" fmla="*/ 79058 w 79057"/>
                <a:gd name="connsiteY4" fmla="*/ 38100 h 384809"/>
                <a:gd name="connsiteX5" fmla="*/ 70485 w 79057"/>
                <a:gd name="connsiteY5" fmla="*/ 384810 h 384809"/>
                <a:gd name="connsiteX6" fmla="*/ 8572 w 79057"/>
                <a:gd name="connsiteY6" fmla="*/ 384810 h 384809"/>
                <a:gd name="connsiteX7" fmla="*/ 8572 w 79057"/>
                <a:gd name="connsiteY7" fmla="*/ 118110 h 384809"/>
                <a:gd name="connsiteX8" fmla="*/ 70485 w 79057"/>
                <a:gd name="connsiteY8" fmla="*/ 118110 h 384809"/>
                <a:gd name="connsiteX9" fmla="*/ 70485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008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1" name="Freihandform: Form 180">
              <a:extLst>
                <a:ext uri="{FF2B5EF4-FFF2-40B4-BE49-F238E27FC236}">
                  <a16:creationId xmlns:a16="http://schemas.microsoft.com/office/drawing/2014/main" id="{9C49B8E4-8A51-4538-AE79-AF434DDED268}"/>
                </a:ext>
              </a:extLst>
            </p:cNvPr>
            <p:cNvSpPr/>
            <p:nvPr/>
          </p:nvSpPr>
          <p:spPr>
            <a:xfrm>
              <a:off x="3875721" y="3217544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8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3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2" name="Freihandform: Form 181">
              <a:extLst>
                <a:ext uri="{FF2B5EF4-FFF2-40B4-BE49-F238E27FC236}">
                  <a16:creationId xmlns:a16="http://schemas.microsoft.com/office/drawing/2014/main" id="{C42CB422-11F2-4F02-8408-1968AE9F0B4A}"/>
                </a:ext>
              </a:extLst>
            </p:cNvPr>
            <p:cNvSpPr/>
            <p:nvPr/>
          </p:nvSpPr>
          <p:spPr>
            <a:xfrm>
              <a:off x="4173854" y="3105149"/>
              <a:ext cx="79057" cy="384809"/>
            </a:xfrm>
            <a:custGeom>
              <a:avLst/>
              <a:gdLst>
                <a:gd name="connsiteX0" fmla="*/ 79058 w 79057"/>
                <a:gd name="connsiteY0" fmla="*/ 38100 h 384809"/>
                <a:gd name="connsiteX1" fmla="*/ 39053 w 79057"/>
                <a:gd name="connsiteY1" fmla="*/ 76200 h 384809"/>
                <a:gd name="connsiteX2" fmla="*/ 0 w 79057"/>
                <a:gd name="connsiteY2" fmla="*/ 38100 h 384809"/>
                <a:gd name="connsiteX3" fmla="*/ 39053 w 79057"/>
                <a:gd name="connsiteY3" fmla="*/ 0 h 384809"/>
                <a:gd name="connsiteX4" fmla="*/ 79058 w 79057"/>
                <a:gd name="connsiteY4" fmla="*/ 38100 h 384809"/>
                <a:gd name="connsiteX5" fmla="*/ 71438 w 79057"/>
                <a:gd name="connsiteY5" fmla="*/ 384810 h 384809"/>
                <a:gd name="connsiteX6" fmla="*/ 9525 w 79057"/>
                <a:gd name="connsiteY6" fmla="*/ 384810 h 384809"/>
                <a:gd name="connsiteX7" fmla="*/ 9525 w 79057"/>
                <a:gd name="connsiteY7" fmla="*/ 118110 h 384809"/>
                <a:gd name="connsiteX8" fmla="*/ 71438 w 79057"/>
                <a:gd name="connsiteY8" fmla="*/ 118110 h 384809"/>
                <a:gd name="connsiteX9" fmla="*/ 71438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8" y="38100"/>
                  </a:moveTo>
                  <a:cubicBezTo>
                    <a:pt x="79058" y="60008"/>
                    <a:pt x="60960" y="76200"/>
                    <a:pt x="39053" y="76200"/>
                  </a:cubicBezTo>
                  <a:cubicBezTo>
                    <a:pt x="17145" y="76200"/>
                    <a:pt x="0" y="60008"/>
                    <a:pt x="0" y="38100"/>
                  </a:cubicBezTo>
                  <a:cubicBezTo>
                    <a:pt x="0" y="16192"/>
                    <a:pt x="18098" y="0"/>
                    <a:pt x="39053" y="0"/>
                  </a:cubicBezTo>
                  <a:cubicBezTo>
                    <a:pt x="61913" y="0"/>
                    <a:pt x="79058" y="16192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3" name="Freihandform: Form 182">
              <a:extLst>
                <a:ext uri="{FF2B5EF4-FFF2-40B4-BE49-F238E27FC236}">
                  <a16:creationId xmlns:a16="http://schemas.microsoft.com/office/drawing/2014/main" id="{F0971886-809A-4633-B2A0-BFF14EF6EE8D}"/>
                </a:ext>
              </a:extLst>
            </p:cNvPr>
            <p:cNvSpPr/>
            <p:nvPr/>
          </p:nvSpPr>
          <p:spPr>
            <a:xfrm>
              <a:off x="4302442" y="3216591"/>
              <a:ext cx="205739" cy="280035"/>
            </a:xfrm>
            <a:custGeom>
              <a:avLst/>
              <a:gdLst>
                <a:gd name="connsiteX0" fmla="*/ 29527 w 205739"/>
                <a:gd name="connsiteY0" fmla="*/ 198120 h 280035"/>
                <a:gd name="connsiteX1" fmla="*/ 104775 w 205739"/>
                <a:gd name="connsiteY1" fmla="*/ 227648 h 280035"/>
                <a:gd name="connsiteX2" fmla="*/ 143827 w 205739"/>
                <a:gd name="connsiteY2" fmla="*/ 200978 h 280035"/>
                <a:gd name="connsiteX3" fmla="*/ 10477 w 205739"/>
                <a:gd name="connsiteY3" fmla="*/ 82868 h 280035"/>
                <a:gd name="connsiteX4" fmla="*/ 111442 w 205739"/>
                <a:gd name="connsiteY4" fmla="*/ 0 h 280035"/>
                <a:gd name="connsiteX5" fmla="*/ 203835 w 205739"/>
                <a:gd name="connsiteY5" fmla="*/ 27623 h 280035"/>
                <a:gd name="connsiteX6" fmla="*/ 174307 w 205739"/>
                <a:gd name="connsiteY6" fmla="*/ 76200 h 280035"/>
                <a:gd name="connsiteX7" fmla="*/ 110490 w 205739"/>
                <a:gd name="connsiteY7" fmla="*/ 52388 h 280035"/>
                <a:gd name="connsiteX8" fmla="*/ 72390 w 205739"/>
                <a:gd name="connsiteY8" fmla="*/ 77153 h 280035"/>
                <a:gd name="connsiteX9" fmla="*/ 205740 w 205739"/>
                <a:gd name="connsiteY9" fmla="*/ 195263 h 280035"/>
                <a:gd name="connsiteX10" fmla="*/ 102870 w 205739"/>
                <a:gd name="connsiteY10" fmla="*/ 280035 h 280035"/>
                <a:gd name="connsiteX11" fmla="*/ 0 w 205739"/>
                <a:gd name="connsiteY11" fmla="*/ 247650 h 280035"/>
                <a:gd name="connsiteX12" fmla="*/ 29527 w 205739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5">
                  <a:moveTo>
                    <a:pt x="29527" y="198120"/>
                  </a:moveTo>
                  <a:cubicBezTo>
                    <a:pt x="56197" y="218123"/>
                    <a:pt x="80963" y="227648"/>
                    <a:pt x="104775" y="227648"/>
                  </a:cubicBezTo>
                  <a:cubicBezTo>
                    <a:pt x="127635" y="227648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3"/>
                  </a:cubicBezTo>
                  <a:lnTo>
                    <a:pt x="174307" y="76200"/>
                  </a:lnTo>
                  <a:cubicBezTo>
                    <a:pt x="151447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4" name="Freihandform: Form 183">
              <a:extLst>
                <a:ext uri="{FF2B5EF4-FFF2-40B4-BE49-F238E27FC236}">
                  <a16:creationId xmlns:a16="http://schemas.microsoft.com/office/drawing/2014/main" id="{DE4E6EDF-3FCD-4859-A7FA-00DA1EA40453}"/>
                </a:ext>
              </a:extLst>
            </p:cNvPr>
            <p:cNvSpPr/>
            <p:nvPr/>
          </p:nvSpPr>
          <p:spPr>
            <a:xfrm>
              <a:off x="4558664" y="3216591"/>
              <a:ext cx="224790" cy="280035"/>
            </a:xfrm>
            <a:custGeom>
              <a:avLst/>
              <a:gdLst>
                <a:gd name="connsiteX0" fmla="*/ 222885 w 224790"/>
                <a:gd name="connsiteY0" fmla="*/ 237173 h 280035"/>
                <a:gd name="connsiteX1" fmla="*/ 127635 w 224790"/>
                <a:gd name="connsiteY1" fmla="*/ 280035 h 280035"/>
                <a:gd name="connsiteX2" fmla="*/ 0 w 224790"/>
                <a:gd name="connsiteY2" fmla="*/ 140970 h 280035"/>
                <a:gd name="connsiteX3" fmla="*/ 128588 w 224790"/>
                <a:gd name="connsiteY3" fmla="*/ 0 h 280035"/>
                <a:gd name="connsiteX4" fmla="*/ 224790 w 224790"/>
                <a:gd name="connsiteY4" fmla="*/ 45720 h 280035"/>
                <a:gd name="connsiteX5" fmla="*/ 181928 w 224790"/>
                <a:gd name="connsiteY5" fmla="*/ 86678 h 280035"/>
                <a:gd name="connsiteX6" fmla="*/ 128588 w 224790"/>
                <a:gd name="connsiteY6" fmla="*/ 57150 h 280035"/>
                <a:gd name="connsiteX7" fmla="*/ 62865 w 224790"/>
                <a:gd name="connsiteY7" fmla="*/ 140017 h 280035"/>
                <a:gd name="connsiteX8" fmla="*/ 128588 w 224790"/>
                <a:gd name="connsiteY8" fmla="*/ 222885 h 280035"/>
                <a:gd name="connsiteX9" fmla="*/ 183832 w 224790"/>
                <a:gd name="connsiteY9" fmla="*/ 193358 h 280035"/>
                <a:gd name="connsiteX10" fmla="*/ 222885 w 224790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5" name="Freihandform: Form 184">
              <a:extLst>
                <a:ext uri="{FF2B5EF4-FFF2-40B4-BE49-F238E27FC236}">
                  <a16:creationId xmlns:a16="http://schemas.microsoft.com/office/drawing/2014/main" id="{9B8E1A26-27B5-43EB-BCC4-C7EDD1745154}"/>
                </a:ext>
              </a:extLst>
            </p:cNvPr>
            <p:cNvSpPr/>
            <p:nvPr/>
          </p:nvSpPr>
          <p:spPr>
            <a:xfrm>
              <a:off x="4837746" y="3101339"/>
              <a:ext cx="228600" cy="389572"/>
            </a:xfrm>
            <a:custGeom>
              <a:avLst/>
              <a:gdLst>
                <a:gd name="connsiteX0" fmla="*/ 228600 w 228600"/>
                <a:gd name="connsiteY0" fmla="*/ 388620 h 389572"/>
                <a:gd name="connsiteX1" fmla="*/ 166688 w 228600"/>
                <a:gd name="connsiteY1" fmla="*/ 388620 h 389572"/>
                <a:gd name="connsiteX2" fmla="*/ 166688 w 228600"/>
                <a:gd name="connsiteY2" fmla="*/ 236220 h 389572"/>
                <a:gd name="connsiteX3" fmla="*/ 117158 w 228600"/>
                <a:gd name="connsiteY3" fmla="*/ 171450 h 389572"/>
                <a:gd name="connsiteX4" fmla="*/ 61913 w 228600"/>
                <a:gd name="connsiteY4" fmla="*/ 236220 h 389572"/>
                <a:gd name="connsiteX5" fmla="*/ 61913 w 228600"/>
                <a:gd name="connsiteY5" fmla="*/ 389573 h 389572"/>
                <a:gd name="connsiteX6" fmla="*/ 0 w 228600"/>
                <a:gd name="connsiteY6" fmla="*/ 389573 h 389572"/>
                <a:gd name="connsiteX7" fmla="*/ 0 w 228600"/>
                <a:gd name="connsiteY7" fmla="*/ 15240 h 389572"/>
                <a:gd name="connsiteX8" fmla="*/ 61913 w 228600"/>
                <a:gd name="connsiteY8" fmla="*/ 0 h 389572"/>
                <a:gd name="connsiteX9" fmla="*/ 61913 w 228600"/>
                <a:gd name="connsiteY9" fmla="*/ 155258 h 389572"/>
                <a:gd name="connsiteX10" fmla="*/ 62865 w 228600"/>
                <a:gd name="connsiteY10" fmla="*/ 155258 h 389572"/>
                <a:gd name="connsiteX11" fmla="*/ 140970 w 228600"/>
                <a:gd name="connsiteY11" fmla="*/ 116205 h 389572"/>
                <a:gd name="connsiteX12" fmla="*/ 228600 w 228600"/>
                <a:gd name="connsiteY12" fmla="*/ 223838 h 389572"/>
                <a:gd name="connsiteX13" fmla="*/ 228600 w 228600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89572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6" name="Freihandform: Form 185">
              <a:extLst>
                <a:ext uri="{FF2B5EF4-FFF2-40B4-BE49-F238E27FC236}">
                  <a16:creationId xmlns:a16="http://schemas.microsoft.com/office/drawing/2014/main" id="{C7350A6F-AEF2-40D5-B18A-25F40CB1AE29}"/>
                </a:ext>
              </a:extLst>
            </p:cNvPr>
            <p:cNvSpPr/>
            <p:nvPr/>
          </p:nvSpPr>
          <p:spPr>
            <a:xfrm>
              <a:off x="5131117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7" name="Freihandform: Form 186">
              <a:extLst>
                <a:ext uri="{FF2B5EF4-FFF2-40B4-BE49-F238E27FC236}">
                  <a16:creationId xmlns:a16="http://schemas.microsoft.com/office/drawing/2014/main" id="{94A77134-1757-4B16-9CCB-89DFC24F4583}"/>
                </a:ext>
              </a:extLst>
            </p:cNvPr>
            <p:cNvSpPr/>
            <p:nvPr/>
          </p:nvSpPr>
          <p:spPr>
            <a:xfrm>
              <a:off x="5601652" y="3122294"/>
              <a:ext cx="231457" cy="368617"/>
            </a:xfrm>
            <a:custGeom>
              <a:avLst/>
              <a:gdLst>
                <a:gd name="connsiteX0" fmla="*/ 231457 w 231457"/>
                <a:gd name="connsiteY0" fmla="*/ 60007 h 368617"/>
                <a:gd name="connsiteX1" fmla="*/ 65722 w 231457"/>
                <a:gd name="connsiteY1" fmla="*/ 60007 h 368617"/>
                <a:gd name="connsiteX2" fmla="*/ 65722 w 231457"/>
                <a:gd name="connsiteY2" fmla="*/ 151447 h 368617"/>
                <a:gd name="connsiteX3" fmla="*/ 189547 w 231457"/>
                <a:gd name="connsiteY3" fmla="*/ 151447 h 368617"/>
                <a:gd name="connsiteX4" fmla="*/ 189547 w 231457"/>
                <a:gd name="connsiteY4" fmla="*/ 211455 h 368617"/>
                <a:gd name="connsiteX5" fmla="*/ 65722 w 231457"/>
                <a:gd name="connsiteY5" fmla="*/ 211455 h 368617"/>
                <a:gd name="connsiteX6" fmla="*/ 65722 w 231457"/>
                <a:gd name="connsiteY6" fmla="*/ 368617 h 368617"/>
                <a:gd name="connsiteX7" fmla="*/ 0 w 231457"/>
                <a:gd name="connsiteY7" fmla="*/ 368617 h 368617"/>
                <a:gd name="connsiteX8" fmla="*/ 0 w 231457"/>
                <a:gd name="connsiteY8" fmla="*/ 0 h 368617"/>
                <a:gd name="connsiteX9" fmla="*/ 231457 w 231457"/>
                <a:gd name="connsiteY9" fmla="*/ 0 h 368617"/>
                <a:gd name="connsiteX10" fmla="*/ 231457 w 231457"/>
                <a:gd name="connsiteY10" fmla="*/ 60007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1457" h="36861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8" name="Freihandform: Form 187">
              <a:extLst>
                <a:ext uri="{FF2B5EF4-FFF2-40B4-BE49-F238E27FC236}">
                  <a16:creationId xmlns:a16="http://schemas.microsoft.com/office/drawing/2014/main" id="{1E690A31-8E26-41E0-9B9F-013D263A32F0}"/>
                </a:ext>
              </a:extLst>
            </p:cNvPr>
            <p:cNvSpPr/>
            <p:nvPr/>
          </p:nvSpPr>
          <p:spPr>
            <a:xfrm>
              <a:off x="5844539" y="3217544"/>
              <a:ext cx="225742" cy="279082"/>
            </a:xfrm>
            <a:custGeom>
              <a:avLst/>
              <a:gdLst>
                <a:gd name="connsiteX0" fmla="*/ 114300 w 225742"/>
                <a:gd name="connsiteY0" fmla="*/ 107633 h 279082"/>
                <a:gd name="connsiteX1" fmla="*/ 164782 w 225742"/>
                <a:gd name="connsiteY1" fmla="*/ 113347 h 279082"/>
                <a:gd name="connsiteX2" fmla="*/ 164782 w 225742"/>
                <a:gd name="connsiteY2" fmla="*/ 103822 h 279082"/>
                <a:gd name="connsiteX3" fmla="*/ 105728 w 225742"/>
                <a:gd name="connsiteY3" fmla="*/ 52388 h 279082"/>
                <a:gd name="connsiteX4" fmla="*/ 38100 w 225742"/>
                <a:gd name="connsiteY4" fmla="*/ 67627 h 279082"/>
                <a:gd name="connsiteX5" fmla="*/ 24765 w 225742"/>
                <a:gd name="connsiteY5" fmla="*/ 15240 h 279082"/>
                <a:gd name="connsiteX6" fmla="*/ 112395 w 225742"/>
                <a:gd name="connsiteY6" fmla="*/ 0 h 279082"/>
                <a:gd name="connsiteX7" fmla="*/ 225742 w 225742"/>
                <a:gd name="connsiteY7" fmla="*/ 102870 h 279082"/>
                <a:gd name="connsiteX8" fmla="*/ 225742 w 225742"/>
                <a:gd name="connsiteY8" fmla="*/ 273367 h 279082"/>
                <a:gd name="connsiteX9" fmla="*/ 166688 w 225742"/>
                <a:gd name="connsiteY9" fmla="*/ 273367 h 279082"/>
                <a:gd name="connsiteX10" fmla="*/ 166688 w 225742"/>
                <a:gd name="connsiteY10" fmla="*/ 244792 h 279082"/>
                <a:gd name="connsiteX11" fmla="*/ 165735 w 225742"/>
                <a:gd name="connsiteY11" fmla="*/ 244792 h 279082"/>
                <a:gd name="connsiteX12" fmla="*/ 87630 w 225742"/>
                <a:gd name="connsiteY12" fmla="*/ 279083 h 279082"/>
                <a:gd name="connsiteX13" fmla="*/ 0 w 225742"/>
                <a:gd name="connsiteY13" fmla="*/ 194310 h 279082"/>
                <a:gd name="connsiteX14" fmla="*/ 114300 w 225742"/>
                <a:gd name="connsiteY14" fmla="*/ 107633 h 279082"/>
                <a:gd name="connsiteX15" fmla="*/ 103822 w 225742"/>
                <a:gd name="connsiteY15" fmla="*/ 232410 h 279082"/>
                <a:gd name="connsiteX16" fmla="*/ 164782 w 225742"/>
                <a:gd name="connsiteY16" fmla="*/ 200025 h 279082"/>
                <a:gd name="connsiteX17" fmla="*/ 164782 w 225742"/>
                <a:gd name="connsiteY17" fmla="*/ 153352 h 279082"/>
                <a:gd name="connsiteX18" fmla="*/ 120967 w 225742"/>
                <a:gd name="connsiteY18" fmla="*/ 148590 h 279082"/>
                <a:gd name="connsiteX19" fmla="*/ 59055 w 225742"/>
                <a:gd name="connsiteY19" fmla="*/ 192405 h 279082"/>
                <a:gd name="connsiteX20" fmla="*/ 103822 w 225742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42" h="279082">
                  <a:moveTo>
                    <a:pt x="114300" y="107633"/>
                  </a:moveTo>
                  <a:cubicBezTo>
                    <a:pt x="131445" y="107633"/>
                    <a:pt x="147638" y="108585"/>
                    <a:pt x="164782" y="113347"/>
                  </a:cubicBezTo>
                  <a:lnTo>
                    <a:pt x="164782" y="103822"/>
                  </a:lnTo>
                  <a:cubicBezTo>
                    <a:pt x="164782" y="69532"/>
                    <a:pt x="144780" y="52388"/>
                    <a:pt x="105728" y="52388"/>
                  </a:cubicBezTo>
                  <a:cubicBezTo>
                    <a:pt x="83820" y="52388"/>
                    <a:pt x="60007" y="58102"/>
                    <a:pt x="38100" y="67627"/>
                  </a:cubicBezTo>
                  <a:lnTo>
                    <a:pt x="24765" y="15240"/>
                  </a:lnTo>
                  <a:cubicBezTo>
                    <a:pt x="49530" y="5715"/>
                    <a:pt x="81915" y="0"/>
                    <a:pt x="112395" y="0"/>
                  </a:cubicBezTo>
                  <a:cubicBezTo>
                    <a:pt x="187642" y="0"/>
                    <a:pt x="225742" y="35242"/>
                    <a:pt x="225742" y="102870"/>
                  </a:cubicBezTo>
                  <a:lnTo>
                    <a:pt x="225742" y="273367"/>
                  </a:lnTo>
                  <a:lnTo>
                    <a:pt x="166688" y="273367"/>
                  </a:lnTo>
                  <a:lnTo>
                    <a:pt x="166688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4300" y="107633"/>
                  </a:cubicBezTo>
                  <a:close/>
                  <a:moveTo>
                    <a:pt x="103822" y="232410"/>
                  </a:moveTo>
                  <a:cubicBezTo>
                    <a:pt x="126682" y="232410"/>
                    <a:pt x="147638" y="220980"/>
                    <a:pt x="164782" y="200025"/>
                  </a:cubicBezTo>
                  <a:lnTo>
                    <a:pt x="164782" y="153352"/>
                  </a:lnTo>
                  <a:cubicBezTo>
                    <a:pt x="150495" y="149542"/>
                    <a:pt x="135255" y="148590"/>
                    <a:pt x="120967" y="148590"/>
                  </a:cubicBezTo>
                  <a:cubicBezTo>
                    <a:pt x="81915" y="148590"/>
                    <a:pt x="59055" y="163830"/>
                    <a:pt x="59055" y="192405"/>
                  </a:cubicBezTo>
                  <a:cubicBezTo>
                    <a:pt x="60007" y="217170"/>
                    <a:pt x="77153" y="232410"/>
                    <a:pt x="103822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9" name="Freihandform: Form 188">
              <a:extLst>
                <a:ext uri="{FF2B5EF4-FFF2-40B4-BE49-F238E27FC236}">
                  <a16:creationId xmlns:a16="http://schemas.microsoft.com/office/drawing/2014/main" id="{483EEED3-728F-4244-95FE-E7CBB4E571FE}"/>
                </a:ext>
              </a:extLst>
            </p:cNvPr>
            <p:cNvSpPr/>
            <p:nvPr/>
          </p:nvSpPr>
          <p:spPr>
            <a:xfrm>
              <a:off x="6150292" y="3101339"/>
              <a:ext cx="234314" cy="389572"/>
            </a:xfrm>
            <a:custGeom>
              <a:avLst/>
              <a:gdLst>
                <a:gd name="connsiteX0" fmla="*/ 0 w 234314"/>
                <a:gd name="connsiteY0" fmla="*/ 15240 h 389572"/>
                <a:gd name="connsiteX1" fmla="*/ 61913 w 234314"/>
                <a:gd name="connsiteY1" fmla="*/ 0 h 389572"/>
                <a:gd name="connsiteX2" fmla="*/ 61913 w 234314"/>
                <a:gd name="connsiteY2" fmla="*/ 234315 h 389572"/>
                <a:gd name="connsiteX3" fmla="*/ 62865 w 234314"/>
                <a:gd name="connsiteY3" fmla="*/ 234315 h 389572"/>
                <a:gd name="connsiteX4" fmla="*/ 150495 w 234314"/>
                <a:gd name="connsiteY4" fmla="*/ 122873 h 389572"/>
                <a:gd name="connsiteX5" fmla="*/ 224790 w 234314"/>
                <a:gd name="connsiteY5" fmla="*/ 122873 h 389572"/>
                <a:gd name="connsiteX6" fmla="*/ 137160 w 234314"/>
                <a:gd name="connsiteY6" fmla="*/ 227648 h 389572"/>
                <a:gd name="connsiteX7" fmla="*/ 234315 w 234314"/>
                <a:gd name="connsiteY7" fmla="*/ 389573 h 389572"/>
                <a:gd name="connsiteX8" fmla="*/ 160020 w 234314"/>
                <a:gd name="connsiteY8" fmla="*/ 389573 h 389572"/>
                <a:gd name="connsiteX9" fmla="*/ 93345 w 234314"/>
                <a:gd name="connsiteY9" fmla="*/ 274320 h 389572"/>
                <a:gd name="connsiteX10" fmla="*/ 62865 w 234314"/>
                <a:gd name="connsiteY10" fmla="*/ 308610 h 389572"/>
                <a:gd name="connsiteX11" fmla="*/ 62865 w 234314"/>
                <a:gd name="connsiteY11" fmla="*/ 389573 h 389572"/>
                <a:gd name="connsiteX12" fmla="*/ 952 w 234314"/>
                <a:gd name="connsiteY12" fmla="*/ 389573 h 389572"/>
                <a:gd name="connsiteX13" fmla="*/ 952 w 234314"/>
                <a:gd name="connsiteY13" fmla="*/ 1524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4314" h="389572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0" name="Freihandform: Form 189">
              <a:extLst>
                <a:ext uri="{FF2B5EF4-FFF2-40B4-BE49-F238E27FC236}">
                  <a16:creationId xmlns:a16="http://schemas.microsoft.com/office/drawing/2014/main" id="{525B4E81-689A-4F11-B3FC-0109065DF5A0}"/>
                </a:ext>
              </a:extLst>
            </p:cNvPr>
            <p:cNvSpPr/>
            <p:nvPr/>
          </p:nvSpPr>
          <p:spPr>
            <a:xfrm>
              <a:off x="6430327" y="3224212"/>
              <a:ext cx="229552" cy="273367"/>
            </a:xfrm>
            <a:custGeom>
              <a:avLst/>
              <a:gdLst>
                <a:gd name="connsiteX0" fmla="*/ 62865 w 229552"/>
                <a:gd name="connsiteY0" fmla="*/ 160020 h 273367"/>
                <a:gd name="connsiteX1" fmla="*/ 116205 w 229552"/>
                <a:gd name="connsiteY1" fmla="*/ 216217 h 273367"/>
                <a:gd name="connsiteX2" fmla="*/ 167640 w 229552"/>
                <a:gd name="connsiteY2" fmla="*/ 160020 h 273367"/>
                <a:gd name="connsiteX3" fmla="*/ 167640 w 229552"/>
                <a:gd name="connsiteY3" fmla="*/ 0 h 273367"/>
                <a:gd name="connsiteX4" fmla="*/ 229553 w 229552"/>
                <a:gd name="connsiteY4" fmla="*/ 0 h 273367"/>
                <a:gd name="connsiteX5" fmla="*/ 229553 w 229552"/>
                <a:gd name="connsiteY5" fmla="*/ 161925 h 273367"/>
                <a:gd name="connsiteX6" fmla="*/ 117157 w 229552"/>
                <a:gd name="connsiteY6" fmla="*/ 273367 h 273367"/>
                <a:gd name="connsiteX7" fmla="*/ 0 w 229552"/>
                <a:gd name="connsiteY7" fmla="*/ 162878 h 273367"/>
                <a:gd name="connsiteX8" fmla="*/ 0 w 229552"/>
                <a:gd name="connsiteY8" fmla="*/ 952 h 273367"/>
                <a:gd name="connsiteX9" fmla="*/ 61913 w 229552"/>
                <a:gd name="connsiteY9" fmla="*/ 952 h 273367"/>
                <a:gd name="connsiteX10" fmla="*/ 61913 w 229552"/>
                <a:gd name="connsiteY10" fmla="*/ 160020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9552" h="273367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1" name="Freihandform: Form 190">
              <a:extLst>
                <a:ext uri="{FF2B5EF4-FFF2-40B4-BE49-F238E27FC236}">
                  <a16:creationId xmlns:a16="http://schemas.microsoft.com/office/drawing/2014/main" id="{9BD00AC2-D5A5-4018-8E4C-A3FE601BED21}"/>
                </a:ext>
              </a:extLst>
            </p:cNvPr>
            <p:cNvSpPr/>
            <p:nvPr/>
          </p:nvSpPr>
          <p:spPr>
            <a:xfrm>
              <a:off x="6739889" y="3100387"/>
              <a:ext cx="61912" cy="389572"/>
            </a:xfrm>
            <a:custGeom>
              <a:avLst/>
              <a:gdLst>
                <a:gd name="connsiteX0" fmla="*/ 61913 w 61912"/>
                <a:gd name="connsiteY0" fmla="*/ 389572 h 389572"/>
                <a:gd name="connsiteX1" fmla="*/ 0 w 61912"/>
                <a:gd name="connsiteY1" fmla="*/ 389572 h 389572"/>
                <a:gd name="connsiteX2" fmla="*/ 0 w 61912"/>
                <a:gd name="connsiteY2" fmla="*/ 14288 h 389572"/>
                <a:gd name="connsiteX3" fmla="*/ 61913 w 61912"/>
                <a:gd name="connsiteY3" fmla="*/ 0 h 389572"/>
                <a:gd name="connsiteX4" fmla="*/ 61913 w 61912"/>
                <a:gd name="connsiteY4" fmla="*/ 389572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957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2" name="Freihandform: Form 191">
              <a:extLst>
                <a:ext uri="{FF2B5EF4-FFF2-40B4-BE49-F238E27FC236}">
                  <a16:creationId xmlns:a16="http://schemas.microsoft.com/office/drawing/2014/main" id="{C6C38B0F-FAF9-4838-9513-DD81F66BE36C}"/>
                </a:ext>
              </a:extLst>
            </p:cNvPr>
            <p:cNvSpPr/>
            <p:nvPr/>
          </p:nvSpPr>
          <p:spPr>
            <a:xfrm>
              <a:off x="6856094" y="3138487"/>
              <a:ext cx="165735" cy="358140"/>
            </a:xfrm>
            <a:custGeom>
              <a:avLst/>
              <a:gdLst>
                <a:gd name="connsiteX0" fmla="*/ 165735 w 165735"/>
                <a:gd name="connsiteY0" fmla="*/ 295275 h 358140"/>
                <a:gd name="connsiteX1" fmla="*/ 165735 w 165735"/>
                <a:gd name="connsiteY1" fmla="*/ 348615 h 358140"/>
                <a:gd name="connsiteX2" fmla="*/ 113348 w 165735"/>
                <a:gd name="connsiteY2" fmla="*/ 358140 h 358140"/>
                <a:gd name="connsiteX3" fmla="*/ 40957 w 165735"/>
                <a:gd name="connsiteY3" fmla="*/ 282892 h 358140"/>
                <a:gd name="connsiteX4" fmla="*/ 40957 w 165735"/>
                <a:gd name="connsiteY4" fmla="*/ 137160 h 358140"/>
                <a:gd name="connsiteX5" fmla="*/ 0 w 165735"/>
                <a:gd name="connsiteY5" fmla="*/ 137160 h 358140"/>
                <a:gd name="connsiteX6" fmla="*/ 0 w 165735"/>
                <a:gd name="connsiteY6" fmla="*/ 85725 h 358140"/>
                <a:gd name="connsiteX7" fmla="*/ 40005 w 165735"/>
                <a:gd name="connsiteY7" fmla="*/ 85725 h 358140"/>
                <a:gd name="connsiteX8" fmla="*/ 40005 w 165735"/>
                <a:gd name="connsiteY8" fmla="*/ 13335 h 358140"/>
                <a:gd name="connsiteX9" fmla="*/ 101918 w 165735"/>
                <a:gd name="connsiteY9" fmla="*/ 0 h 358140"/>
                <a:gd name="connsiteX10" fmla="*/ 101918 w 165735"/>
                <a:gd name="connsiteY10" fmla="*/ 86677 h 358140"/>
                <a:gd name="connsiteX11" fmla="*/ 165735 w 165735"/>
                <a:gd name="connsiteY11" fmla="*/ 86677 h 358140"/>
                <a:gd name="connsiteX12" fmla="*/ 165735 w 165735"/>
                <a:gd name="connsiteY12" fmla="*/ 138113 h 358140"/>
                <a:gd name="connsiteX13" fmla="*/ 101918 w 165735"/>
                <a:gd name="connsiteY13" fmla="*/ 138113 h 358140"/>
                <a:gd name="connsiteX14" fmla="*/ 101918 w 165735"/>
                <a:gd name="connsiteY14" fmla="*/ 269558 h 358140"/>
                <a:gd name="connsiteX15" fmla="*/ 130493 w 165735"/>
                <a:gd name="connsiteY15" fmla="*/ 304800 h 358140"/>
                <a:gd name="connsiteX16" fmla="*/ 165735 w 165735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7" y="332422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3" name="Freihandform: Form 192">
              <a:extLst>
                <a:ext uri="{FF2B5EF4-FFF2-40B4-BE49-F238E27FC236}">
                  <a16:creationId xmlns:a16="http://schemas.microsoft.com/office/drawing/2014/main" id="{29DECCA2-8126-4621-B1E9-225B9CC8BD1F}"/>
                </a:ext>
              </a:extLst>
            </p:cNvPr>
            <p:cNvSpPr/>
            <p:nvPr/>
          </p:nvSpPr>
          <p:spPr>
            <a:xfrm>
              <a:off x="7071359" y="3109912"/>
              <a:ext cx="225742" cy="386715"/>
            </a:xfrm>
            <a:custGeom>
              <a:avLst/>
              <a:gdLst>
                <a:gd name="connsiteX0" fmla="*/ 114300 w 225742"/>
                <a:gd name="connsiteY0" fmla="*/ 215265 h 386715"/>
                <a:gd name="connsiteX1" fmla="*/ 164782 w 225742"/>
                <a:gd name="connsiteY1" fmla="*/ 220980 h 386715"/>
                <a:gd name="connsiteX2" fmla="*/ 164782 w 225742"/>
                <a:gd name="connsiteY2" fmla="*/ 211455 h 386715"/>
                <a:gd name="connsiteX3" fmla="*/ 105727 w 225742"/>
                <a:gd name="connsiteY3" fmla="*/ 160020 h 386715"/>
                <a:gd name="connsiteX4" fmla="*/ 38100 w 225742"/>
                <a:gd name="connsiteY4" fmla="*/ 175260 h 386715"/>
                <a:gd name="connsiteX5" fmla="*/ 24765 w 225742"/>
                <a:gd name="connsiteY5" fmla="*/ 122873 h 386715"/>
                <a:gd name="connsiteX6" fmla="*/ 112395 w 225742"/>
                <a:gd name="connsiteY6" fmla="*/ 107633 h 386715"/>
                <a:gd name="connsiteX7" fmla="*/ 225742 w 225742"/>
                <a:gd name="connsiteY7" fmla="*/ 210503 h 386715"/>
                <a:gd name="connsiteX8" fmla="*/ 225742 w 225742"/>
                <a:gd name="connsiteY8" fmla="*/ 381000 h 386715"/>
                <a:gd name="connsiteX9" fmla="*/ 166688 w 225742"/>
                <a:gd name="connsiteY9" fmla="*/ 381000 h 386715"/>
                <a:gd name="connsiteX10" fmla="*/ 166688 w 225742"/>
                <a:gd name="connsiteY10" fmla="*/ 352425 h 386715"/>
                <a:gd name="connsiteX11" fmla="*/ 165735 w 225742"/>
                <a:gd name="connsiteY11" fmla="*/ 352425 h 386715"/>
                <a:gd name="connsiteX12" fmla="*/ 87630 w 225742"/>
                <a:gd name="connsiteY12" fmla="*/ 386715 h 386715"/>
                <a:gd name="connsiteX13" fmla="*/ 0 w 225742"/>
                <a:gd name="connsiteY13" fmla="*/ 301942 h 386715"/>
                <a:gd name="connsiteX14" fmla="*/ 114300 w 225742"/>
                <a:gd name="connsiteY14" fmla="*/ 215265 h 386715"/>
                <a:gd name="connsiteX15" fmla="*/ 63817 w 225742"/>
                <a:gd name="connsiteY15" fmla="*/ 72390 h 386715"/>
                <a:gd name="connsiteX16" fmla="*/ 26670 w 225742"/>
                <a:gd name="connsiteY16" fmla="*/ 36195 h 386715"/>
                <a:gd name="connsiteX17" fmla="*/ 63817 w 225742"/>
                <a:gd name="connsiteY17" fmla="*/ 0 h 386715"/>
                <a:gd name="connsiteX18" fmla="*/ 100965 w 225742"/>
                <a:gd name="connsiteY18" fmla="*/ 36195 h 386715"/>
                <a:gd name="connsiteX19" fmla="*/ 63817 w 225742"/>
                <a:gd name="connsiteY19" fmla="*/ 72390 h 386715"/>
                <a:gd name="connsiteX20" fmla="*/ 103822 w 225742"/>
                <a:gd name="connsiteY20" fmla="*/ 340042 h 386715"/>
                <a:gd name="connsiteX21" fmla="*/ 164782 w 225742"/>
                <a:gd name="connsiteY21" fmla="*/ 307658 h 386715"/>
                <a:gd name="connsiteX22" fmla="*/ 164782 w 225742"/>
                <a:gd name="connsiteY22" fmla="*/ 260985 h 386715"/>
                <a:gd name="connsiteX23" fmla="*/ 120967 w 225742"/>
                <a:gd name="connsiteY23" fmla="*/ 256222 h 386715"/>
                <a:gd name="connsiteX24" fmla="*/ 59055 w 225742"/>
                <a:gd name="connsiteY24" fmla="*/ 300038 h 386715"/>
                <a:gd name="connsiteX25" fmla="*/ 103822 w 225742"/>
                <a:gd name="connsiteY25" fmla="*/ 340042 h 386715"/>
                <a:gd name="connsiteX26" fmla="*/ 172402 w 225742"/>
                <a:gd name="connsiteY26" fmla="*/ 72390 h 386715"/>
                <a:gd name="connsiteX27" fmla="*/ 135255 w 225742"/>
                <a:gd name="connsiteY27" fmla="*/ 36195 h 386715"/>
                <a:gd name="connsiteX28" fmla="*/ 172402 w 225742"/>
                <a:gd name="connsiteY28" fmla="*/ 0 h 386715"/>
                <a:gd name="connsiteX29" fmla="*/ 209550 w 225742"/>
                <a:gd name="connsiteY29" fmla="*/ 36195 h 386715"/>
                <a:gd name="connsiteX30" fmla="*/ 172402 w 225742"/>
                <a:gd name="connsiteY30" fmla="*/ 72390 h 386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5">
                  <a:moveTo>
                    <a:pt x="114300" y="215265"/>
                  </a:moveTo>
                  <a:cubicBezTo>
                    <a:pt x="131445" y="215265"/>
                    <a:pt x="147638" y="216217"/>
                    <a:pt x="164782" y="220980"/>
                  </a:cubicBezTo>
                  <a:lnTo>
                    <a:pt x="164782" y="211455"/>
                  </a:lnTo>
                  <a:cubicBezTo>
                    <a:pt x="164782" y="177165"/>
                    <a:pt x="144780" y="160020"/>
                    <a:pt x="105727" y="160020"/>
                  </a:cubicBezTo>
                  <a:cubicBezTo>
                    <a:pt x="83820" y="160020"/>
                    <a:pt x="60007" y="165735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2" y="340042"/>
                    <a:pt x="147638" y="328613"/>
                    <a:pt x="164782" y="307658"/>
                  </a:cubicBezTo>
                  <a:lnTo>
                    <a:pt x="164782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2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2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2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4" name="Freihandform: Form 193">
              <a:extLst>
                <a:ext uri="{FF2B5EF4-FFF2-40B4-BE49-F238E27FC236}">
                  <a16:creationId xmlns:a16="http://schemas.microsoft.com/office/drawing/2014/main" id="{D9F48B69-C336-48B4-90B8-DF787E1ED845}"/>
                </a:ext>
              </a:extLst>
            </p:cNvPr>
            <p:cNvSpPr/>
            <p:nvPr/>
          </p:nvSpPr>
          <p:spPr>
            <a:xfrm>
              <a:off x="7345679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8 w 165734"/>
                <a:gd name="connsiteY9" fmla="*/ 0 h 358140"/>
                <a:gd name="connsiteX10" fmla="*/ 101918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8 w 165734"/>
                <a:gd name="connsiteY13" fmla="*/ 138113 h 358140"/>
                <a:gd name="connsiteX14" fmla="*/ 101918 w 165734"/>
                <a:gd name="connsiteY14" fmla="*/ 269558 h 358140"/>
                <a:gd name="connsiteX15" fmla="*/ 130493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2422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5856977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7EA00-F8E5-4E05-9FF6-C36C32B81BAD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Medizinische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BF8056C4-F1A1-4860-B863-70A38CCE20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8060" y="235471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A4B92765-C038-4DB7-B6CF-33827BB8741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8318" y="235471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02 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B48DD939-0764-4598-B8A8-5EF7FD589A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8060" y="452537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0169AC75-2D8F-414A-A2F5-470DEC8B533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18" y="452537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05 </a:t>
            </a:r>
          </a:p>
        </p:txBody>
      </p:sp>
      <p:sp>
        <p:nvSpPr>
          <p:cNvPr id="17" name="Textplatzhalter 6">
            <a:extLst>
              <a:ext uri="{FF2B5EF4-FFF2-40B4-BE49-F238E27FC236}">
                <a16:creationId xmlns:a16="http://schemas.microsoft.com/office/drawing/2014/main" id="{78F9E3F2-C660-4ABB-83AF-3F5B3E2F77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8060" y="307826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CAB2683D-D5E7-45B9-9133-F4CFD483FA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8318" y="307826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03 </a:t>
            </a:r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952E3AD3-9675-4713-A437-FEFA1B54002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48060" y="380182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1" name="Textplatzhalter 6">
            <a:extLst>
              <a:ext uri="{FF2B5EF4-FFF2-40B4-BE49-F238E27FC236}">
                <a16:creationId xmlns:a16="http://schemas.microsoft.com/office/drawing/2014/main" id="{1852432A-5FDF-42C2-BC07-F1752012B84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8318" y="380182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04 </a:t>
            </a:r>
          </a:p>
        </p:txBody>
      </p:sp>
      <p:sp>
        <p:nvSpPr>
          <p:cNvPr id="24" name="Textplatzhalter 6">
            <a:extLst>
              <a:ext uri="{FF2B5EF4-FFF2-40B4-BE49-F238E27FC236}">
                <a16:creationId xmlns:a16="http://schemas.microsoft.com/office/drawing/2014/main" id="{B2468A8B-4816-458C-AEB6-53AB9CF88AF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8060" y="5248930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5" name="Textplatzhalter 6">
            <a:extLst>
              <a:ext uri="{FF2B5EF4-FFF2-40B4-BE49-F238E27FC236}">
                <a16:creationId xmlns:a16="http://schemas.microsoft.com/office/drawing/2014/main" id="{F92C0AC2-BCD1-47F5-99DB-35823E79AB9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8318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06 </a:t>
            </a:r>
          </a:p>
        </p:txBody>
      </p:sp>
      <p:sp>
        <p:nvSpPr>
          <p:cNvPr id="26" name="Textplatzhalter 6">
            <a:extLst>
              <a:ext uri="{FF2B5EF4-FFF2-40B4-BE49-F238E27FC236}">
                <a16:creationId xmlns:a16="http://schemas.microsoft.com/office/drawing/2014/main" id="{6E5C8951-ED83-4B8D-A041-11DC6291DD8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636190" y="1632184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27" name="Textplatzhalter 6">
            <a:extLst>
              <a:ext uri="{FF2B5EF4-FFF2-40B4-BE49-F238E27FC236}">
                <a16:creationId xmlns:a16="http://schemas.microsoft.com/office/drawing/2014/main" id="{7D6B79FA-8C76-4CA9-AF55-F7541503ECB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06332" y="1632184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07 </a:t>
            </a:r>
          </a:p>
        </p:txBody>
      </p:sp>
      <p:sp>
        <p:nvSpPr>
          <p:cNvPr id="28" name="Textplatzhalter 6">
            <a:extLst>
              <a:ext uri="{FF2B5EF4-FFF2-40B4-BE49-F238E27FC236}">
                <a16:creationId xmlns:a16="http://schemas.microsoft.com/office/drawing/2014/main" id="{89249A36-CB58-4007-8E81-30FA75194BA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36190" y="2355533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29" name="Textplatzhalter 6">
            <a:extLst>
              <a:ext uri="{FF2B5EF4-FFF2-40B4-BE49-F238E27FC236}">
                <a16:creationId xmlns:a16="http://schemas.microsoft.com/office/drawing/2014/main" id="{953A9A61-99D0-44B5-89EB-1D1035F914B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06332" y="2355533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08 </a:t>
            </a:r>
          </a:p>
        </p:txBody>
      </p:sp>
      <p:sp>
        <p:nvSpPr>
          <p:cNvPr id="30" name="Textplatzhalter 6">
            <a:extLst>
              <a:ext uri="{FF2B5EF4-FFF2-40B4-BE49-F238E27FC236}">
                <a16:creationId xmlns:a16="http://schemas.microsoft.com/office/drawing/2014/main" id="{E80B7F99-D2A6-486E-BB92-8192AB563EF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636190" y="4525580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1" name="Textplatzhalter 6">
            <a:extLst>
              <a:ext uri="{FF2B5EF4-FFF2-40B4-BE49-F238E27FC236}">
                <a16:creationId xmlns:a16="http://schemas.microsoft.com/office/drawing/2014/main" id="{C08D70F6-D151-42E1-8F5E-DD5ADD0927D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206332" y="4525580"/>
            <a:ext cx="30784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11 </a:t>
            </a:r>
          </a:p>
        </p:txBody>
      </p:sp>
      <p:sp>
        <p:nvSpPr>
          <p:cNvPr id="32" name="Textplatzhalter 6">
            <a:extLst>
              <a:ext uri="{FF2B5EF4-FFF2-40B4-BE49-F238E27FC236}">
                <a16:creationId xmlns:a16="http://schemas.microsoft.com/office/drawing/2014/main" id="{34991AD2-EBFD-4358-9611-2BE7F693C7F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636190" y="3078882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3" name="Textplatzhalter 6">
            <a:extLst>
              <a:ext uri="{FF2B5EF4-FFF2-40B4-BE49-F238E27FC236}">
                <a16:creationId xmlns:a16="http://schemas.microsoft.com/office/drawing/2014/main" id="{E6132B6E-46AD-4F19-ACEF-FC5E2EBEEE7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06332" y="3078882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09 </a:t>
            </a:r>
          </a:p>
        </p:txBody>
      </p:sp>
      <p:sp>
        <p:nvSpPr>
          <p:cNvPr id="34" name="Textplatzhalter 6">
            <a:extLst>
              <a:ext uri="{FF2B5EF4-FFF2-40B4-BE49-F238E27FC236}">
                <a16:creationId xmlns:a16="http://schemas.microsoft.com/office/drawing/2014/main" id="{5B29B58B-9C14-4145-95A8-C62AC51F1A6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36190" y="3802231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5" name="Textplatzhalter 6">
            <a:extLst>
              <a:ext uri="{FF2B5EF4-FFF2-40B4-BE49-F238E27FC236}">
                <a16:creationId xmlns:a16="http://schemas.microsoft.com/office/drawing/2014/main" id="{5E6DB4F9-1F61-4B1E-8694-CF32F6ABEB8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6332" y="380223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10 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F139CCA6-FA40-4FAD-991E-8F0D932F40B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636190" y="5248930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7" name="Textplatzhalter 6">
            <a:extLst>
              <a:ext uri="{FF2B5EF4-FFF2-40B4-BE49-F238E27FC236}">
                <a16:creationId xmlns:a16="http://schemas.microsoft.com/office/drawing/2014/main" id="{4ABC58A4-2FF6-4DD6-B7CE-07D57A9854B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06332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12 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83D1D4D-3108-48AF-9002-E2787CA11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332399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8" name="Textplatzhalter 9">
            <a:extLst>
              <a:ext uri="{FF2B5EF4-FFF2-40B4-BE49-F238E27FC236}">
                <a16:creationId xmlns:a16="http://schemas.microsoft.com/office/drawing/2014/main" id="{37A4DE60-6537-42AA-B80E-663634EF66B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9" name="Textplatzhalter 6">
            <a:extLst>
              <a:ext uri="{FF2B5EF4-FFF2-40B4-BE49-F238E27FC236}">
                <a16:creationId xmlns:a16="http://schemas.microsoft.com/office/drawing/2014/main" id="{D6F3326C-A71E-4096-84A9-CBF2623C8C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8060" y="163115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40" name="Textplatzhalter 6">
            <a:extLst>
              <a:ext uri="{FF2B5EF4-FFF2-40B4-BE49-F238E27FC236}">
                <a16:creationId xmlns:a16="http://schemas.microsoft.com/office/drawing/2014/main" id="{E6C7796D-6ED1-4B91-AD58-8FB5EA6F6F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18" y="163115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01 </a:t>
            </a:r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86D31599-AF4C-4469-80F6-AA369A20BF0B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</p:spTree>
    <p:extLst>
      <p:ext uri="{BB962C8B-B14F-4D97-AF65-F5344CB8AC3E}">
        <p14:creationId xmlns:p14="http://schemas.microsoft.com/office/powerpoint/2010/main" val="286570594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|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9943A-FE13-4159-9DE2-CC40F1C59D92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Medizinische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39" name="Bildplatzhalter 8">
            <a:extLst>
              <a:ext uri="{FF2B5EF4-FFF2-40B4-BE49-F238E27FC236}">
                <a16:creationId xmlns:a16="http://schemas.microsoft.com/office/drawing/2014/main" id="{C307E1A8-BB91-4A01-9481-49FD8B5663F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206329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40" name="Textplatzhalter 10">
            <a:extLst>
              <a:ext uri="{FF2B5EF4-FFF2-40B4-BE49-F238E27FC236}">
                <a16:creationId xmlns:a16="http://schemas.microsoft.com/office/drawing/2014/main" id="{7ADEC47A-086D-40D0-ACA4-69135933812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06329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Textplatzhalter 6">
            <a:extLst>
              <a:ext uri="{FF2B5EF4-FFF2-40B4-BE49-F238E27FC236}">
                <a16:creationId xmlns:a16="http://schemas.microsoft.com/office/drawing/2014/main" id="{814385D7-3CBE-40E3-B67F-C8C515F3C0E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8060" y="235471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6" name="Textplatzhalter 6">
            <a:extLst>
              <a:ext uri="{FF2B5EF4-FFF2-40B4-BE49-F238E27FC236}">
                <a16:creationId xmlns:a16="http://schemas.microsoft.com/office/drawing/2014/main" id="{BF0108A6-83E5-4EB1-9FFE-599D1B8CC3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8318" y="235471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02 </a:t>
            </a:r>
          </a:p>
        </p:txBody>
      </p:sp>
      <p:sp>
        <p:nvSpPr>
          <p:cNvPr id="27" name="Textplatzhalter 6">
            <a:extLst>
              <a:ext uri="{FF2B5EF4-FFF2-40B4-BE49-F238E27FC236}">
                <a16:creationId xmlns:a16="http://schemas.microsoft.com/office/drawing/2014/main" id="{267C2477-3228-475F-AFD7-A441A08AAE5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8060" y="452537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8" name="Textplatzhalter 6">
            <a:extLst>
              <a:ext uri="{FF2B5EF4-FFF2-40B4-BE49-F238E27FC236}">
                <a16:creationId xmlns:a16="http://schemas.microsoft.com/office/drawing/2014/main" id="{372EDABB-0CB3-495E-B38E-EBB187C3F00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18" y="452537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05 </a:t>
            </a:r>
          </a:p>
        </p:txBody>
      </p:sp>
      <p:sp>
        <p:nvSpPr>
          <p:cNvPr id="29" name="Textplatzhalter 6">
            <a:extLst>
              <a:ext uri="{FF2B5EF4-FFF2-40B4-BE49-F238E27FC236}">
                <a16:creationId xmlns:a16="http://schemas.microsoft.com/office/drawing/2014/main" id="{F8DE391A-D3CD-46A0-9DA6-BE18B632C97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8060" y="307826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0" name="Textplatzhalter 6">
            <a:extLst>
              <a:ext uri="{FF2B5EF4-FFF2-40B4-BE49-F238E27FC236}">
                <a16:creationId xmlns:a16="http://schemas.microsoft.com/office/drawing/2014/main" id="{6D22FFA5-3E37-4F35-A696-49186B6B111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8318" y="307826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03 </a:t>
            </a:r>
          </a:p>
        </p:txBody>
      </p:sp>
      <p:sp>
        <p:nvSpPr>
          <p:cNvPr id="31" name="Textplatzhalter 6">
            <a:extLst>
              <a:ext uri="{FF2B5EF4-FFF2-40B4-BE49-F238E27FC236}">
                <a16:creationId xmlns:a16="http://schemas.microsoft.com/office/drawing/2014/main" id="{BFD50D54-7BD1-4F76-8C9C-C2D77E59243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48060" y="380182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2" name="Textplatzhalter 6">
            <a:extLst>
              <a:ext uri="{FF2B5EF4-FFF2-40B4-BE49-F238E27FC236}">
                <a16:creationId xmlns:a16="http://schemas.microsoft.com/office/drawing/2014/main" id="{1CB17604-E112-4197-B54C-292891529DF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8318" y="380182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04 </a:t>
            </a:r>
          </a:p>
        </p:txBody>
      </p:sp>
      <p:sp>
        <p:nvSpPr>
          <p:cNvPr id="33" name="Textplatzhalter 6">
            <a:extLst>
              <a:ext uri="{FF2B5EF4-FFF2-40B4-BE49-F238E27FC236}">
                <a16:creationId xmlns:a16="http://schemas.microsoft.com/office/drawing/2014/main" id="{D30B4D90-1B5E-403E-AD31-C3200403209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8060" y="5248930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4" name="Textplatzhalter 6">
            <a:extLst>
              <a:ext uri="{FF2B5EF4-FFF2-40B4-BE49-F238E27FC236}">
                <a16:creationId xmlns:a16="http://schemas.microsoft.com/office/drawing/2014/main" id="{72B1944A-640B-4200-A785-CFA163F7181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8318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06 </a:t>
            </a:r>
          </a:p>
        </p:txBody>
      </p:sp>
      <p:sp>
        <p:nvSpPr>
          <p:cNvPr id="35" name="Textplatzhalter 6">
            <a:extLst>
              <a:ext uri="{FF2B5EF4-FFF2-40B4-BE49-F238E27FC236}">
                <a16:creationId xmlns:a16="http://schemas.microsoft.com/office/drawing/2014/main" id="{5ECB7BBA-6A53-45DD-882E-1DF6A99780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8060" y="163115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FE56B6C1-047C-44D7-B1DD-8B723581E0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18" y="163115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01 </a:t>
            </a:r>
          </a:p>
        </p:txBody>
      </p:sp>
      <p:sp>
        <p:nvSpPr>
          <p:cNvPr id="21" name="Bildplatzhalter 6">
            <a:extLst>
              <a:ext uri="{FF2B5EF4-FFF2-40B4-BE49-F238E27FC236}">
                <a16:creationId xmlns:a16="http://schemas.microsoft.com/office/drawing/2014/main" id="{8F4DFED6-EBAA-4D0C-A5C6-CD2902883FB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65D3C98-AF8F-400F-858D-1D6CD4B95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24" name="Textplatzhalter 9">
            <a:extLst>
              <a:ext uri="{FF2B5EF4-FFF2-40B4-BE49-F238E27FC236}">
                <a16:creationId xmlns:a16="http://schemas.microsoft.com/office/drawing/2014/main" id="{7542BA39-D316-470E-9589-E46EE29AC52F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5298792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trenn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318" y="2875002"/>
            <a:ext cx="11157743" cy="1107996"/>
          </a:xfrm>
        </p:spPr>
        <p:txBody>
          <a:bodyPr anchor="ctr" anchorCtr="0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Kapiteltrenner</a:t>
            </a:r>
            <a:br>
              <a:rPr lang="de-DE" dirty="0"/>
            </a:br>
            <a:r>
              <a:rPr lang="de-DE" dirty="0"/>
              <a:t>Mehrzeilig möglich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6B7E74-0805-4959-B4C8-E6B1F59AFD0A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Medizinische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87F00BE4-512D-4F35-B132-4E5C5CF1413D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F7987594-F169-42FB-8839-77BF8D405E37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Freihandform: Form 59">
            <a:extLst>
              <a:ext uri="{FF2B5EF4-FFF2-40B4-BE49-F238E27FC236}">
                <a16:creationId xmlns:a16="http://schemas.microsoft.com/office/drawing/2014/main" id="{40F781E3-735A-4333-AF8D-7842FE86295B}"/>
              </a:ext>
            </a:extLst>
          </p:cNvPr>
          <p:cNvSpPr/>
          <p:nvPr userDrawn="1"/>
        </p:nvSpPr>
        <p:spPr>
          <a:xfrm>
            <a:off x="10056938" y="300703"/>
            <a:ext cx="1619125" cy="618155"/>
          </a:xfrm>
          <a:custGeom>
            <a:avLst/>
            <a:gdLst>
              <a:gd name="connsiteX0" fmla="*/ 0 w 1456912"/>
              <a:gd name="connsiteY0" fmla="*/ 51854 h 556225"/>
              <a:gd name="connsiteX1" fmla="*/ 28188 w 1456912"/>
              <a:gd name="connsiteY1" fmla="*/ 23666 h 556225"/>
              <a:gd name="connsiteX2" fmla="*/ 28188 w 1456912"/>
              <a:gd name="connsiteY2" fmla="*/ 535557 h 556225"/>
              <a:gd name="connsiteX3" fmla="*/ 0 w 1456912"/>
              <a:gd name="connsiteY3" fmla="*/ 535557 h 556225"/>
              <a:gd name="connsiteX4" fmla="*/ 0 w 1456912"/>
              <a:gd name="connsiteY4" fmla="*/ 51854 h 556225"/>
              <a:gd name="connsiteX5" fmla="*/ 84564 w 1456912"/>
              <a:gd name="connsiteY5" fmla="*/ 28188 h 556225"/>
              <a:gd name="connsiteX6" fmla="*/ 422811 w 1456912"/>
              <a:gd name="connsiteY6" fmla="*/ 28188 h 556225"/>
              <a:gd name="connsiteX7" fmla="*/ 422811 w 1456912"/>
              <a:gd name="connsiteY7" fmla="*/ 0 h 556225"/>
              <a:gd name="connsiteX8" fmla="*/ 56376 w 1456912"/>
              <a:gd name="connsiteY8" fmla="*/ 0 h 556225"/>
              <a:gd name="connsiteX9" fmla="*/ 56376 w 1456912"/>
              <a:gd name="connsiteY9" fmla="*/ 338244 h 556225"/>
              <a:gd name="connsiteX10" fmla="*/ 367711 w 1456912"/>
              <a:gd name="connsiteY10" fmla="*/ 338244 h 556225"/>
              <a:gd name="connsiteX11" fmla="*/ 367711 w 1456912"/>
              <a:gd name="connsiteY11" fmla="*/ 310062 h 556225"/>
              <a:gd name="connsiteX12" fmla="*/ 84564 w 1456912"/>
              <a:gd name="connsiteY12" fmla="*/ 310062 h 556225"/>
              <a:gd name="connsiteX13" fmla="*/ 84564 w 1456912"/>
              <a:gd name="connsiteY13" fmla="*/ 28188 h 556225"/>
              <a:gd name="connsiteX14" fmla="*/ 410152 w 1456912"/>
              <a:gd name="connsiteY14" fmla="*/ 253686 h 556225"/>
              <a:gd name="connsiteX15" fmla="*/ 140937 w 1456912"/>
              <a:gd name="connsiteY15" fmla="*/ 253686 h 556225"/>
              <a:gd name="connsiteX16" fmla="*/ 140937 w 1456912"/>
              <a:gd name="connsiteY16" fmla="*/ 140940 h 556225"/>
              <a:gd name="connsiteX17" fmla="*/ 371171 w 1456912"/>
              <a:gd name="connsiteY17" fmla="*/ 140940 h 556225"/>
              <a:gd name="connsiteX18" fmla="*/ 399359 w 1456912"/>
              <a:gd name="connsiteY18" fmla="*/ 112752 h 556225"/>
              <a:gd name="connsiteX19" fmla="*/ 140937 w 1456912"/>
              <a:gd name="connsiteY19" fmla="*/ 112752 h 556225"/>
              <a:gd name="connsiteX20" fmla="*/ 140937 w 1456912"/>
              <a:gd name="connsiteY20" fmla="*/ 84564 h 556225"/>
              <a:gd name="connsiteX21" fmla="*/ 422811 w 1456912"/>
              <a:gd name="connsiteY21" fmla="*/ 84564 h 556225"/>
              <a:gd name="connsiteX22" fmla="*/ 422811 w 1456912"/>
              <a:gd name="connsiteY22" fmla="*/ 56376 h 556225"/>
              <a:gd name="connsiteX23" fmla="*/ 112749 w 1456912"/>
              <a:gd name="connsiteY23" fmla="*/ 56376 h 556225"/>
              <a:gd name="connsiteX24" fmla="*/ 112749 w 1456912"/>
              <a:gd name="connsiteY24" fmla="*/ 281874 h 556225"/>
              <a:gd name="connsiteX25" fmla="*/ 382334 w 1456912"/>
              <a:gd name="connsiteY25" fmla="*/ 281874 h 556225"/>
              <a:gd name="connsiteX26" fmla="*/ 410152 w 1456912"/>
              <a:gd name="connsiteY26" fmla="*/ 253686 h 556225"/>
              <a:gd name="connsiteX27" fmla="*/ 56376 w 1456912"/>
              <a:gd name="connsiteY27" fmla="*/ 535557 h 556225"/>
              <a:gd name="connsiteX28" fmla="*/ 84564 w 1456912"/>
              <a:gd name="connsiteY28" fmla="*/ 535557 h 556225"/>
              <a:gd name="connsiteX29" fmla="*/ 84564 w 1456912"/>
              <a:gd name="connsiteY29" fmla="*/ 394620 h 556225"/>
              <a:gd name="connsiteX30" fmla="*/ 112752 w 1456912"/>
              <a:gd name="connsiteY30" fmla="*/ 394620 h 556225"/>
              <a:gd name="connsiteX31" fmla="*/ 112752 w 1456912"/>
              <a:gd name="connsiteY31" fmla="*/ 511890 h 556225"/>
              <a:gd name="connsiteX32" fmla="*/ 140940 w 1456912"/>
              <a:gd name="connsiteY32" fmla="*/ 483705 h 556225"/>
              <a:gd name="connsiteX33" fmla="*/ 140940 w 1456912"/>
              <a:gd name="connsiteY33" fmla="*/ 394620 h 556225"/>
              <a:gd name="connsiteX34" fmla="*/ 367714 w 1456912"/>
              <a:gd name="connsiteY34" fmla="*/ 394620 h 556225"/>
              <a:gd name="connsiteX35" fmla="*/ 367714 w 1456912"/>
              <a:gd name="connsiteY35" fmla="*/ 366435 h 556225"/>
              <a:gd name="connsiteX36" fmla="*/ 56376 w 1456912"/>
              <a:gd name="connsiteY36" fmla="*/ 366435 h 556225"/>
              <a:gd name="connsiteX37" fmla="*/ 56376 w 1456912"/>
              <a:gd name="connsiteY37" fmla="*/ 535557 h 556225"/>
              <a:gd name="connsiteX38" fmla="*/ 1428724 w 1456912"/>
              <a:gd name="connsiteY38" fmla="*/ 0 h 556225"/>
              <a:gd name="connsiteX39" fmla="*/ 1428724 w 1456912"/>
              <a:gd name="connsiteY39" fmla="*/ 324156 h 556225"/>
              <a:gd name="connsiteX40" fmla="*/ 1316539 w 1456912"/>
              <a:gd name="connsiteY40" fmla="*/ 514089 h 556225"/>
              <a:gd name="connsiteX41" fmla="*/ 1315903 w 1456912"/>
              <a:gd name="connsiteY41" fmla="*/ 513258 h 556225"/>
              <a:gd name="connsiteX42" fmla="*/ 1400536 w 1456912"/>
              <a:gd name="connsiteY42" fmla="*/ 351869 h 556225"/>
              <a:gd name="connsiteX43" fmla="*/ 1400536 w 1456912"/>
              <a:gd name="connsiteY43" fmla="*/ 3 h 556225"/>
              <a:gd name="connsiteX44" fmla="*/ 1372348 w 1456912"/>
              <a:gd name="connsiteY44" fmla="*/ 3 h 556225"/>
              <a:gd name="connsiteX45" fmla="*/ 1372348 w 1456912"/>
              <a:gd name="connsiteY45" fmla="*/ 351400 h 556225"/>
              <a:gd name="connsiteX46" fmla="*/ 1189132 w 1456912"/>
              <a:gd name="connsiteY46" fmla="*/ 528510 h 556225"/>
              <a:gd name="connsiteX47" fmla="*/ 1005916 w 1456912"/>
              <a:gd name="connsiteY47" fmla="*/ 351400 h 556225"/>
              <a:gd name="connsiteX48" fmla="*/ 1005916 w 1456912"/>
              <a:gd name="connsiteY48" fmla="*/ 23666 h 556225"/>
              <a:gd name="connsiteX49" fmla="*/ 977728 w 1456912"/>
              <a:gd name="connsiteY49" fmla="*/ 51854 h 556225"/>
              <a:gd name="connsiteX50" fmla="*/ 977728 w 1456912"/>
              <a:gd name="connsiteY50" fmla="*/ 351869 h 556225"/>
              <a:gd name="connsiteX51" fmla="*/ 1189132 w 1456912"/>
              <a:gd name="connsiteY51" fmla="*/ 556226 h 556225"/>
              <a:gd name="connsiteX52" fmla="*/ 1217320 w 1456912"/>
              <a:gd name="connsiteY52" fmla="*/ 556226 h 556225"/>
              <a:gd name="connsiteX53" fmla="*/ 1456912 w 1456912"/>
              <a:gd name="connsiteY53" fmla="*/ 324566 h 556225"/>
              <a:gd name="connsiteX54" fmla="*/ 1456912 w 1456912"/>
              <a:gd name="connsiteY54" fmla="*/ 0 h 556225"/>
              <a:gd name="connsiteX55" fmla="*/ 1428724 w 1456912"/>
              <a:gd name="connsiteY55" fmla="*/ 0 h 556225"/>
              <a:gd name="connsiteX56" fmla="*/ 1189132 w 1456912"/>
              <a:gd name="connsiteY56" fmla="*/ 500322 h 556225"/>
              <a:gd name="connsiteX57" fmla="*/ 1344160 w 1456912"/>
              <a:gd name="connsiteY57" fmla="*/ 351400 h 556225"/>
              <a:gd name="connsiteX58" fmla="*/ 1344160 w 1456912"/>
              <a:gd name="connsiteY58" fmla="*/ 351400 h 556225"/>
              <a:gd name="connsiteX59" fmla="*/ 1344160 w 1456912"/>
              <a:gd name="connsiteY59" fmla="*/ 23666 h 556225"/>
              <a:gd name="connsiteX60" fmla="*/ 1315972 w 1456912"/>
              <a:gd name="connsiteY60" fmla="*/ 51854 h 556225"/>
              <a:gd name="connsiteX61" fmla="*/ 1315972 w 1456912"/>
              <a:gd name="connsiteY61" fmla="*/ 324153 h 556225"/>
              <a:gd name="connsiteX62" fmla="*/ 1217317 w 1456912"/>
              <a:gd name="connsiteY62" fmla="*/ 415761 h 556225"/>
              <a:gd name="connsiteX63" fmla="*/ 1118662 w 1456912"/>
              <a:gd name="connsiteY63" fmla="*/ 324153 h 556225"/>
              <a:gd name="connsiteX64" fmla="*/ 1118662 w 1456912"/>
              <a:gd name="connsiteY64" fmla="*/ 3 h 556225"/>
              <a:gd name="connsiteX65" fmla="*/ 1090474 w 1456912"/>
              <a:gd name="connsiteY65" fmla="*/ 3 h 556225"/>
              <a:gd name="connsiteX66" fmla="*/ 1090474 w 1456912"/>
              <a:gd name="connsiteY66" fmla="*/ 324156 h 556225"/>
              <a:gd name="connsiteX67" fmla="*/ 1217317 w 1456912"/>
              <a:gd name="connsiteY67" fmla="*/ 443951 h 556225"/>
              <a:gd name="connsiteX68" fmla="*/ 1304349 w 1456912"/>
              <a:gd name="connsiteY68" fmla="*/ 404889 h 556225"/>
              <a:gd name="connsiteX69" fmla="*/ 1304982 w 1456912"/>
              <a:gd name="connsiteY69" fmla="*/ 405720 h 556225"/>
              <a:gd name="connsiteX70" fmla="*/ 1189129 w 1456912"/>
              <a:gd name="connsiteY70" fmla="*/ 472139 h 556225"/>
              <a:gd name="connsiteX71" fmla="*/ 1062303 w 1456912"/>
              <a:gd name="connsiteY71" fmla="*/ 352344 h 556225"/>
              <a:gd name="connsiteX72" fmla="*/ 1062286 w 1456912"/>
              <a:gd name="connsiteY72" fmla="*/ 352344 h 556225"/>
              <a:gd name="connsiteX73" fmla="*/ 1062286 w 1456912"/>
              <a:gd name="connsiteY73" fmla="*/ 3 h 556225"/>
              <a:gd name="connsiteX74" fmla="*/ 1034098 w 1456912"/>
              <a:gd name="connsiteY74" fmla="*/ 3 h 556225"/>
              <a:gd name="connsiteX75" fmla="*/ 1034098 w 1456912"/>
              <a:gd name="connsiteY75" fmla="*/ 352341 h 556225"/>
              <a:gd name="connsiteX76" fmla="*/ 1034113 w 1456912"/>
              <a:gd name="connsiteY76" fmla="*/ 352341 h 556225"/>
              <a:gd name="connsiteX77" fmla="*/ 1189132 w 1456912"/>
              <a:gd name="connsiteY77" fmla="*/ 500322 h 556225"/>
              <a:gd name="connsiteX78" fmla="*/ 562774 w 1456912"/>
              <a:gd name="connsiteY78" fmla="*/ 366435 h 556225"/>
              <a:gd name="connsiteX79" fmla="*/ 491494 w 1456912"/>
              <a:gd name="connsiteY79" fmla="*/ 535557 h 556225"/>
              <a:gd name="connsiteX80" fmla="*/ 519684 w 1456912"/>
              <a:gd name="connsiteY80" fmla="*/ 535554 h 556225"/>
              <a:gd name="connsiteX81" fmla="*/ 519682 w 1456912"/>
              <a:gd name="connsiteY81" fmla="*/ 535557 h 556225"/>
              <a:gd name="connsiteX82" fmla="*/ 519684 w 1456912"/>
              <a:gd name="connsiteY82" fmla="*/ 535557 h 556225"/>
              <a:gd name="connsiteX83" fmla="*/ 555322 w 1456912"/>
              <a:gd name="connsiteY83" fmla="*/ 450996 h 556225"/>
              <a:gd name="connsiteX84" fmla="*/ 794138 w 1456912"/>
              <a:gd name="connsiteY84" fmla="*/ 450996 h 556225"/>
              <a:gd name="connsiteX85" fmla="*/ 829744 w 1456912"/>
              <a:gd name="connsiteY85" fmla="*/ 535557 h 556225"/>
              <a:gd name="connsiteX86" fmla="*/ 857932 w 1456912"/>
              <a:gd name="connsiteY86" fmla="*/ 535557 h 556225"/>
              <a:gd name="connsiteX87" fmla="*/ 810457 w 1456912"/>
              <a:gd name="connsiteY87" fmla="*/ 422808 h 556225"/>
              <a:gd name="connsiteX88" fmla="*/ 567200 w 1456912"/>
              <a:gd name="connsiteY88" fmla="*/ 422808 h 556225"/>
              <a:gd name="connsiteX89" fmla="*/ 579078 w 1456912"/>
              <a:gd name="connsiteY89" fmla="*/ 394620 h 556225"/>
              <a:gd name="connsiteX90" fmla="*/ 826776 w 1456912"/>
              <a:gd name="connsiteY90" fmla="*/ 394620 h 556225"/>
              <a:gd name="connsiteX91" fmla="*/ 886120 w 1456912"/>
              <a:gd name="connsiteY91" fmla="*/ 535557 h 556225"/>
              <a:gd name="connsiteX92" fmla="*/ 914308 w 1456912"/>
              <a:gd name="connsiteY92" fmla="*/ 535557 h 556225"/>
              <a:gd name="connsiteX93" fmla="*/ 843097 w 1456912"/>
              <a:gd name="connsiteY93" fmla="*/ 366435 h 556225"/>
              <a:gd name="connsiteX94" fmla="*/ 562774 w 1456912"/>
              <a:gd name="connsiteY94" fmla="*/ 366435 h 556225"/>
              <a:gd name="connsiteX95" fmla="*/ 604248 w 1456912"/>
              <a:gd name="connsiteY95" fmla="*/ 0 h 556225"/>
              <a:gd name="connsiteX96" fmla="*/ 397091 w 1456912"/>
              <a:gd name="connsiteY96" fmla="*/ 491374 h 556225"/>
              <a:gd name="connsiteX97" fmla="*/ 415032 w 1456912"/>
              <a:gd name="connsiteY97" fmla="*/ 515732 h 556225"/>
              <a:gd name="connsiteX98" fmla="*/ 632437 w 1456912"/>
              <a:gd name="connsiteY98" fmla="*/ 0 h 556225"/>
              <a:gd name="connsiteX99" fmla="*/ 604248 w 1456912"/>
              <a:gd name="connsiteY99" fmla="*/ 0 h 556225"/>
              <a:gd name="connsiteX100" fmla="*/ 716998 w 1456912"/>
              <a:gd name="connsiteY100" fmla="*/ 3 h 556225"/>
              <a:gd name="connsiteX101" fmla="*/ 934130 w 1456912"/>
              <a:gd name="connsiteY101" fmla="*/ 515735 h 556225"/>
              <a:gd name="connsiteX102" fmla="*/ 952028 w 1456912"/>
              <a:gd name="connsiteY102" fmla="*/ 491377 h 556225"/>
              <a:gd name="connsiteX103" fmla="*/ 745186 w 1456912"/>
              <a:gd name="connsiteY103" fmla="*/ 3 h 556225"/>
              <a:gd name="connsiteX104" fmla="*/ 716998 w 1456912"/>
              <a:gd name="connsiteY104" fmla="*/ 3 h 556225"/>
              <a:gd name="connsiteX105" fmla="*/ 546409 w 1456912"/>
              <a:gd name="connsiteY105" fmla="*/ 338247 h 556225"/>
              <a:gd name="connsiteX106" fmla="*/ 463042 w 1456912"/>
              <a:gd name="connsiteY106" fmla="*/ 535557 h 556225"/>
              <a:gd name="connsiteX107" fmla="*/ 434854 w 1456912"/>
              <a:gd name="connsiteY107" fmla="*/ 535557 h 556225"/>
              <a:gd name="connsiteX108" fmla="*/ 646528 w 1456912"/>
              <a:gd name="connsiteY108" fmla="*/ 33467 h 556225"/>
              <a:gd name="connsiteX109" fmla="*/ 762988 w 1456912"/>
              <a:gd name="connsiteY109" fmla="*/ 310059 h 556225"/>
              <a:gd name="connsiteX110" fmla="*/ 791176 w 1456912"/>
              <a:gd name="connsiteY110" fmla="*/ 310059 h 556225"/>
              <a:gd name="connsiteX111" fmla="*/ 660624 w 1456912"/>
              <a:gd name="connsiteY111" fmla="*/ 3 h 556225"/>
              <a:gd name="connsiteX112" fmla="*/ 688812 w 1456912"/>
              <a:gd name="connsiteY112" fmla="*/ 3 h 556225"/>
              <a:gd name="connsiteX113" fmla="*/ 831231 w 1456912"/>
              <a:gd name="connsiteY113" fmla="*/ 338247 h 556225"/>
              <a:gd name="connsiteX114" fmla="*/ 546409 w 1456912"/>
              <a:gd name="connsiteY114" fmla="*/ 338247 h 556225"/>
              <a:gd name="connsiteX115" fmla="*/ 674788 w 1456912"/>
              <a:gd name="connsiteY115" fmla="*/ 167531 h 556225"/>
              <a:gd name="connsiteX116" fmla="*/ 614721 w 1456912"/>
              <a:gd name="connsiteY116" fmla="*/ 310062 h 556225"/>
              <a:gd name="connsiteX117" fmla="*/ 734800 w 1456912"/>
              <a:gd name="connsiteY117" fmla="*/ 310062 h 556225"/>
              <a:gd name="connsiteX118" fmla="*/ 674788 w 1456912"/>
              <a:gd name="connsiteY118" fmla="*/ 167531 h 556225"/>
              <a:gd name="connsiteX119" fmla="*/ 558275 w 1456912"/>
              <a:gd name="connsiteY119" fmla="*/ 310062 h 556225"/>
              <a:gd name="connsiteX120" fmla="*/ 586535 w 1456912"/>
              <a:gd name="connsiteY120" fmla="*/ 310062 h 556225"/>
              <a:gd name="connsiteX121" fmla="*/ 660703 w 1456912"/>
              <a:gd name="connsiteY121" fmla="*/ 134072 h 556225"/>
              <a:gd name="connsiteX122" fmla="*/ 646588 w 1456912"/>
              <a:gd name="connsiteY122" fmla="*/ 100553 h 556225"/>
              <a:gd name="connsiteX123" fmla="*/ 558275 w 1456912"/>
              <a:gd name="connsiteY123" fmla="*/ 310062 h 55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1456912" h="556225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chemeClr val="tx1"/>
          </a:solidFill>
          <a:ln w="289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9A6E8BA9-5951-4163-8A80-4621C65DA816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59DAB7DF-1308-4B09-91FE-7DF38D6584E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7654828-5D94-4A05-BD5F-25792A149E05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9D3F2F75-1623-4F64-97FE-EA0C4D9FABDC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B042E0F0-49A6-465F-A607-A4C2EFB5486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9D612980-2A2D-4E94-8238-9C67C608554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2CE76F8C-9B22-4BB3-B2D6-15EC2A58C7A7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7" name="Gerader Verbinder 66">
              <a:extLst>
                <a:ext uri="{FF2B5EF4-FFF2-40B4-BE49-F238E27FC236}">
                  <a16:creationId xmlns:a16="http://schemas.microsoft.com/office/drawing/2014/main" id="{9C843E82-BEFA-4CF2-BA2F-3C80060D316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4762BE88-2459-479F-84FF-4DF483AA142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104E26F8-EA1A-4C6F-92E1-8F6F98ABFA13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1A8A854C-301D-4327-AEA2-BCC20A8872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5A547124-456E-49C6-8FC8-111D0AAFEB7F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73B26B5D-1FEC-45B5-B34A-6A1B50955F0E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3" name="Gerader Verbinder 72">
              <a:extLst>
                <a:ext uri="{FF2B5EF4-FFF2-40B4-BE49-F238E27FC236}">
                  <a16:creationId xmlns:a16="http://schemas.microsoft.com/office/drawing/2014/main" id="{3423A679-4F5C-456E-AB6C-7A18EA3E5BA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69754FAD-5E71-4087-B3E8-0FEC37E0D864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7C156EC4-BDB3-4DEA-9B78-E98FCFD2F54B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9E9C384D-D46B-429F-9A97-86F6E3560FE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64B7918E-86D1-49EB-8917-1468D42A6E25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750A6733-FD78-4442-98B4-E2BED64B460F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77BB574D-D198-49E4-874D-732C0CBD5BF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67A72ACB-A6A0-450F-A8F3-9CA35EFC5560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C4970FA2-8D2D-462F-BD21-BDE052DC5824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A7C30986-FB99-416E-BC3E-3BAEC067C11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4CE018F4-A860-49B3-B4CD-A328759F15C6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7C2BACBD-0A67-4A9A-B5DC-10C76F5DE4C2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65F81584-9968-42FA-B3A9-1C13CEAE92A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Textfeld 85">
              <a:extLst>
                <a:ext uri="{FF2B5EF4-FFF2-40B4-BE49-F238E27FC236}">
                  <a16:creationId xmlns:a16="http://schemas.microsoft.com/office/drawing/2014/main" id="{B6D353C6-61DE-4475-8AC6-6D8AF12D49FB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935008F2-D1D5-498F-9932-727B677C0ADE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" name="Gruppieren 87">
            <a:extLst>
              <a:ext uri="{FF2B5EF4-FFF2-40B4-BE49-F238E27FC236}">
                <a16:creationId xmlns:a16="http://schemas.microsoft.com/office/drawing/2014/main" id="{9E72FA59-B055-4F1F-8F32-E797C18F96F9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B89FA96C-C88D-4C6A-BE88-F3E3083BC51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Textfeld 89">
              <a:extLst>
                <a:ext uri="{FF2B5EF4-FFF2-40B4-BE49-F238E27FC236}">
                  <a16:creationId xmlns:a16="http://schemas.microsoft.com/office/drawing/2014/main" id="{CD67028C-ACEA-4E1C-BF3F-B09177D4335E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91" name="Grafik 3">
            <a:extLst>
              <a:ext uri="{FF2B5EF4-FFF2-40B4-BE49-F238E27FC236}">
                <a16:creationId xmlns:a16="http://schemas.microsoft.com/office/drawing/2014/main" id="{37E6B3DF-5023-4389-B81D-D5693ABB5B67}"/>
              </a:ext>
            </a:extLst>
          </p:cNvPr>
          <p:cNvGrpSpPr/>
          <p:nvPr userDrawn="1"/>
        </p:nvGrpSpPr>
        <p:grpSpPr>
          <a:xfrm>
            <a:off x="520163" y="293688"/>
            <a:ext cx="2589683" cy="327844"/>
            <a:chOff x="2269806" y="2525076"/>
            <a:chExt cx="7681912" cy="972502"/>
          </a:xfrm>
          <a:solidFill>
            <a:schemeClr val="tx1"/>
          </a:solidFill>
        </p:grpSpPr>
        <p:sp>
          <p:nvSpPr>
            <p:cNvPr id="92" name="Freihandform: Form 91">
              <a:extLst>
                <a:ext uri="{FF2B5EF4-FFF2-40B4-BE49-F238E27FC236}">
                  <a16:creationId xmlns:a16="http://schemas.microsoft.com/office/drawing/2014/main" id="{DAED8277-653C-47D2-B038-A1B365F0C07B}"/>
                </a:ext>
              </a:extLst>
            </p:cNvPr>
            <p:cNvSpPr/>
            <p:nvPr/>
          </p:nvSpPr>
          <p:spPr>
            <a:xfrm>
              <a:off x="2269806" y="2545079"/>
              <a:ext cx="232409" cy="369569"/>
            </a:xfrm>
            <a:custGeom>
              <a:avLst/>
              <a:gdLst>
                <a:gd name="connsiteX0" fmla="*/ 232410 w 232409"/>
                <a:gd name="connsiteY0" fmla="*/ 60960 h 369569"/>
                <a:gd name="connsiteX1" fmla="*/ 65723 w 232409"/>
                <a:gd name="connsiteY1" fmla="*/ 60960 h 369569"/>
                <a:gd name="connsiteX2" fmla="*/ 65723 w 232409"/>
                <a:gd name="connsiteY2" fmla="*/ 152400 h 369569"/>
                <a:gd name="connsiteX3" fmla="*/ 189547 w 232409"/>
                <a:gd name="connsiteY3" fmla="*/ 152400 h 369569"/>
                <a:gd name="connsiteX4" fmla="*/ 189547 w 232409"/>
                <a:gd name="connsiteY4" fmla="*/ 212408 h 369569"/>
                <a:gd name="connsiteX5" fmla="*/ 65723 w 232409"/>
                <a:gd name="connsiteY5" fmla="*/ 212408 h 369569"/>
                <a:gd name="connsiteX6" fmla="*/ 65723 w 232409"/>
                <a:gd name="connsiteY6" fmla="*/ 369570 h 369569"/>
                <a:gd name="connsiteX7" fmla="*/ 0 w 232409"/>
                <a:gd name="connsiteY7" fmla="*/ 369570 h 369569"/>
                <a:gd name="connsiteX8" fmla="*/ 0 w 232409"/>
                <a:gd name="connsiteY8" fmla="*/ 0 h 369569"/>
                <a:gd name="connsiteX9" fmla="*/ 231458 w 232409"/>
                <a:gd name="connsiteY9" fmla="*/ 0 h 369569"/>
                <a:gd name="connsiteX10" fmla="*/ 231458 w 232409"/>
                <a:gd name="connsiteY10" fmla="*/ 60960 h 369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2409" h="36956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3" name="Freihandform: Form 92">
              <a:extLst>
                <a:ext uri="{FF2B5EF4-FFF2-40B4-BE49-F238E27FC236}">
                  <a16:creationId xmlns:a16="http://schemas.microsoft.com/office/drawing/2014/main" id="{5C92A5BB-6532-457C-BF70-CEA37B3D00B9}"/>
                </a:ext>
              </a:extLst>
            </p:cNvPr>
            <p:cNvSpPr/>
            <p:nvPr/>
          </p:nvSpPr>
          <p:spPr>
            <a:xfrm>
              <a:off x="2538412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4" name="Freihandform: Form 93">
              <a:extLst>
                <a:ext uri="{FF2B5EF4-FFF2-40B4-BE49-F238E27FC236}">
                  <a16:creationId xmlns:a16="http://schemas.microsoft.com/office/drawing/2014/main" id="{0AD83E51-3651-43AF-A758-D8EAB7F1DE64}"/>
                </a:ext>
              </a:extLst>
            </p:cNvPr>
            <p:cNvSpPr/>
            <p:nvPr/>
          </p:nvSpPr>
          <p:spPr>
            <a:xfrm>
              <a:off x="2743199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8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007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5" name="Freihandform: Form 94">
              <a:extLst>
                <a:ext uri="{FF2B5EF4-FFF2-40B4-BE49-F238E27FC236}">
                  <a16:creationId xmlns:a16="http://schemas.microsoft.com/office/drawing/2014/main" id="{FAE9DE47-2100-441A-AF8F-B6656A85A29E}"/>
                </a:ext>
              </a:extLst>
            </p:cNvPr>
            <p:cNvSpPr/>
            <p:nvPr/>
          </p:nvSpPr>
          <p:spPr>
            <a:xfrm>
              <a:off x="2879407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6" name="Freihandform: Form 95">
              <a:extLst>
                <a:ext uri="{FF2B5EF4-FFF2-40B4-BE49-F238E27FC236}">
                  <a16:creationId xmlns:a16="http://schemas.microsoft.com/office/drawing/2014/main" id="{82F9C808-C971-4C71-8B8E-8E1522DEB033}"/>
                </a:ext>
              </a:extLst>
            </p:cNvPr>
            <p:cNvSpPr/>
            <p:nvPr/>
          </p:nvSpPr>
          <p:spPr>
            <a:xfrm>
              <a:off x="3177539" y="2525076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2 w 248602"/>
                <a:gd name="connsiteY5" fmla="*/ 0 h 396239"/>
                <a:gd name="connsiteX6" fmla="*/ 248602 w 248602"/>
                <a:gd name="connsiteY6" fmla="*/ 389573 h 396239"/>
                <a:gd name="connsiteX7" fmla="*/ 187642 w 248602"/>
                <a:gd name="connsiteY7" fmla="*/ 389573 h 396239"/>
                <a:gd name="connsiteX8" fmla="*/ 187642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0960 w 248602"/>
                <a:gd name="connsiteY12" fmla="*/ 255270 h 396239"/>
                <a:gd name="connsiteX13" fmla="*/ 122872 w 248602"/>
                <a:gd name="connsiteY13" fmla="*/ 340995 h 396239"/>
                <a:gd name="connsiteX14" fmla="*/ 186690 w 248602"/>
                <a:gd name="connsiteY14" fmla="*/ 305753 h 396239"/>
                <a:gd name="connsiteX15" fmla="*/ 186690 w 248602"/>
                <a:gd name="connsiteY15" fmla="*/ 207645 h 396239"/>
                <a:gd name="connsiteX16" fmla="*/ 122872 w 248602"/>
                <a:gd name="connsiteY16" fmla="*/ 172402 h 396239"/>
                <a:gd name="connsiteX17" fmla="*/ 60960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7" name="Freihandform: Form 96">
              <a:extLst>
                <a:ext uri="{FF2B5EF4-FFF2-40B4-BE49-F238E27FC236}">
                  <a16:creationId xmlns:a16="http://schemas.microsoft.com/office/drawing/2014/main" id="{4A9192D8-3754-405F-94AA-F053F2FE3663}"/>
                </a:ext>
              </a:extLst>
            </p:cNvPr>
            <p:cNvSpPr/>
            <p:nvPr/>
          </p:nvSpPr>
          <p:spPr>
            <a:xfrm>
              <a:off x="3509009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8" name="Freihandform: Form 97">
              <a:extLst>
                <a:ext uri="{FF2B5EF4-FFF2-40B4-BE49-F238E27FC236}">
                  <a16:creationId xmlns:a16="http://schemas.microsoft.com/office/drawing/2014/main" id="{DE3CCAF0-731A-462F-B849-752B7AAC53A8}"/>
                </a:ext>
              </a:extLst>
            </p:cNvPr>
            <p:cNvSpPr/>
            <p:nvPr/>
          </p:nvSpPr>
          <p:spPr>
            <a:xfrm>
              <a:off x="3712844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8 w 79057"/>
                <a:gd name="connsiteY4" fmla="*/ 38100 h 384810"/>
                <a:gd name="connsiteX5" fmla="*/ 71438 w 79057"/>
                <a:gd name="connsiteY5" fmla="*/ 384810 h 384810"/>
                <a:gd name="connsiteX6" fmla="*/ 9525 w 79057"/>
                <a:gd name="connsiteY6" fmla="*/ 384810 h 384810"/>
                <a:gd name="connsiteX7" fmla="*/ 9525 w 79057"/>
                <a:gd name="connsiteY7" fmla="*/ 118110 h 384810"/>
                <a:gd name="connsiteX8" fmla="*/ 71438 w 79057"/>
                <a:gd name="connsiteY8" fmla="*/ 118110 h 384810"/>
                <a:gd name="connsiteX9" fmla="*/ 71438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007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9" name="Freihandform: Form 98">
              <a:extLst>
                <a:ext uri="{FF2B5EF4-FFF2-40B4-BE49-F238E27FC236}">
                  <a16:creationId xmlns:a16="http://schemas.microsoft.com/office/drawing/2014/main" id="{506E3476-867D-49C9-BD5E-B4FD54ED947D}"/>
                </a:ext>
              </a:extLst>
            </p:cNvPr>
            <p:cNvSpPr/>
            <p:nvPr/>
          </p:nvSpPr>
          <p:spPr>
            <a:xfrm>
              <a:off x="3850957" y="2640329"/>
              <a:ext cx="224789" cy="280034"/>
            </a:xfrm>
            <a:custGeom>
              <a:avLst/>
              <a:gdLst>
                <a:gd name="connsiteX0" fmla="*/ 222885 w 224789"/>
                <a:gd name="connsiteY0" fmla="*/ 237172 h 280034"/>
                <a:gd name="connsiteX1" fmla="*/ 127635 w 224789"/>
                <a:gd name="connsiteY1" fmla="*/ 280035 h 280034"/>
                <a:gd name="connsiteX2" fmla="*/ 0 w 224789"/>
                <a:gd name="connsiteY2" fmla="*/ 140970 h 280034"/>
                <a:gd name="connsiteX3" fmla="*/ 128588 w 224789"/>
                <a:gd name="connsiteY3" fmla="*/ 0 h 280034"/>
                <a:gd name="connsiteX4" fmla="*/ 224790 w 224789"/>
                <a:gd name="connsiteY4" fmla="*/ 45720 h 280034"/>
                <a:gd name="connsiteX5" fmla="*/ 181927 w 224789"/>
                <a:gd name="connsiteY5" fmla="*/ 86678 h 280034"/>
                <a:gd name="connsiteX6" fmla="*/ 128588 w 224789"/>
                <a:gd name="connsiteY6" fmla="*/ 57150 h 280034"/>
                <a:gd name="connsiteX7" fmla="*/ 62865 w 224789"/>
                <a:gd name="connsiteY7" fmla="*/ 140018 h 280034"/>
                <a:gd name="connsiteX8" fmla="*/ 128588 w 224789"/>
                <a:gd name="connsiteY8" fmla="*/ 222885 h 280034"/>
                <a:gd name="connsiteX9" fmla="*/ 183833 w 224789"/>
                <a:gd name="connsiteY9" fmla="*/ 193358 h 280034"/>
                <a:gd name="connsiteX10" fmla="*/ 222885 w 224789"/>
                <a:gd name="connsiteY10" fmla="*/ 237172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4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0" name="Freihandform: Form 99">
              <a:extLst>
                <a:ext uri="{FF2B5EF4-FFF2-40B4-BE49-F238E27FC236}">
                  <a16:creationId xmlns:a16="http://schemas.microsoft.com/office/drawing/2014/main" id="{7C93A481-2E85-4A20-A917-C5A1CC10727E}"/>
                </a:ext>
              </a:extLst>
            </p:cNvPr>
            <p:cNvSpPr/>
            <p:nvPr/>
          </p:nvSpPr>
          <p:spPr>
            <a:xfrm>
              <a:off x="4129087" y="2525076"/>
              <a:ext cx="229552" cy="389572"/>
            </a:xfrm>
            <a:custGeom>
              <a:avLst/>
              <a:gdLst>
                <a:gd name="connsiteX0" fmla="*/ 229553 w 229552"/>
                <a:gd name="connsiteY0" fmla="*/ 388620 h 389572"/>
                <a:gd name="connsiteX1" fmla="*/ 167640 w 229552"/>
                <a:gd name="connsiteY1" fmla="*/ 388620 h 389572"/>
                <a:gd name="connsiteX2" fmla="*/ 167640 w 229552"/>
                <a:gd name="connsiteY2" fmla="*/ 236220 h 389572"/>
                <a:gd name="connsiteX3" fmla="*/ 118110 w 229552"/>
                <a:gd name="connsiteY3" fmla="*/ 171450 h 389572"/>
                <a:gd name="connsiteX4" fmla="*/ 62865 w 229552"/>
                <a:gd name="connsiteY4" fmla="*/ 236220 h 389572"/>
                <a:gd name="connsiteX5" fmla="*/ 62865 w 229552"/>
                <a:gd name="connsiteY5" fmla="*/ 389573 h 389572"/>
                <a:gd name="connsiteX6" fmla="*/ 0 w 229552"/>
                <a:gd name="connsiteY6" fmla="*/ 389573 h 389572"/>
                <a:gd name="connsiteX7" fmla="*/ 0 w 229552"/>
                <a:gd name="connsiteY7" fmla="*/ 15240 h 389572"/>
                <a:gd name="connsiteX8" fmla="*/ 61913 w 229552"/>
                <a:gd name="connsiteY8" fmla="*/ 0 h 389572"/>
                <a:gd name="connsiteX9" fmla="*/ 61913 w 229552"/>
                <a:gd name="connsiteY9" fmla="*/ 155258 h 389572"/>
                <a:gd name="connsiteX10" fmla="*/ 62865 w 229552"/>
                <a:gd name="connsiteY10" fmla="*/ 155258 h 389572"/>
                <a:gd name="connsiteX11" fmla="*/ 140970 w 229552"/>
                <a:gd name="connsiteY11" fmla="*/ 116205 h 389572"/>
                <a:gd name="connsiteX12" fmla="*/ 228600 w 229552"/>
                <a:gd name="connsiteY12" fmla="*/ 223838 h 389572"/>
                <a:gd name="connsiteX13" fmla="*/ 228600 w 229552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52" h="38957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1" name="Freihandform: Form 100">
              <a:extLst>
                <a:ext uri="{FF2B5EF4-FFF2-40B4-BE49-F238E27FC236}">
                  <a16:creationId xmlns:a16="http://schemas.microsoft.com/office/drawing/2014/main" id="{C75B00E1-A444-45AA-B896-18C695BD10C5}"/>
                </a:ext>
              </a:extLst>
            </p:cNvPr>
            <p:cNvSpPr/>
            <p:nvPr/>
          </p:nvSpPr>
          <p:spPr>
            <a:xfrm>
              <a:off x="4430077" y="2721291"/>
              <a:ext cx="130492" cy="59055"/>
            </a:xfrm>
            <a:custGeom>
              <a:avLst/>
              <a:gdLst>
                <a:gd name="connsiteX0" fmla="*/ 130492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2 w 130492"/>
                <a:gd name="connsiteY3" fmla="*/ 0 h 59055"/>
                <a:gd name="connsiteX4" fmla="*/ 130492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2" name="Freihandform: Form 101">
              <a:extLst>
                <a:ext uri="{FF2B5EF4-FFF2-40B4-BE49-F238E27FC236}">
                  <a16:creationId xmlns:a16="http://schemas.microsoft.com/office/drawing/2014/main" id="{6F38E875-EDA6-45E4-830B-9D992D035F07}"/>
                </a:ext>
              </a:extLst>
            </p:cNvPr>
            <p:cNvSpPr/>
            <p:nvPr/>
          </p:nvSpPr>
          <p:spPr>
            <a:xfrm>
              <a:off x="4593906" y="2545079"/>
              <a:ext cx="342900" cy="368617"/>
            </a:xfrm>
            <a:custGeom>
              <a:avLst/>
              <a:gdLst>
                <a:gd name="connsiteX0" fmla="*/ 136208 w 342900"/>
                <a:gd name="connsiteY0" fmla="*/ 0 h 368617"/>
                <a:gd name="connsiteX1" fmla="*/ 205740 w 342900"/>
                <a:gd name="connsiteY1" fmla="*/ 0 h 368617"/>
                <a:gd name="connsiteX2" fmla="*/ 342900 w 342900"/>
                <a:gd name="connsiteY2" fmla="*/ 368618 h 368617"/>
                <a:gd name="connsiteX3" fmla="*/ 271463 w 342900"/>
                <a:gd name="connsiteY3" fmla="*/ 368618 h 368617"/>
                <a:gd name="connsiteX4" fmla="*/ 244793 w 342900"/>
                <a:gd name="connsiteY4" fmla="*/ 290512 h 368617"/>
                <a:gd name="connsiteX5" fmla="*/ 96203 w 342900"/>
                <a:gd name="connsiteY5" fmla="*/ 290512 h 368617"/>
                <a:gd name="connsiteX6" fmla="*/ 69533 w 342900"/>
                <a:gd name="connsiteY6" fmla="*/ 368618 h 368617"/>
                <a:gd name="connsiteX7" fmla="*/ 0 w 342900"/>
                <a:gd name="connsiteY7" fmla="*/ 368618 h 368617"/>
                <a:gd name="connsiteX8" fmla="*/ 136208 w 342900"/>
                <a:gd name="connsiteY8" fmla="*/ 0 h 368617"/>
                <a:gd name="connsiteX9" fmla="*/ 116205 w 342900"/>
                <a:gd name="connsiteY9" fmla="*/ 231458 h 368617"/>
                <a:gd name="connsiteX10" fmla="*/ 223838 w 342900"/>
                <a:gd name="connsiteY10" fmla="*/ 231458 h 368617"/>
                <a:gd name="connsiteX11" fmla="*/ 170498 w 342900"/>
                <a:gd name="connsiteY11" fmla="*/ 75247 h 368617"/>
                <a:gd name="connsiteX12" fmla="*/ 169545 w 342900"/>
                <a:gd name="connsiteY12" fmla="*/ 75247 h 368617"/>
                <a:gd name="connsiteX13" fmla="*/ 116205 w 342900"/>
                <a:gd name="connsiteY13" fmla="*/ 231458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2900" h="368617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3" name="Freihandform: Form 102">
              <a:extLst>
                <a:ext uri="{FF2B5EF4-FFF2-40B4-BE49-F238E27FC236}">
                  <a16:creationId xmlns:a16="http://schemas.microsoft.com/office/drawing/2014/main" id="{EB5182F2-73FB-4CB9-9E91-947D019A8F17}"/>
                </a:ext>
              </a:extLst>
            </p:cNvPr>
            <p:cNvSpPr/>
            <p:nvPr/>
          </p:nvSpPr>
          <p:spPr>
            <a:xfrm>
              <a:off x="4992052" y="2525076"/>
              <a:ext cx="61912" cy="388620"/>
            </a:xfrm>
            <a:custGeom>
              <a:avLst/>
              <a:gdLst>
                <a:gd name="connsiteX0" fmla="*/ 61913 w 61912"/>
                <a:gd name="connsiteY0" fmla="*/ 388620 h 388620"/>
                <a:gd name="connsiteX1" fmla="*/ 0 w 61912"/>
                <a:gd name="connsiteY1" fmla="*/ 388620 h 388620"/>
                <a:gd name="connsiteX2" fmla="*/ 0 w 61912"/>
                <a:gd name="connsiteY2" fmla="*/ 14288 h 388620"/>
                <a:gd name="connsiteX3" fmla="*/ 61913 w 61912"/>
                <a:gd name="connsiteY3" fmla="*/ 0 h 388620"/>
                <a:gd name="connsiteX4" fmla="*/ 61913 w 61912"/>
                <a:gd name="connsiteY4" fmla="*/ 388620 h 388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8620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4" name="Freihandform: Form 103">
              <a:extLst>
                <a:ext uri="{FF2B5EF4-FFF2-40B4-BE49-F238E27FC236}">
                  <a16:creationId xmlns:a16="http://schemas.microsoft.com/office/drawing/2014/main" id="{067D886F-6FC9-401B-9251-AD38C062F481}"/>
                </a:ext>
              </a:extLst>
            </p:cNvPr>
            <p:cNvSpPr/>
            <p:nvPr/>
          </p:nvSpPr>
          <p:spPr>
            <a:xfrm>
              <a:off x="512063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5" name="Freihandform: Form 104">
              <a:extLst>
                <a:ext uri="{FF2B5EF4-FFF2-40B4-BE49-F238E27FC236}">
                  <a16:creationId xmlns:a16="http://schemas.microsoft.com/office/drawing/2014/main" id="{1795BE12-FA44-4375-99C7-2C21B9038021}"/>
                </a:ext>
              </a:extLst>
            </p:cNvPr>
            <p:cNvSpPr/>
            <p:nvPr/>
          </p:nvSpPr>
          <p:spPr>
            <a:xfrm>
              <a:off x="5397817" y="2646997"/>
              <a:ext cx="255269" cy="266700"/>
            </a:xfrm>
            <a:custGeom>
              <a:avLst/>
              <a:gdLst>
                <a:gd name="connsiteX0" fmla="*/ 255270 w 255269"/>
                <a:gd name="connsiteY0" fmla="*/ 266700 h 266700"/>
                <a:gd name="connsiteX1" fmla="*/ 183832 w 255269"/>
                <a:gd name="connsiteY1" fmla="*/ 266700 h 266700"/>
                <a:gd name="connsiteX2" fmla="*/ 126682 w 255269"/>
                <a:gd name="connsiteY2" fmla="*/ 174307 h 266700"/>
                <a:gd name="connsiteX3" fmla="*/ 125730 w 255269"/>
                <a:gd name="connsiteY3" fmla="*/ 174307 h 266700"/>
                <a:gd name="connsiteX4" fmla="*/ 70485 w 255269"/>
                <a:gd name="connsiteY4" fmla="*/ 266700 h 266700"/>
                <a:gd name="connsiteX5" fmla="*/ 0 w 255269"/>
                <a:gd name="connsiteY5" fmla="*/ 266700 h 266700"/>
                <a:gd name="connsiteX6" fmla="*/ 91440 w 255269"/>
                <a:gd name="connsiteY6" fmla="*/ 128588 h 266700"/>
                <a:gd name="connsiteX7" fmla="*/ 6667 w 255269"/>
                <a:gd name="connsiteY7" fmla="*/ 0 h 266700"/>
                <a:gd name="connsiteX8" fmla="*/ 77152 w 255269"/>
                <a:gd name="connsiteY8" fmla="*/ 0 h 266700"/>
                <a:gd name="connsiteX9" fmla="*/ 127635 w 255269"/>
                <a:gd name="connsiteY9" fmla="*/ 81915 h 266700"/>
                <a:gd name="connsiteX10" fmla="*/ 128588 w 255269"/>
                <a:gd name="connsiteY10" fmla="*/ 81915 h 266700"/>
                <a:gd name="connsiteX11" fmla="*/ 178117 w 255269"/>
                <a:gd name="connsiteY11" fmla="*/ 0 h 266700"/>
                <a:gd name="connsiteX12" fmla="*/ 247650 w 255269"/>
                <a:gd name="connsiteY12" fmla="*/ 0 h 266700"/>
                <a:gd name="connsiteX13" fmla="*/ 163830 w 255269"/>
                <a:gd name="connsiteY13" fmla="*/ 127635 h 266700"/>
                <a:gd name="connsiteX14" fmla="*/ 255270 w 255269"/>
                <a:gd name="connsiteY14" fmla="*/ 26670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5269" h="266700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6" name="Freihandform: Form 105">
              <a:extLst>
                <a:ext uri="{FF2B5EF4-FFF2-40B4-BE49-F238E27FC236}">
                  <a16:creationId xmlns:a16="http://schemas.microsoft.com/office/drawing/2014/main" id="{CC4F8284-C36D-43D0-94D8-3341EC9E4FDA}"/>
                </a:ext>
              </a:extLst>
            </p:cNvPr>
            <p:cNvSpPr/>
            <p:nvPr/>
          </p:nvSpPr>
          <p:spPr>
            <a:xfrm>
              <a:off x="5686407" y="2641281"/>
              <a:ext cx="225759" cy="279082"/>
            </a:xfrm>
            <a:custGeom>
              <a:avLst/>
              <a:gdLst>
                <a:gd name="connsiteX0" fmla="*/ 114317 w 225759"/>
                <a:gd name="connsiteY0" fmla="*/ 107632 h 279082"/>
                <a:gd name="connsiteX1" fmla="*/ 164799 w 225759"/>
                <a:gd name="connsiteY1" fmla="*/ 113347 h 279082"/>
                <a:gd name="connsiteX2" fmla="*/ 164799 w 225759"/>
                <a:gd name="connsiteY2" fmla="*/ 103822 h 279082"/>
                <a:gd name="connsiteX3" fmla="*/ 105744 w 225759"/>
                <a:gd name="connsiteY3" fmla="*/ 52388 h 279082"/>
                <a:gd name="connsiteX4" fmla="*/ 38117 w 225759"/>
                <a:gd name="connsiteY4" fmla="*/ 67628 h 279082"/>
                <a:gd name="connsiteX5" fmla="*/ 24782 w 225759"/>
                <a:gd name="connsiteY5" fmla="*/ 15240 h 279082"/>
                <a:gd name="connsiteX6" fmla="*/ 112412 w 225759"/>
                <a:gd name="connsiteY6" fmla="*/ 0 h 279082"/>
                <a:gd name="connsiteX7" fmla="*/ 225759 w 225759"/>
                <a:gd name="connsiteY7" fmla="*/ 102870 h 279082"/>
                <a:gd name="connsiteX8" fmla="*/ 225759 w 225759"/>
                <a:gd name="connsiteY8" fmla="*/ 273368 h 279082"/>
                <a:gd name="connsiteX9" fmla="*/ 166704 w 225759"/>
                <a:gd name="connsiteY9" fmla="*/ 273368 h 279082"/>
                <a:gd name="connsiteX10" fmla="*/ 166704 w 225759"/>
                <a:gd name="connsiteY10" fmla="*/ 244793 h 279082"/>
                <a:gd name="connsiteX11" fmla="*/ 165752 w 225759"/>
                <a:gd name="connsiteY11" fmla="*/ 244793 h 279082"/>
                <a:gd name="connsiteX12" fmla="*/ 87647 w 225759"/>
                <a:gd name="connsiteY12" fmla="*/ 279083 h 279082"/>
                <a:gd name="connsiteX13" fmla="*/ 17 w 225759"/>
                <a:gd name="connsiteY13" fmla="*/ 194310 h 279082"/>
                <a:gd name="connsiteX14" fmla="*/ 114317 w 225759"/>
                <a:gd name="connsiteY14" fmla="*/ 107632 h 279082"/>
                <a:gd name="connsiteX15" fmla="*/ 103839 w 225759"/>
                <a:gd name="connsiteY15" fmla="*/ 232410 h 279082"/>
                <a:gd name="connsiteX16" fmla="*/ 164799 w 225759"/>
                <a:gd name="connsiteY16" fmla="*/ 200025 h 279082"/>
                <a:gd name="connsiteX17" fmla="*/ 164799 w 225759"/>
                <a:gd name="connsiteY17" fmla="*/ 154305 h 279082"/>
                <a:gd name="connsiteX18" fmla="*/ 120984 w 225759"/>
                <a:gd name="connsiteY18" fmla="*/ 149543 h 279082"/>
                <a:gd name="connsiteX19" fmla="*/ 59072 w 225759"/>
                <a:gd name="connsiteY19" fmla="*/ 193358 h 279082"/>
                <a:gd name="connsiteX20" fmla="*/ 103839 w 225759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59" h="279082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8103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7" name="Freihandform: Form 106">
              <a:extLst>
                <a:ext uri="{FF2B5EF4-FFF2-40B4-BE49-F238E27FC236}">
                  <a16:creationId xmlns:a16="http://schemas.microsoft.com/office/drawing/2014/main" id="{D739AA9B-F674-4AC7-9697-E665D1C5E54E}"/>
                </a:ext>
              </a:extLst>
            </p:cNvPr>
            <p:cNvSpPr/>
            <p:nvPr/>
          </p:nvSpPr>
          <p:spPr>
            <a:xfrm>
              <a:off x="5991224" y="2641281"/>
              <a:ext cx="229552" cy="273367"/>
            </a:xfrm>
            <a:custGeom>
              <a:avLst/>
              <a:gdLst>
                <a:gd name="connsiteX0" fmla="*/ 229553 w 229552"/>
                <a:gd name="connsiteY0" fmla="*/ 272415 h 273367"/>
                <a:gd name="connsiteX1" fmla="*/ 166688 w 229552"/>
                <a:gd name="connsiteY1" fmla="*/ 272415 h 273367"/>
                <a:gd name="connsiteX2" fmla="*/ 166688 w 229552"/>
                <a:gd name="connsiteY2" fmla="*/ 120015 h 273367"/>
                <a:gd name="connsiteX3" fmla="*/ 117157 w 229552"/>
                <a:gd name="connsiteY3" fmla="*/ 55245 h 273367"/>
                <a:gd name="connsiteX4" fmla="*/ 61913 w 229552"/>
                <a:gd name="connsiteY4" fmla="*/ 120015 h 273367"/>
                <a:gd name="connsiteX5" fmla="*/ 61913 w 229552"/>
                <a:gd name="connsiteY5" fmla="*/ 273368 h 273367"/>
                <a:gd name="connsiteX6" fmla="*/ 0 w 229552"/>
                <a:gd name="connsiteY6" fmla="*/ 273368 h 273367"/>
                <a:gd name="connsiteX7" fmla="*/ 0 w 229552"/>
                <a:gd name="connsiteY7" fmla="*/ 6668 h 273367"/>
                <a:gd name="connsiteX8" fmla="*/ 61913 w 229552"/>
                <a:gd name="connsiteY8" fmla="*/ 6668 h 273367"/>
                <a:gd name="connsiteX9" fmla="*/ 61913 w 229552"/>
                <a:gd name="connsiteY9" fmla="*/ 39053 h 273367"/>
                <a:gd name="connsiteX10" fmla="*/ 62865 w 229552"/>
                <a:gd name="connsiteY10" fmla="*/ 39053 h 273367"/>
                <a:gd name="connsiteX11" fmla="*/ 140970 w 229552"/>
                <a:gd name="connsiteY11" fmla="*/ 0 h 273367"/>
                <a:gd name="connsiteX12" fmla="*/ 228600 w 229552"/>
                <a:gd name="connsiteY12" fmla="*/ 107632 h 273367"/>
                <a:gd name="connsiteX13" fmla="*/ 228600 w 229552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52" h="273367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8" name="Freihandform: Form 107">
              <a:extLst>
                <a:ext uri="{FF2B5EF4-FFF2-40B4-BE49-F238E27FC236}">
                  <a16:creationId xmlns:a16="http://schemas.microsoft.com/office/drawing/2014/main" id="{87A3CBCA-9587-4F2E-89F4-52C56F0E6676}"/>
                </a:ext>
              </a:extLst>
            </p:cNvPr>
            <p:cNvSpPr/>
            <p:nvPr/>
          </p:nvSpPr>
          <p:spPr>
            <a:xfrm>
              <a:off x="6286499" y="2525076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3 w 248602"/>
                <a:gd name="connsiteY7" fmla="*/ 389573 h 396239"/>
                <a:gd name="connsiteX8" fmla="*/ 187643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1913 w 248602"/>
                <a:gd name="connsiteY12" fmla="*/ 255270 h 396239"/>
                <a:gd name="connsiteX13" fmla="*/ 123825 w 248602"/>
                <a:gd name="connsiteY13" fmla="*/ 340995 h 396239"/>
                <a:gd name="connsiteX14" fmla="*/ 187643 w 248602"/>
                <a:gd name="connsiteY14" fmla="*/ 305753 h 396239"/>
                <a:gd name="connsiteX15" fmla="*/ 187643 w 248602"/>
                <a:gd name="connsiteY15" fmla="*/ 207645 h 396239"/>
                <a:gd name="connsiteX16" fmla="*/ 123825 w 248602"/>
                <a:gd name="connsiteY16" fmla="*/ 172402 h 396239"/>
                <a:gd name="connsiteX17" fmla="*/ 61913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9" name="Freihandform: Form 108">
              <a:extLst>
                <a:ext uri="{FF2B5EF4-FFF2-40B4-BE49-F238E27FC236}">
                  <a16:creationId xmlns:a16="http://schemas.microsoft.com/office/drawing/2014/main" id="{D20A0AC3-BB00-4222-8E0C-DF0BFFDC8108}"/>
                </a:ext>
              </a:extLst>
            </p:cNvPr>
            <p:cNvSpPr/>
            <p:nvPr/>
          </p:nvSpPr>
          <p:spPr>
            <a:xfrm>
              <a:off x="660272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7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0" name="Freihandform: Form 109">
              <a:extLst>
                <a:ext uri="{FF2B5EF4-FFF2-40B4-BE49-F238E27FC236}">
                  <a16:creationId xmlns:a16="http://schemas.microsoft.com/office/drawing/2014/main" id="{995FA418-1D22-47ED-8473-BF05C355BBCD}"/>
                </a:ext>
              </a:extLst>
            </p:cNvPr>
            <p:cNvSpPr/>
            <p:nvPr/>
          </p:nvSpPr>
          <p:spPr>
            <a:xfrm>
              <a:off x="6916101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1" name="Freihandform: Form 110">
              <a:extLst>
                <a:ext uri="{FF2B5EF4-FFF2-40B4-BE49-F238E27FC236}">
                  <a16:creationId xmlns:a16="http://schemas.microsoft.com/office/drawing/2014/main" id="{2F468C89-F681-439A-98C4-0D6A60EE62FB}"/>
                </a:ext>
              </a:extLst>
            </p:cNvPr>
            <p:cNvSpPr/>
            <p:nvPr/>
          </p:nvSpPr>
          <p:spPr>
            <a:xfrm>
              <a:off x="7115174" y="2721291"/>
              <a:ext cx="130492" cy="59055"/>
            </a:xfrm>
            <a:custGeom>
              <a:avLst/>
              <a:gdLst>
                <a:gd name="connsiteX0" fmla="*/ 130493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3 w 130492"/>
                <a:gd name="connsiteY3" fmla="*/ 0 h 59055"/>
                <a:gd name="connsiteX4" fmla="*/ 130493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1" name="Freihandform: Form 160">
              <a:extLst>
                <a:ext uri="{FF2B5EF4-FFF2-40B4-BE49-F238E27FC236}">
                  <a16:creationId xmlns:a16="http://schemas.microsoft.com/office/drawing/2014/main" id="{D04D7ADC-1CF7-4E3F-A016-713FACCEC586}"/>
                </a:ext>
              </a:extLst>
            </p:cNvPr>
            <p:cNvSpPr/>
            <p:nvPr/>
          </p:nvSpPr>
          <p:spPr>
            <a:xfrm>
              <a:off x="7324724" y="2545079"/>
              <a:ext cx="288607" cy="375284"/>
            </a:xfrm>
            <a:custGeom>
              <a:avLst/>
              <a:gdLst>
                <a:gd name="connsiteX0" fmla="*/ 288607 w 288607"/>
                <a:gd name="connsiteY0" fmla="*/ 222885 h 375284"/>
                <a:gd name="connsiteX1" fmla="*/ 143827 w 288607"/>
                <a:gd name="connsiteY1" fmla="*/ 375285 h 375284"/>
                <a:gd name="connsiteX2" fmla="*/ 0 w 288607"/>
                <a:gd name="connsiteY2" fmla="*/ 222885 h 375284"/>
                <a:gd name="connsiteX3" fmla="*/ 0 w 288607"/>
                <a:gd name="connsiteY3" fmla="*/ 0 h 375284"/>
                <a:gd name="connsiteX4" fmla="*/ 66675 w 288607"/>
                <a:gd name="connsiteY4" fmla="*/ 0 h 375284"/>
                <a:gd name="connsiteX5" fmla="*/ 66675 w 288607"/>
                <a:gd name="connsiteY5" fmla="*/ 219075 h 375284"/>
                <a:gd name="connsiteX6" fmla="*/ 144780 w 288607"/>
                <a:gd name="connsiteY6" fmla="*/ 312420 h 375284"/>
                <a:gd name="connsiteX7" fmla="*/ 220980 w 288607"/>
                <a:gd name="connsiteY7" fmla="*/ 219075 h 375284"/>
                <a:gd name="connsiteX8" fmla="*/ 220980 w 288607"/>
                <a:gd name="connsiteY8" fmla="*/ 0 h 375284"/>
                <a:gd name="connsiteX9" fmla="*/ 287655 w 288607"/>
                <a:gd name="connsiteY9" fmla="*/ 0 h 375284"/>
                <a:gd name="connsiteX10" fmla="*/ 287655 w 288607"/>
                <a:gd name="connsiteY10" fmla="*/ 222885 h 375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88607" h="375284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2" name="Freihandform: Form 161">
              <a:extLst>
                <a:ext uri="{FF2B5EF4-FFF2-40B4-BE49-F238E27FC236}">
                  <a16:creationId xmlns:a16="http://schemas.microsoft.com/office/drawing/2014/main" id="{CECFFFB2-B9A1-420F-9BEE-D629610BD89B}"/>
                </a:ext>
              </a:extLst>
            </p:cNvPr>
            <p:cNvSpPr/>
            <p:nvPr/>
          </p:nvSpPr>
          <p:spPr>
            <a:xfrm>
              <a:off x="7697151" y="2641281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8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8 h 273367"/>
                <a:gd name="connsiteX6" fmla="*/ 0 w 228600"/>
                <a:gd name="connsiteY6" fmla="*/ 273368 h 273367"/>
                <a:gd name="connsiteX7" fmla="*/ 0 w 228600"/>
                <a:gd name="connsiteY7" fmla="*/ 6668 h 273367"/>
                <a:gd name="connsiteX8" fmla="*/ 61913 w 228600"/>
                <a:gd name="connsiteY8" fmla="*/ 6668 h 273367"/>
                <a:gd name="connsiteX9" fmla="*/ 61913 w 228600"/>
                <a:gd name="connsiteY9" fmla="*/ 39053 h 273367"/>
                <a:gd name="connsiteX10" fmla="*/ 62865 w 228600"/>
                <a:gd name="connsiteY10" fmla="*/ 39053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3" name="Freihandform: Form 162">
              <a:extLst>
                <a:ext uri="{FF2B5EF4-FFF2-40B4-BE49-F238E27FC236}">
                  <a16:creationId xmlns:a16="http://schemas.microsoft.com/office/drawing/2014/main" id="{4F9FCDCD-D972-43CE-A40C-8CC813FDFD51}"/>
                </a:ext>
              </a:extLst>
            </p:cNvPr>
            <p:cNvSpPr/>
            <p:nvPr/>
          </p:nvSpPr>
          <p:spPr>
            <a:xfrm>
              <a:off x="7996237" y="2528887"/>
              <a:ext cx="79057" cy="384810"/>
            </a:xfrm>
            <a:custGeom>
              <a:avLst/>
              <a:gdLst>
                <a:gd name="connsiteX0" fmla="*/ 79057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7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007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4" name="Freihandform: Form 163">
              <a:extLst>
                <a:ext uri="{FF2B5EF4-FFF2-40B4-BE49-F238E27FC236}">
                  <a16:creationId xmlns:a16="http://schemas.microsoft.com/office/drawing/2014/main" id="{3B066928-1E72-487B-AFB2-2C383A73BBC9}"/>
                </a:ext>
              </a:extLst>
            </p:cNvPr>
            <p:cNvSpPr/>
            <p:nvPr/>
          </p:nvSpPr>
          <p:spPr>
            <a:xfrm>
              <a:off x="8119109" y="2647949"/>
              <a:ext cx="259079" cy="266700"/>
            </a:xfrm>
            <a:custGeom>
              <a:avLst/>
              <a:gdLst>
                <a:gd name="connsiteX0" fmla="*/ 259080 w 259079"/>
                <a:gd name="connsiteY0" fmla="*/ 0 h 266700"/>
                <a:gd name="connsiteX1" fmla="*/ 161925 w 259079"/>
                <a:gd name="connsiteY1" fmla="*/ 266700 h 266700"/>
                <a:gd name="connsiteX2" fmla="*/ 97155 w 259079"/>
                <a:gd name="connsiteY2" fmla="*/ 266700 h 266700"/>
                <a:gd name="connsiteX3" fmla="*/ 0 w 259079"/>
                <a:gd name="connsiteY3" fmla="*/ 0 h 266700"/>
                <a:gd name="connsiteX4" fmla="*/ 68580 w 259079"/>
                <a:gd name="connsiteY4" fmla="*/ 0 h 266700"/>
                <a:gd name="connsiteX5" fmla="*/ 129540 w 259079"/>
                <a:gd name="connsiteY5" fmla="*/ 193358 h 266700"/>
                <a:gd name="connsiteX6" fmla="*/ 130492 w 259079"/>
                <a:gd name="connsiteY6" fmla="*/ 193358 h 266700"/>
                <a:gd name="connsiteX7" fmla="*/ 191452 w 259079"/>
                <a:gd name="connsiteY7" fmla="*/ 0 h 266700"/>
                <a:gd name="connsiteX8" fmla="*/ 259080 w 259079"/>
                <a:gd name="connsiteY8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9079" h="266700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5" name="Freihandform: Form 164">
              <a:extLst>
                <a:ext uri="{FF2B5EF4-FFF2-40B4-BE49-F238E27FC236}">
                  <a16:creationId xmlns:a16="http://schemas.microsoft.com/office/drawing/2014/main" id="{AF415682-683E-4CEB-9D53-084796374DF1}"/>
                </a:ext>
              </a:extLst>
            </p:cNvPr>
            <p:cNvSpPr/>
            <p:nvPr/>
          </p:nvSpPr>
          <p:spPr>
            <a:xfrm>
              <a:off x="8406764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3 h 279082"/>
                <a:gd name="connsiteX7" fmla="*/ 198120 w 242887"/>
                <a:gd name="connsiteY7" fmla="*/ 194310 h 279082"/>
                <a:gd name="connsiteX8" fmla="*/ 237173 w 242887"/>
                <a:gd name="connsiteY8" fmla="*/ 235268 h 279082"/>
                <a:gd name="connsiteX9" fmla="*/ 132398 w 242887"/>
                <a:gd name="connsiteY9" fmla="*/ 279083 h 279082"/>
                <a:gd name="connsiteX10" fmla="*/ 62865 w 242887"/>
                <a:gd name="connsiteY10" fmla="*/ 115253 h 279082"/>
                <a:gd name="connsiteX11" fmla="*/ 183833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6" name="Freihandform: Form 165">
              <a:extLst>
                <a:ext uri="{FF2B5EF4-FFF2-40B4-BE49-F238E27FC236}">
                  <a16:creationId xmlns:a16="http://schemas.microsoft.com/office/drawing/2014/main" id="{AB4C0555-F376-4AE3-9FC2-9D548F5895C3}"/>
                </a:ext>
              </a:extLst>
            </p:cNvPr>
            <p:cNvSpPr/>
            <p:nvPr/>
          </p:nvSpPr>
          <p:spPr>
            <a:xfrm>
              <a:off x="8720137" y="2641039"/>
              <a:ext cx="160019" cy="272657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7" name="Freihandform: Form 166">
              <a:extLst>
                <a:ext uri="{FF2B5EF4-FFF2-40B4-BE49-F238E27FC236}">
                  <a16:creationId xmlns:a16="http://schemas.microsoft.com/office/drawing/2014/main" id="{17A4FA34-7CC1-43D7-9085-E14A26FC9D71}"/>
                </a:ext>
              </a:extLst>
            </p:cNvPr>
            <p:cNvSpPr/>
            <p:nvPr/>
          </p:nvSpPr>
          <p:spPr>
            <a:xfrm>
              <a:off x="8909684" y="2640329"/>
              <a:ext cx="205739" cy="280034"/>
            </a:xfrm>
            <a:custGeom>
              <a:avLst/>
              <a:gdLst>
                <a:gd name="connsiteX0" fmla="*/ 29527 w 205739"/>
                <a:gd name="connsiteY0" fmla="*/ 198120 h 280034"/>
                <a:gd name="connsiteX1" fmla="*/ 104775 w 205739"/>
                <a:gd name="connsiteY1" fmla="*/ 227647 h 280034"/>
                <a:gd name="connsiteX2" fmla="*/ 143827 w 205739"/>
                <a:gd name="connsiteY2" fmla="*/ 200978 h 280034"/>
                <a:gd name="connsiteX3" fmla="*/ 10477 w 205739"/>
                <a:gd name="connsiteY3" fmla="*/ 82868 h 280034"/>
                <a:gd name="connsiteX4" fmla="*/ 111442 w 205739"/>
                <a:gd name="connsiteY4" fmla="*/ 0 h 280034"/>
                <a:gd name="connsiteX5" fmla="*/ 203835 w 205739"/>
                <a:gd name="connsiteY5" fmla="*/ 27622 h 280034"/>
                <a:gd name="connsiteX6" fmla="*/ 174307 w 205739"/>
                <a:gd name="connsiteY6" fmla="*/ 76200 h 280034"/>
                <a:gd name="connsiteX7" fmla="*/ 110490 w 205739"/>
                <a:gd name="connsiteY7" fmla="*/ 52387 h 280034"/>
                <a:gd name="connsiteX8" fmla="*/ 72390 w 205739"/>
                <a:gd name="connsiteY8" fmla="*/ 77153 h 280034"/>
                <a:gd name="connsiteX9" fmla="*/ 205740 w 205739"/>
                <a:gd name="connsiteY9" fmla="*/ 195262 h 280034"/>
                <a:gd name="connsiteX10" fmla="*/ 102870 w 205739"/>
                <a:gd name="connsiteY10" fmla="*/ 280035 h 280034"/>
                <a:gd name="connsiteX11" fmla="*/ 0 w 205739"/>
                <a:gd name="connsiteY11" fmla="*/ 247650 h 280034"/>
                <a:gd name="connsiteX12" fmla="*/ 29527 w 205739"/>
                <a:gd name="connsiteY12" fmla="*/ 198120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4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8" name="Freihandform: Form 167">
              <a:extLst>
                <a:ext uri="{FF2B5EF4-FFF2-40B4-BE49-F238E27FC236}">
                  <a16:creationId xmlns:a16="http://schemas.microsoft.com/office/drawing/2014/main" id="{79E7E56E-40BD-4374-BF2B-EE9542AF8E66}"/>
                </a:ext>
              </a:extLst>
            </p:cNvPr>
            <p:cNvSpPr/>
            <p:nvPr/>
          </p:nvSpPr>
          <p:spPr>
            <a:xfrm>
              <a:off x="9173526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3 w 79057"/>
                <a:gd name="connsiteY1" fmla="*/ 76200 h 384810"/>
                <a:gd name="connsiteX2" fmla="*/ 0 w 79057"/>
                <a:gd name="connsiteY2" fmla="*/ 38100 h 384810"/>
                <a:gd name="connsiteX3" fmla="*/ 39053 w 79057"/>
                <a:gd name="connsiteY3" fmla="*/ 0 h 384810"/>
                <a:gd name="connsiteX4" fmla="*/ 79058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007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9" name="Freihandform: Form 168">
              <a:extLst>
                <a:ext uri="{FF2B5EF4-FFF2-40B4-BE49-F238E27FC236}">
                  <a16:creationId xmlns:a16="http://schemas.microsoft.com/office/drawing/2014/main" id="{770D6381-A1FE-4650-9108-C09FA97B64F1}"/>
                </a:ext>
              </a:extLst>
            </p:cNvPr>
            <p:cNvSpPr/>
            <p:nvPr/>
          </p:nvSpPr>
          <p:spPr>
            <a:xfrm>
              <a:off x="9297351" y="2562224"/>
              <a:ext cx="165735" cy="358139"/>
            </a:xfrm>
            <a:custGeom>
              <a:avLst/>
              <a:gdLst>
                <a:gd name="connsiteX0" fmla="*/ 165735 w 165735"/>
                <a:gd name="connsiteY0" fmla="*/ 295275 h 358139"/>
                <a:gd name="connsiteX1" fmla="*/ 165735 w 165735"/>
                <a:gd name="connsiteY1" fmla="*/ 348615 h 358139"/>
                <a:gd name="connsiteX2" fmla="*/ 113348 w 165735"/>
                <a:gd name="connsiteY2" fmla="*/ 358140 h 358139"/>
                <a:gd name="connsiteX3" fmla="*/ 40958 w 165735"/>
                <a:gd name="connsiteY3" fmla="*/ 282892 h 358139"/>
                <a:gd name="connsiteX4" fmla="*/ 40958 w 165735"/>
                <a:gd name="connsiteY4" fmla="*/ 137160 h 358139"/>
                <a:gd name="connsiteX5" fmla="*/ 0 w 165735"/>
                <a:gd name="connsiteY5" fmla="*/ 137160 h 358139"/>
                <a:gd name="connsiteX6" fmla="*/ 0 w 165735"/>
                <a:gd name="connsiteY6" fmla="*/ 85725 h 358139"/>
                <a:gd name="connsiteX7" fmla="*/ 40005 w 165735"/>
                <a:gd name="connsiteY7" fmla="*/ 85725 h 358139"/>
                <a:gd name="connsiteX8" fmla="*/ 40005 w 165735"/>
                <a:gd name="connsiteY8" fmla="*/ 13335 h 358139"/>
                <a:gd name="connsiteX9" fmla="*/ 101918 w 165735"/>
                <a:gd name="connsiteY9" fmla="*/ 0 h 358139"/>
                <a:gd name="connsiteX10" fmla="*/ 101918 w 165735"/>
                <a:gd name="connsiteY10" fmla="*/ 86677 h 358139"/>
                <a:gd name="connsiteX11" fmla="*/ 165735 w 165735"/>
                <a:gd name="connsiteY11" fmla="*/ 86677 h 358139"/>
                <a:gd name="connsiteX12" fmla="*/ 165735 w 165735"/>
                <a:gd name="connsiteY12" fmla="*/ 138113 h 358139"/>
                <a:gd name="connsiteX13" fmla="*/ 101918 w 165735"/>
                <a:gd name="connsiteY13" fmla="*/ 138113 h 358139"/>
                <a:gd name="connsiteX14" fmla="*/ 101918 w 165735"/>
                <a:gd name="connsiteY14" fmla="*/ 269558 h 358139"/>
                <a:gd name="connsiteX15" fmla="*/ 130493 w 165735"/>
                <a:gd name="connsiteY15" fmla="*/ 304800 h 358139"/>
                <a:gd name="connsiteX16" fmla="*/ 165735 w 165735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2423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0" name="Freihandform: Form 169">
              <a:extLst>
                <a:ext uri="{FF2B5EF4-FFF2-40B4-BE49-F238E27FC236}">
                  <a16:creationId xmlns:a16="http://schemas.microsoft.com/office/drawing/2014/main" id="{FB565826-CB23-4587-94FB-0DC86DDE3CE4}"/>
                </a:ext>
              </a:extLst>
            </p:cNvPr>
            <p:cNvSpPr/>
            <p:nvPr/>
          </p:nvSpPr>
          <p:spPr>
            <a:xfrm>
              <a:off x="9511664" y="2533649"/>
              <a:ext cx="225742" cy="386714"/>
            </a:xfrm>
            <a:custGeom>
              <a:avLst/>
              <a:gdLst>
                <a:gd name="connsiteX0" fmla="*/ 114300 w 225742"/>
                <a:gd name="connsiteY0" fmla="*/ 215265 h 386714"/>
                <a:gd name="connsiteX1" fmla="*/ 164783 w 225742"/>
                <a:gd name="connsiteY1" fmla="*/ 220980 h 386714"/>
                <a:gd name="connsiteX2" fmla="*/ 164783 w 225742"/>
                <a:gd name="connsiteY2" fmla="*/ 211455 h 386714"/>
                <a:gd name="connsiteX3" fmla="*/ 105728 w 225742"/>
                <a:gd name="connsiteY3" fmla="*/ 160020 h 386714"/>
                <a:gd name="connsiteX4" fmla="*/ 38100 w 225742"/>
                <a:gd name="connsiteY4" fmla="*/ 175260 h 386714"/>
                <a:gd name="connsiteX5" fmla="*/ 24765 w 225742"/>
                <a:gd name="connsiteY5" fmla="*/ 122873 h 386714"/>
                <a:gd name="connsiteX6" fmla="*/ 112395 w 225742"/>
                <a:gd name="connsiteY6" fmla="*/ 107632 h 386714"/>
                <a:gd name="connsiteX7" fmla="*/ 225743 w 225742"/>
                <a:gd name="connsiteY7" fmla="*/ 210502 h 386714"/>
                <a:gd name="connsiteX8" fmla="*/ 225743 w 225742"/>
                <a:gd name="connsiteY8" fmla="*/ 381000 h 386714"/>
                <a:gd name="connsiteX9" fmla="*/ 166688 w 225742"/>
                <a:gd name="connsiteY9" fmla="*/ 381000 h 386714"/>
                <a:gd name="connsiteX10" fmla="*/ 166688 w 225742"/>
                <a:gd name="connsiteY10" fmla="*/ 352425 h 386714"/>
                <a:gd name="connsiteX11" fmla="*/ 165735 w 225742"/>
                <a:gd name="connsiteY11" fmla="*/ 352425 h 386714"/>
                <a:gd name="connsiteX12" fmla="*/ 87630 w 225742"/>
                <a:gd name="connsiteY12" fmla="*/ 386715 h 386714"/>
                <a:gd name="connsiteX13" fmla="*/ 0 w 225742"/>
                <a:gd name="connsiteY13" fmla="*/ 301942 h 386714"/>
                <a:gd name="connsiteX14" fmla="*/ 114300 w 225742"/>
                <a:gd name="connsiteY14" fmla="*/ 215265 h 386714"/>
                <a:gd name="connsiteX15" fmla="*/ 63818 w 225742"/>
                <a:gd name="connsiteY15" fmla="*/ 72390 h 386714"/>
                <a:gd name="connsiteX16" fmla="*/ 26670 w 225742"/>
                <a:gd name="connsiteY16" fmla="*/ 36195 h 386714"/>
                <a:gd name="connsiteX17" fmla="*/ 63818 w 225742"/>
                <a:gd name="connsiteY17" fmla="*/ 0 h 386714"/>
                <a:gd name="connsiteX18" fmla="*/ 100965 w 225742"/>
                <a:gd name="connsiteY18" fmla="*/ 36195 h 386714"/>
                <a:gd name="connsiteX19" fmla="*/ 63818 w 225742"/>
                <a:gd name="connsiteY19" fmla="*/ 72390 h 386714"/>
                <a:gd name="connsiteX20" fmla="*/ 103823 w 225742"/>
                <a:gd name="connsiteY20" fmla="*/ 340042 h 386714"/>
                <a:gd name="connsiteX21" fmla="*/ 164783 w 225742"/>
                <a:gd name="connsiteY21" fmla="*/ 307658 h 386714"/>
                <a:gd name="connsiteX22" fmla="*/ 164783 w 225742"/>
                <a:gd name="connsiteY22" fmla="*/ 261938 h 386714"/>
                <a:gd name="connsiteX23" fmla="*/ 120968 w 225742"/>
                <a:gd name="connsiteY23" fmla="*/ 257175 h 386714"/>
                <a:gd name="connsiteX24" fmla="*/ 59055 w 225742"/>
                <a:gd name="connsiteY24" fmla="*/ 300990 h 386714"/>
                <a:gd name="connsiteX25" fmla="*/ 103823 w 225742"/>
                <a:gd name="connsiteY25" fmla="*/ 340042 h 386714"/>
                <a:gd name="connsiteX26" fmla="*/ 172403 w 225742"/>
                <a:gd name="connsiteY26" fmla="*/ 72390 h 386714"/>
                <a:gd name="connsiteX27" fmla="*/ 135255 w 225742"/>
                <a:gd name="connsiteY27" fmla="*/ 36195 h 386714"/>
                <a:gd name="connsiteX28" fmla="*/ 172403 w 225742"/>
                <a:gd name="connsiteY28" fmla="*/ 0 h 386714"/>
                <a:gd name="connsiteX29" fmla="*/ 209550 w 225742"/>
                <a:gd name="connsiteY29" fmla="*/ 36195 h 386714"/>
                <a:gd name="connsiteX30" fmla="*/ 172403 w 225742"/>
                <a:gd name="connsiteY30" fmla="*/ 72390 h 386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4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5735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1" name="Freihandform: Form 170">
              <a:extLst>
                <a:ext uri="{FF2B5EF4-FFF2-40B4-BE49-F238E27FC236}">
                  <a16:creationId xmlns:a16="http://schemas.microsoft.com/office/drawing/2014/main" id="{DD1E3C0D-9B7F-464A-AF5A-F74FF099F79A}"/>
                </a:ext>
              </a:extLst>
            </p:cNvPr>
            <p:cNvSpPr/>
            <p:nvPr/>
          </p:nvSpPr>
          <p:spPr>
            <a:xfrm>
              <a:off x="9785984" y="2562224"/>
              <a:ext cx="165734" cy="358139"/>
            </a:xfrm>
            <a:custGeom>
              <a:avLst/>
              <a:gdLst>
                <a:gd name="connsiteX0" fmla="*/ 165735 w 165734"/>
                <a:gd name="connsiteY0" fmla="*/ 295275 h 358139"/>
                <a:gd name="connsiteX1" fmla="*/ 165735 w 165734"/>
                <a:gd name="connsiteY1" fmla="*/ 348615 h 358139"/>
                <a:gd name="connsiteX2" fmla="*/ 113347 w 165734"/>
                <a:gd name="connsiteY2" fmla="*/ 358140 h 358139"/>
                <a:gd name="connsiteX3" fmla="*/ 40957 w 165734"/>
                <a:gd name="connsiteY3" fmla="*/ 282892 h 358139"/>
                <a:gd name="connsiteX4" fmla="*/ 40957 w 165734"/>
                <a:gd name="connsiteY4" fmla="*/ 137160 h 358139"/>
                <a:gd name="connsiteX5" fmla="*/ 0 w 165734"/>
                <a:gd name="connsiteY5" fmla="*/ 137160 h 358139"/>
                <a:gd name="connsiteX6" fmla="*/ 0 w 165734"/>
                <a:gd name="connsiteY6" fmla="*/ 85725 h 358139"/>
                <a:gd name="connsiteX7" fmla="*/ 40005 w 165734"/>
                <a:gd name="connsiteY7" fmla="*/ 85725 h 358139"/>
                <a:gd name="connsiteX8" fmla="*/ 40005 w 165734"/>
                <a:gd name="connsiteY8" fmla="*/ 13335 h 358139"/>
                <a:gd name="connsiteX9" fmla="*/ 101917 w 165734"/>
                <a:gd name="connsiteY9" fmla="*/ 0 h 358139"/>
                <a:gd name="connsiteX10" fmla="*/ 101917 w 165734"/>
                <a:gd name="connsiteY10" fmla="*/ 86677 h 358139"/>
                <a:gd name="connsiteX11" fmla="*/ 165735 w 165734"/>
                <a:gd name="connsiteY11" fmla="*/ 86677 h 358139"/>
                <a:gd name="connsiteX12" fmla="*/ 165735 w 165734"/>
                <a:gd name="connsiteY12" fmla="*/ 138113 h 358139"/>
                <a:gd name="connsiteX13" fmla="*/ 101917 w 165734"/>
                <a:gd name="connsiteY13" fmla="*/ 138113 h 358139"/>
                <a:gd name="connsiteX14" fmla="*/ 101917 w 165734"/>
                <a:gd name="connsiteY14" fmla="*/ 269558 h 358139"/>
                <a:gd name="connsiteX15" fmla="*/ 130492 w 165734"/>
                <a:gd name="connsiteY15" fmla="*/ 304800 h 358139"/>
                <a:gd name="connsiteX16" fmla="*/ 165735 w 165734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2423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2" name="Freihandform: Form 171">
              <a:extLst>
                <a:ext uri="{FF2B5EF4-FFF2-40B4-BE49-F238E27FC236}">
                  <a16:creationId xmlns:a16="http://schemas.microsoft.com/office/drawing/2014/main" id="{27451BE7-0DEA-4CF8-9081-F22E71D71274}"/>
                </a:ext>
              </a:extLst>
            </p:cNvPr>
            <p:cNvSpPr/>
            <p:nvPr/>
          </p:nvSpPr>
          <p:spPr>
            <a:xfrm>
              <a:off x="2269806" y="3121341"/>
              <a:ext cx="359092" cy="373379"/>
            </a:xfrm>
            <a:custGeom>
              <a:avLst/>
              <a:gdLst>
                <a:gd name="connsiteX0" fmla="*/ 0 w 359092"/>
                <a:gd name="connsiteY0" fmla="*/ 0 h 373379"/>
                <a:gd name="connsiteX1" fmla="*/ 79057 w 359092"/>
                <a:gd name="connsiteY1" fmla="*/ 0 h 373379"/>
                <a:gd name="connsiteX2" fmla="*/ 180022 w 359092"/>
                <a:gd name="connsiteY2" fmla="*/ 229553 h 373379"/>
                <a:gd name="connsiteX3" fmla="*/ 180975 w 359092"/>
                <a:gd name="connsiteY3" fmla="*/ 229553 h 373379"/>
                <a:gd name="connsiteX4" fmla="*/ 279083 w 359092"/>
                <a:gd name="connsiteY4" fmla="*/ 0 h 373379"/>
                <a:gd name="connsiteX5" fmla="*/ 359093 w 359092"/>
                <a:gd name="connsiteY5" fmla="*/ 0 h 373379"/>
                <a:gd name="connsiteX6" fmla="*/ 359093 w 359092"/>
                <a:gd name="connsiteY6" fmla="*/ 368617 h 373379"/>
                <a:gd name="connsiteX7" fmla="*/ 295275 w 359092"/>
                <a:gd name="connsiteY7" fmla="*/ 368617 h 373379"/>
                <a:gd name="connsiteX8" fmla="*/ 295275 w 359092"/>
                <a:gd name="connsiteY8" fmla="*/ 114300 h 373379"/>
                <a:gd name="connsiteX9" fmla="*/ 294322 w 359092"/>
                <a:gd name="connsiteY9" fmla="*/ 114300 h 373379"/>
                <a:gd name="connsiteX10" fmla="*/ 180975 w 359092"/>
                <a:gd name="connsiteY10" fmla="*/ 373380 h 373379"/>
                <a:gd name="connsiteX11" fmla="*/ 179070 w 359092"/>
                <a:gd name="connsiteY11" fmla="*/ 373380 h 373379"/>
                <a:gd name="connsiteX12" fmla="*/ 64770 w 359092"/>
                <a:gd name="connsiteY12" fmla="*/ 114300 h 373379"/>
                <a:gd name="connsiteX13" fmla="*/ 63818 w 359092"/>
                <a:gd name="connsiteY13" fmla="*/ 114300 h 373379"/>
                <a:gd name="connsiteX14" fmla="*/ 63818 w 359092"/>
                <a:gd name="connsiteY14" fmla="*/ 368617 h 373379"/>
                <a:gd name="connsiteX15" fmla="*/ 953 w 359092"/>
                <a:gd name="connsiteY15" fmla="*/ 368617 h 373379"/>
                <a:gd name="connsiteX16" fmla="*/ 953 w 359092"/>
                <a:gd name="connsiteY16" fmla="*/ 0 h 3733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59092" h="373379">
                  <a:moveTo>
                    <a:pt x="0" y="0"/>
                  </a:moveTo>
                  <a:lnTo>
                    <a:pt x="79057" y="0"/>
                  </a:lnTo>
                  <a:lnTo>
                    <a:pt x="180022" y="229553"/>
                  </a:lnTo>
                  <a:lnTo>
                    <a:pt x="180975" y="229553"/>
                  </a:lnTo>
                  <a:lnTo>
                    <a:pt x="279083" y="0"/>
                  </a:lnTo>
                  <a:lnTo>
                    <a:pt x="359093" y="0"/>
                  </a:lnTo>
                  <a:lnTo>
                    <a:pt x="359093" y="368617"/>
                  </a:lnTo>
                  <a:lnTo>
                    <a:pt x="295275" y="368617"/>
                  </a:lnTo>
                  <a:lnTo>
                    <a:pt x="295275" y="114300"/>
                  </a:lnTo>
                  <a:lnTo>
                    <a:pt x="294322" y="114300"/>
                  </a:lnTo>
                  <a:lnTo>
                    <a:pt x="180975" y="373380"/>
                  </a:lnTo>
                  <a:lnTo>
                    <a:pt x="179070" y="373380"/>
                  </a:lnTo>
                  <a:lnTo>
                    <a:pt x="64770" y="114300"/>
                  </a:lnTo>
                  <a:lnTo>
                    <a:pt x="63818" y="114300"/>
                  </a:lnTo>
                  <a:lnTo>
                    <a:pt x="63818" y="368617"/>
                  </a:lnTo>
                  <a:lnTo>
                    <a:pt x="953" y="368617"/>
                  </a:lnTo>
                  <a:lnTo>
                    <a:pt x="95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3" name="Freihandform: Form 172">
              <a:extLst>
                <a:ext uri="{FF2B5EF4-FFF2-40B4-BE49-F238E27FC236}">
                  <a16:creationId xmlns:a16="http://schemas.microsoft.com/office/drawing/2014/main" id="{1D302C50-8640-4F59-84E8-36E787BA7CB4}"/>
                </a:ext>
              </a:extLst>
            </p:cNvPr>
            <p:cNvSpPr/>
            <p:nvPr/>
          </p:nvSpPr>
          <p:spPr>
            <a:xfrm>
              <a:off x="2702241" y="3217544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2 h 279082"/>
                <a:gd name="connsiteX7" fmla="*/ 198120 w 242887"/>
                <a:gd name="connsiteY7" fmla="*/ 194310 h 279082"/>
                <a:gd name="connsiteX8" fmla="*/ 237173 w 242887"/>
                <a:gd name="connsiteY8" fmla="*/ 235267 h 279082"/>
                <a:gd name="connsiteX9" fmla="*/ 132398 w 242887"/>
                <a:gd name="connsiteY9" fmla="*/ 279083 h 279082"/>
                <a:gd name="connsiteX10" fmla="*/ 62865 w 242887"/>
                <a:gd name="connsiteY10" fmla="*/ 115252 h 279082"/>
                <a:gd name="connsiteX11" fmla="*/ 183833 w 242887"/>
                <a:gd name="connsiteY11" fmla="*/ 115252 h 279082"/>
                <a:gd name="connsiteX12" fmla="*/ 124778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2"/>
                    <a:pt x="132398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3" y="235267"/>
                  </a:lnTo>
                  <a:cubicBezTo>
                    <a:pt x="206693" y="264795"/>
                    <a:pt x="172403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89535" y="50482"/>
                    <a:pt x="67628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4" name="Freihandform: Form 173">
              <a:extLst>
                <a:ext uri="{FF2B5EF4-FFF2-40B4-BE49-F238E27FC236}">
                  <a16:creationId xmlns:a16="http://schemas.microsoft.com/office/drawing/2014/main" id="{FA0C7172-E728-4345-9EB9-B763EB657A4C}"/>
                </a:ext>
              </a:extLst>
            </p:cNvPr>
            <p:cNvSpPr/>
            <p:nvPr/>
          </p:nvSpPr>
          <p:spPr>
            <a:xfrm>
              <a:off x="3000374" y="3101339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2 w 248602"/>
                <a:gd name="connsiteY7" fmla="*/ 389573 h 396239"/>
                <a:gd name="connsiteX8" fmla="*/ 187642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1913 w 248602"/>
                <a:gd name="connsiteY12" fmla="*/ 255270 h 396239"/>
                <a:gd name="connsiteX13" fmla="*/ 123825 w 248602"/>
                <a:gd name="connsiteY13" fmla="*/ 340995 h 396239"/>
                <a:gd name="connsiteX14" fmla="*/ 187642 w 248602"/>
                <a:gd name="connsiteY14" fmla="*/ 305753 h 396239"/>
                <a:gd name="connsiteX15" fmla="*/ 187642 w 248602"/>
                <a:gd name="connsiteY15" fmla="*/ 208598 h 396239"/>
                <a:gd name="connsiteX16" fmla="*/ 123825 w 248602"/>
                <a:gd name="connsiteY16" fmla="*/ 173355 h 396239"/>
                <a:gd name="connsiteX17" fmla="*/ 61913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2" y="305753"/>
                  </a:cubicBezTo>
                  <a:lnTo>
                    <a:pt x="187642" y="208598"/>
                  </a:lnTo>
                  <a:cubicBezTo>
                    <a:pt x="169545" y="184785"/>
                    <a:pt x="149542" y="173355"/>
                    <a:pt x="123825" y="173355"/>
                  </a:cubicBezTo>
                  <a:cubicBezTo>
                    <a:pt x="82867" y="172402"/>
                    <a:pt x="61913" y="201930"/>
                    <a:pt x="61913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5" name="Freihandform: Form 174">
              <a:extLst>
                <a:ext uri="{FF2B5EF4-FFF2-40B4-BE49-F238E27FC236}">
                  <a16:creationId xmlns:a16="http://schemas.microsoft.com/office/drawing/2014/main" id="{7560A71D-130F-449E-9B2D-45E1FA681F0F}"/>
                </a:ext>
              </a:extLst>
            </p:cNvPr>
            <p:cNvSpPr/>
            <p:nvPr/>
          </p:nvSpPr>
          <p:spPr>
            <a:xfrm>
              <a:off x="3323271" y="3105149"/>
              <a:ext cx="79057" cy="384809"/>
            </a:xfrm>
            <a:custGeom>
              <a:avLst/>
              <a:gdLst>
                <a:gd name="connsiteX0" fmla="*/ 79058 w 79057"/>
                <a:gd name="connsiteY0" fmla="*/ 38100 h 384809"/>
                <a:gd name="connsiteX1" fmla="*/ 39053 w 79057"/>
                <a:gd name="connsiteY1" fmla="*/ 76200 h 384809"/>
                <a:gd name="connsiteX2" fmla="*/ 0 w 79057"/>
                <a:gd name="connsiteY2" fmla="*/ 38100 h 384809"/>
                <a:gd name="connsiteX3" fmla="*/ 39053 w 79057"/>
                <a:gd name="connsiteY3" fmla="*/ 0 h 384809"/>
                <a:gd name="connsiteX4" fmla="*/ 79058 w 79057"/>
                <a:gd name="connsiteY4" fmla="*/ 38100 h 384809"/>
                <a:gd name="connsiteX5" fmla="*/ 70485 w 79057"/>
                <a:gd name="connsiteY5" fmla="*/ 384810 h 384809"/>
                <a:gd name="connsiteX6" fmla="*/ 8573 w 79057"/>
                <a:gd name="connsiteY6" fmla="*/ 384810 h 384809"/>
                <a:gd name="connsiteX7" fmla="*/ 8573 w 79057"/>
                <a:gd name="connsiteY7" fmla="*/ 118110 h 384809"/>
                <a:gd name="connsiteX8" fmla="*/ 70485 w 79057"/>
                <a:gd name="connsiteY8" fmla="*/ 118110 h 384809"/>
                <a:gd name="connsiteX9" fmla="*/ 70485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8" y="38100"/>
                  </a:moveTo>
                  <a:cubicBezTo>
                    <a:pt x="79058" y="60008"/>
                    <a:pt x="60960" y="76200"/>
                    <a:pt x="39053" y="76200"/>
                  </a:cubicBezTo>
                  <a:cubicBezTo>
                    <a:pt x="17145" y="76200"/>
                    <a:pt x="0" y="60008"/>
                    <a:pt x="0" y="38100"/>
                  </a:cubicBezTo>
                  <a:cubicBezTo>
                    <a:pt x="0" y="16192"/>
                    <a:pt x="18098" y="0"/>
                    <a:pt x="39053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6" name="Freihandform: Form 175">
              <a:extLst>
                <a:ext uri="{FF2B5EF4-FFF2-40B4-BE49-F238E27FC236}">
                  <a16:creationId xmlns:a16="http://schemas.microsoft.com/office/drawing/2014/main" id="{1A034AAE-CC36-44D1-836B-C9672154B99C}"/>
                </a:ext>
              </a:extLst>
            </p:cNvPr>
            <p:cNvSpPr/>
            <p:nvPr/>
          </p:nvSpPr>
          <p:spPr>
            <a:xfrm>
              <a:off x="3455669" y="3224212"/>
              <a:ext cx="211454" cy="265747"/>
            </a:xfrm>
            <a:custGeom>
              <a:avLst/>
              <a:gdLst>
                <a:gd name="connsiteX0" fmla="*/ 210502 w 211454"/>
                <a:gd name="connsiteY0" fmla="*/ 265747 h 265747"/>
                <a:gd name="connsiteX1" fmla="*/ 0 w 211454"/>
                <a:gd name="connsiteY1" fmla="*/ 265747 h 265747"/>
                <a:gd name="connsiteX2" fmla="*/ 0 w 211454"/>
                <a:gd name="connsiteY2" fmla="*/ 212408 h 265747"/>
                <a:gd name="connsiteX3" fmla="*/ 133350 w 211454"/>
                <a:gd name="connsiteY3" fmla="*/ 52388 h 265747"/>
                <a:gd name="connsiteX4" fmla="*/ 8572 w 211454"/>
                <a:gd name="connsiteY4" fmla="*/ 52388 h 265747"/>
                <a:gd name="connsiteX5" fmla="*/ 8572 w 211454"/>
                <a:gd name="connsiteY5" fmla="*/ 0 h 265747"/>
                <a:gd name="connsiteX6" fmla="*/ 209550 w 211454"/>
                <a:gd name="connsiteY6" fmla="*/ 0 h 265747"/>
                <a:gd name="connsiteX7" fmla="*/ 209550 w 211454"/>
                <a:gd name="connsiteY7" fmla="*/ 53340 h 265747"/>
                <a:gd name="connsiteX8" fmla="*/ 76200 w 211454"/>
                <a:gd name="connsiteY8" fmla="*/ 213360 h 265747"/>
                <a:gd name="connsiteX9" fmla="*/ 211455 w 211454"/>
                <a:gd name="connsiteY9" fmla="*/ 213360 h 265747"/>
                <a:gd name="connsiteX10" fmla="*/ 211455 w 211454"/>
                <a:gd name="connsiteY10" fmla="*/ 265747 h 2657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11454" h="265747">
                  <a:moveTo>
                    <a:pt x="210502" y="265747"/>
                  </a:moveTo>
                  <a:lnTo>
                    <a:pt x="0" y="265747"/>
                  </a:lnTo>
                  <a:lnTo>
                    <a:pt x="0" y="212408"/>
                  </a:lnTo>
                  <a:lnTo>
                    <a:pt x="133350" y="52388"/>
                  </a:lnTo>
                  <a:lnTo>
                    <a:pt x="8572" y="52388"/>
                  </a:lnTo>
                  <a:lnTo>
                    <a:pt x="8572" y="0"/>
                  </a:lnTo>
                  <a:lnTo>
                    <a:pt x="209550" y="0"/>
                  </a:lnTo>
                  <a:lnTo>
                    <a:pt x="209550" y="53340"/>
                  </a:lnTo>
                  <a:lnTo>
                    <a:pt x="76200" y="213360"/>
                  </a:lnTo>
                  <a:lnTo>
                    <a:pt x="211455" y="213360"/>
                  </a:lnTo>
                  <a:lnTo>
                    <a:pt x="211455" y="26574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7" name="Freihandform: Form 176">
              <a:extLst>
                <a:ext uri="{FF2B5EF4-FFF2-40B4-BE49-F238E27FC236}">
                  <a16:creationId xmlns:a16="http://schemas.microsoft.com/office/drawing/2014/main" id="{C6D70CEE-A5F6-429D-8CAD-D64B6E3F5236}"/>
                </a:ext>
              </a:extLst>
            </p:cNvPr>
            <p:cNvSpPr/>
            <p:nvPr/>
          </p:nvSpPr>
          <p:spPr>
            <a:xfrm>
              <a:off x="3722369" y="3105149"/>
              <a:ext cx="79057" cy="384809"/>
            </a:xfrm>
            <a:custGeom>
              <a:avLst/>
              <a:gdLst>
                <a:gd name="connsiteX0" fmla="*/ 79058 w 79057"/>
                <a:gd name="connsiteY0" fmla="*/ 38100 h 384809"/>
                <a:gd name="connsiteX1" fmla="*/ 39052 w 79057"/>
                <a:gd name="connsiteY1" fmla="*/ 76200 h 384809"/>
                <a:gd name="connsiteX2" fmla="*/ 0 w 79057"/>
                <a:gd name="connsiteY2" fmla="*/ 38100 h 384809"/>
                <a:gd name="connsiteX3" fmla="*/ 39052 w 79057"/>
                <a:gd name="connsiteY3" fmla="*/ 0 h 384809"/>
                <a:gd name="connsiteX4" fmla="*/ 79058 w 79057"/>
                <a:gd name="connsiteY4" fmla="*/ 38100 h 384809"/>
                <a:gd name="connsiteX5" fmla="*/ 70485 w 79057"/>
                <a:gd name="connsiteY5" fmla="*/ 384810 h 384809"/>
                <a:gd name="connsiteX6" fmla="*/ 8572 w 79057"/>
                <a:gd name="connsiteY6" fmla="*/ 384810 h 384809"/>
                <a:gd name="connsiteX7" fmla="*/ 8572 w 79057"/>
                <a:gd name="connsiteY7" fmla="*/ 118110 h 384809"/>
                <a:gd name="connsiteX8" fmla="*/ 70485 w 79057"/>
                <a:gd name="connsiteY8" fmla="*/ 118110 h 384809"/>
                <a:gd name="connsiteX9" fmla="*/ 70485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008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8" name="Freihandform: Form 177">
              <a:extLst>
                <a:ext uri="{FF2B5EF4-FFF2-40B4-BE49-F238E27FC236}">
                  <a16:creationId xmlns:a16="http://schemas.microsoft.com/office/drawing/2014/main" id="{CD8B3A5C-E7FE-4826-BA96-35522A693DA6}"/>
                </a:ext>
              </a:extLst>
            </p:cNvPr>
            <p:cNvSpPr/>
            <p:nvPr/>
          </p:nvSpPr>
          <p:spPr>
            <a:xfrm>
              <a:off x="3875721" y="3217544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8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3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9" name="Freihandform: Form 178">
              <a:extLst>
                <a:ext uri="{FF2B5EF4-FFF2-40B4-BE49-F238E27FC236}">
                  <a16:creationId xmlns:a16="http://schemas.microsoft.com/office/drawing/2014/main" id="{16294A6D-0599-48F4-9E25-DF46F942F3DD}"/>
                </a:ext>
              </a:extLst>
            </p:cNvPr>
            <p:cNvSpPr/>
            <p:nvPr/>
          </p:nvSpPr>
          <p:spPr>
            <a:xfrm>
              <a:off x="4173854" y="3105149"/>
              <a:ext cx="79057" cy="384809"/>
            </a:xfrm>
            <a:custGeom>
              <a:avLst/>
              <a:gdLst>
                <a:gd name="connsiteX0" fmla="*/ 79058 w 79057"/>
                <a:gd name="connsiteY0" fmla="*/ 38100 h 384809"/>
                <a:gd name="connsiteX1" fmla="*/ 39053 w 79057"/>
                <a:gd name="connsiteY1" fmla="*/ 76200 h 384809"/>
                <a:gd name="connsiteX2" fmla="*/ 0 w 79057"/>
                <a:gd name="connsiteY2" fmla="*/ 38100 h 384809"/>
                <a:gd name="connsiteX3" fmla="*/ 39053 w 79057"/>
                <a:gd name="connsiteY3" fmla="*/ 0 h 384809"/>
                <a:gd name="connsiteX4" fmla="*/ 79058 w 79057"/>
                <a:gd name="connsiteY4" fmla="*/ 38100 h 384809"/>
                <a:gd name="connsiteX5" fmla="*/ 71438 w 79057"/>
                <a:gd name="connsiteY5" fmla="*/ 384810 h 384809"/>
                <a:gd name="connsiteX6" fmla="*/ 9525 w 79057"/>
                <a:gd name="connsiteY6" fmla="*/ 384810 h 384809"/>
                <a:gd name="connsiteX7" fmla="*/ 9525 w 79057"/>
                <a:gd name="connsiteY7" fmla="*/ 118110 h 384809"/>
                <a:gd name="connsiteX8" fmla="*/ 71438 w 79057"/>
                <a:gd name="connsiteY8" fmla="*/ 118110 h 384809"/>
                <a:gd name="connsiteX9" fmla="*/ 71438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8" y="38100"/>
                  </a:moveTo>
                  <a:cubicBezTo>
                    <a:pt x="79058" y="60008"/>
                    <a:pt x="60960" y="76200"/>
                    <a:pt x="39053" y="76200"/>
                  </a:cubicBezTo>
                  <a:cubicBezTo>
                    <a:pt x="17145" y="76200"/>
                    <a:pt x="0" y="60008"/>
                    <a:pt x="0" y="38100"/>
                  </a:cubicBezTo>
                  <a:cubicBezTo>
                    <a:pt x="0" y="16192"/>
                    <a:pt x="18098" y="0"/>
                    <a:pt x="39053" y="0"/>
                  </a:cubicBezTo>
                  <a:cubicBezTo>
                    <a:pt x="61913" y="0"/>
                    <a:pt x="79058" y="16192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0" name="Freihandform: Form 179">
              <a:extLst>
                <a:ext uri="{FF2B5EF4-FFF2-40B4-BE49-F238E27FC236}">
                  <a16:creationId xmlns:a16="http://schemas.microsoft.com/office/drawing/2014/main" id="{5503A72C-ADC9-40A2-B16B-83B1ACE63DD7}"/>
                </a:ext>
              </a:extLst>
            </p:cNvPr>
            <p:cNvSpPr/>
            <p:nvPr/>
          </p:nvSpPr>
          <p:spPr>
            <a:xfrm>
              <a:off x="4302442" y="3216591"/>
              <a:ext cx="205739" cy="280035"/>
            </a:xfrm>
            <a:custGeom>
              <a:avLst/>
              <a:gdLst>
                <a:gd name="connsiteX0" fmla="*/ 29527 w 205739"/>
                <a:gd name="connsiteY0" fmla="*/ 198120 h 280035"/>
                <a:gd name="connsiteX1" fmla="*/ 104775 w 205739"/>
                <a:gd name="connsiteY1" fmla="*/ 227648 h 280035"/>
                <a:gd name="connsiteX2" fmla="*/ 143827 w 205739"/>
                <a:gd name="connsiteY2" fmla="*/ 200978 h 280035"/>
                <a:gd name="connsiteX3" fmla="*/ 10477 w 205739"/>
                <a:gd name="connsiteY3" fmla="*/ 82868 h 280035"/>
                <a:gd name="connsiteX4" fmla="*/ 111442 w 205739"/>
                <a:gd name="connsiteY4" fmla="*/ 0 h 280035"/>
                <a:gd name="connsiteX5" fmla="*/ 203835 w 205739"/>
                <a:gd name="connsiteY5" fmla="*/ 27623 h 280035"/>
                <a:gd name="connsiteX6" fmla="*/ 174307 w 205739"/>
                <a:gd name="connsiteY6" fmla="*/ 76200 h 280035"/>
                <a:gd name="connsiteX7" fmla="*/ 110490 w 205739"/>
                <a:gd name="connsiteY7" fmla="*/ 52388 h 280035"/>
                <a:gd name="connsiteX8" fmla="*/ 72390 w 205739"/>
                <a:gd name="connsiteY8" fmla="*/ 77153 h 280035"/>
                <a:gd name="connsiteX9" fmla="*/ 205740 w 205739"/>
                <a:gd name="connsiteY9" fmla="*/ 195263 h 280035"/>
                <a:gd name="connsiteX10" fmla="*/ 102870 w 205739"/>
                <a:gd name="connsiteY10" fmla="*/ 280035 h 280035"/>
                <a:gd name="connsiteX11" fmla="*/ 0 w 205739"/>
                <a:gd name="connsiteY11" fmla="*/ 247650 h 280035"/>
                <a:gd name="connsiteX12" fmla="*/ 29527 w 205739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5">
                  <a:moveTo>
                    <a:pt x="29527" y="198120"/>
                  </a:moveTo>
                  <a:cubicBezTo>
                    <a:pt x="56197" y="218123"/>
                    <a:pt x="80963" y="227648"/>
                    <a:pt x="104775" y="227648"/>
                  </a:cubicBezTo>
                  <a:cubicBezTo>
                    <a:pt x="127635" y="227648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3"/>
                  </a:cubicBezTo>
                  <a:lnTo>
                    <a:pt x="174307" y="76200"/>
                  </a:lnTo>
                  <a:cubicBezTo>
                    <a:pt x="151447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1" name="Freihandform: Form 180">
              <a:extLst>
                <a:ext uri="{FF2B5EF4-FFF2-40B4-BE49-F238E27FC236}">
                  <a16:creationId xmlns:a16="http://schemas.microsoft.com/office/drawing/2014/main" id="{1AA51582-9061-45B0-9C3E-108F97B81C62}"/>
                </a:ext>
              </a:extLst>
            </p:cNvPr>
            <p:cNvSpPr/>
            <p:nvPr/>
          </p:nvSpPr>
          <p:spPr>
            <a:xfrm>
              <a:off x="4558664" y="3216591"/>
              <a:ext cx="224790" cy="280035"/>
            </a:xfrm>
            <a:custGeom>
              <a:avLst/>
              <a:gdLst>
                <a:gd name="connsiteX0" fmla="*/ 222885 w 224790"/>
                <a:gd name="connsiteY0" fmla="*/ 237173 h 280035"/>
                <a:gd name="connsiteX1" fmla="*/ 127635 w 224790"/>
                <a:gd name="connsiteY1" fmla="*/ 280035 h 280035"/>
                <a:gd name="connsiteX2" fmla="*/ 0 w 224790"/>
                <a:gd name="connsiteY2" fmla="*/ 140970 h 280035"/>
                <a:gd name="connsiteX3" fmla="*/ 128588 w 224790"/>
                <a:gd name="connsiteY3" fmla="*/ 0 h 280035"/>
                <a:gd name="connsiteX4" fmla="*/ 224790 w 224790"/>
                <a:gd name="connsiteY4" fmla="*/ 45720 h 280035"/>
                <a:gd name="connsiteX5" fmla="*/ 181928 w 224790"/>
                <a:gd name="connsiteY5" fmla="*/ 86678 h 280035"/>
                <a:gd name="connsiteX6" fmla="*/ 128588 w 224790"/>
                <a:gd name="connsiteY6" fmla="*/ 57150 h 280035"/>
                <a:gd name="connsiteX7" fmla="*/ 62865 w 224790"/>
                <a:gd name="connsiteY7" fmla="*/ 140017 h 280035"/>
                <a:gd name="connsiteX8" fmla="*/ 128588 w 224790"/>
                <a:gd name="connsiteY8" fmla="*/ 222885 h 280035"/>
                <a:gd name="connsiteX9" fmla="*/ 183832 w 224790"/>
                <a:gd name="connsiteY9" fmla="*/ 193358 h 280035"/>
                <a:gd name="connsiteX10" fmla="*/ 222885 w 224790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2" name="Freihandform: Form 181">
              <a:extLst>
                <a:ext uri="{FF2B5EF4-FFF2-40B4-BE49-F238E27FC236}">
                  <a16:creationId xmlns:a16="http://schemas.microsoft.com/office/drawing/2014/main" id="{A2C9D6E4-59B3-414F-A8E2-D27DC7CFE67E}"/>
                </a:ext>
              </a:extLst>
            </p:cNvPr>
            <p:cNvSpPr/>
            <p:nvPr/>
          </p:nvSpPr>
          <p:spPr>
            <a:xfrm>
              <a:off x="4837746" y="3101339"/>
              <a:ext cx="228600" cy="389572"/>
            </a:xfrm>
            <a:custGeom>
              <a:avLst/>
              <a:gdLst>
                <a:gd name="connsiteX0" fmla="*/ 228600 w 228600"/>
                <a:gd name="connsiteY0" fmla="*/ 388620 h 389572"/>
                <a:gd name="connsiteX1" fmla="*/ 166688 w 228600"/>
                <a:gd name="connsiteY1" fmla="*/ 388620 h 389572"/>
                <a:gd name="connsiteX2" fmla="*/ 166688 w 228600"/>
                <a:gd name="connsiteY2" fmla="*/ 236220 h 389572"/>
                <a:gd name="connsiteX3" fmla="*/ 117158 w 228600"/>
                <a:gd name="connsiteY3" fmla="*/ 171450 h 389572"/>
                <a:gd name="connsiteX4" fmla="*/ 61913 w 228600"/>
                <a:gd name="connsiteY4" fmla="*/ 236220 h 389572"/>
                <a:gd name="connsiteX5" fmla="*/ 61913 w 228600"/>
                <a:gd name="connsiteY5" fmla="*/ 389573 h 389572"/>
                <a:gd name="connsiteX6" fmla="*/ 0 w 228600"/>
                <a:gd name="connsiteY6" fmla="*/ 389573 h 389572"/>
                <a:gd name="connsiteX7" fmla="*/ 0 w 228600"/>
                <a:gd name="connsiteY7" fmla="*/ 15240 h 389572"/>
                <a:gd name="connsiteX8" fmla="*/ 61913 w 228600"/>
                <a:gd name="connsiteY8" fmla="*/ 0 h 389572"/>
                <a:gd name="connsiteX9" fmla="*/ 61913 w 228600"/>
                <a:gd name="connsiteY9" fmla="*/ 155258 h 389572"/>
                <a:gd name="connsiteX10" fmla="*/ 62865 w 228600"/>
                <a:gd name="connsiteY10" fmla="*/ 155258 h 389572"/>
                <a:gd name="connsiteX11" fmla="*/ 140970 w 228600"/>
                <a:gd name="connsiteY11" fmla="*/ 116205 h 389572"/>
                <a:gd name="connsiteX12" fmla="*/ 228600 w 228600"/>
                <a:gd name="connsiteY12" fmla="*/ 223838 h 389572"/>
                <a:gd name="connsiteX13" fmla="*/ 228600 w 228600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89572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3" name="Freihandform: Form 182">
              <a:extLst>
                <a:ext uri="{FF2B5EF4-FFF2-40B4-BE49-F238E27FC236}">
                  <a16:creationId xmlns:a16="http://schemas.microsoft.com/office/drawing/2014/main" id="{0D6ED093-8664-4317-B1E7-E8FAE51D600C}"/>
                </a:ext>
              </a:extLst>
            </p:cNvPr>
            <p:cNvSpPr/>
            <p:nvPr/>
          </p:nvSpPr>
          <p:spPr>
            <a:xfrm>
              <a:off x="5131117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4" name="Freihandform: Form 183">
              <a:extLst>
                <a:ext uri="{FF2B5EF4-FFF2-40B4-BE49-F238E27FC236}">
                  <a16:creationId xmlns:a16="http://schemas.microsoft.com/office/drawing/2014/main" id="{DB6025B4-5C05-4AF6-8667-2A4E502AE20E}"/>
                </a:ext>
              </a:extLst>
            </p:cNvPr>
            <p:cNvSpPr/>
            <p:nvPr/>
          </p:nvSpPr>
          <p:spPr>
            <a:xfrm>
              <a:off x="5601652" y="3122294"/>
              <a:ext cx="231457" cy="368617"/>
            </a:xfrm>
            <a:custGeom>
              <a:avLst/>
              <a:gdLst>
                <a:gd name="connsiteX0" fmla="*/ 231457 w 231457"/>
                <a:gd name="connsiteY0" fmla="*/ 60007 h 368617"/>
                <a:gd name="connsiteX1" fmla="*/ 65722 w 231457"/>
                <a:gd name="connsiteY1" fmla="*/ 60007 h 368617"/>
                <a:gd name="connsiteX2" fmla="*/ 65722 w 231457"/>
                <a:gd name="connsiteY2" fmla="*/ 151447 h 368617"/>
                <a:gd name="connsiteX3" fmla="*/ 189547 w 231457"/>
                <a:gd name="connsiteY3" fmla="*/ 151447 h 368617"/>
                <a:gd name="connsiteX4" fmla="*/ 189547 w 231457"/>
                <a:gd name="connsiteY4" fmla="*/ 211455 h 368617"/>
                <a:gd name="connsiteX5" fmla="*/ 65722 w 231457"/>
                <a:gd name="connsiteY5" fmla="*/ 211455 h 368617"/>
                <a:gd name="connsiteX6" fmla="*/ 65722 w 231457"/>
                <a:gd name="connsiteY6" fmla="*/ 368617 h 368617"/>
                <a:gd name="connsiteX7" fmla="*/ 0 w 231457"/>
                <a:gd name="connsiteY7" fmla="*/ 368617 h 368617"/>
                <a:gd name="connsiteX8" fmla="*/ 0 w 231457"/>
                <a:gd name="connsiteY8" fmla="*/ 0 h 368617"/>
                <a:gd name="connsiteX9" fmla="*/ 231457 w 231457"/>
                <a:gd name="connsiteY9" fmla="*/ 0 h 368617"/>
                <a:gd name="connsiteX10" fmla="*/ 231457 w 231457"/>
                <a:gd name="connsiteY10" fmla="*/ 60007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1457" h="36861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5" name="Freihandform: Form 184">
              <a:extLst>
                <a:ext uri="{FF2B5EF4-FFF2-40B4-BE49-F238E27FC236}">
                  <a16:creationId xmlns:a16="http://schemas.microsoft.com/office/drawing/2014/main" id="{7F4DC551-B3E9-4D00-8D61-206ED592821B}"/>
                </a:ext>
              </a:extLst>
            </p:cNvPr>
            <p:cNvSpPr/>
            <p:nvPr/>
          </p:nvSpPr>
          <p:spPr>
            <a:xfrm>
              <a:off x="5844539" y="3217544"/>
              <a:ext cx="225742" cy="279082"/>
            </a:xfrm>
            <a:custGeom>
              <a:avLst/>
              <a:gdLst>
                <a:gd name="connsiteX0" fmla="*/ 114300 w 225742"/>
                <a:gd name="connsiteY0" fmla="*/ 107633 h 279082"/>
                <a:gd name="connsiteX1" fmla="*/ 164782 w 225742"/>
                <a:gd name="connsiteY1" fmla="*/ 113347 h 279082"/>
                <a:gd name="connsiteX2" fmla="*/ 164782 w 225742"/>
                <a:gd name="connsiteY2" fmla="*/ 103822 h 279082"/>
                <a:gd name="connsiteX3" fmla="*/ 105728 w 225742"/>
                <a:gd name="connsiteY3" fmla="*/ 52388 h 279082"/>
                <a:gd name="connsiteX4" fmla="*/ 38100 w 225742"/>
                <a:gd name="connsiteY4" fmla="*/ 67627 h 279082"/>
                <a:gd name="connsiteX5" fmla="*/ 24765 w 225742"/>
                <a:gd name="connsiteY5" fmla="*/ 15240 h 279082"/>
                <a:gd name="connsiteX6" fmla="*/ 112395 w 225742"/>
                <a:gd name="connsiteY6" fmla="*/ 0 h 279082"/>
                <a:gd name="connsiteX7" fmla="*/ 225742 w 225742"/>
                <a:gd name="connsiteY7" fmla="*/ 102870 h 279082"/>
                <a:gd name="connsiteX8" fmla="*/ 225742 w 225742"/>
                <a:gd name="connsiteY8" fmla="*/ 273367 h 279082"/>
                <a:gd name="connsiteX9" fmla="*/ 166688 w 225742"/>
                <a:gd name="connsiteY9" fmla="*/ 273367 h 279082"/>
                <a:gd name="connsiteX10" fmla="*/ 166688 w 225742"/>
                <a:gd name="connsiteY10" fmla="*/ 244792 h 279082"/>
                <a:gd name="connsiteX11" fmla="*/ 165735 w 225742"/>
                <a:gd name="connsiteY11" fmla="*/ 244792 h 279082"/>
                <a:gd name="connsiteX12" fmla="*/ 87630 w 225742"/>
                <a:gd name="connsiteY12" fmla="*/ 279083 h 279082"/>
                <a:gd name="connsiteX13" fmla="*/ 0 w 225742"/>
                <a:gd name="connsiteY13" fmla="*/ 194310 h 279082"/>
                <a:gd name="connsiteX14" fmla="*/ 114300 w 225742"/>
                <a:gd name="connsiteY14" fmla="*/ 107633 h 279082"/>
                <a:gd name="connsiteX15" fmla="*/ 103822 w 225742"/>
                <a:gd name="connsiteY15" fmla="*/ 232410 h 279082"/>
                <a:gd name="connsiteX16" fmla="*/ 164782 w 225742"/>
                <a:gd name="connsiteY16" fmla="*/ 200025 h 279082"/>
                <a:gd name="connsiteX17" fmla="*/ 164782 w 225742"/>
                <a:gd name="connsiteY17" fmla="*/ 153352 h 279082"/>
                <a:gd name="connsiteX18" fmla="*/ 120967 w 225742"/>
                <a:gd name="connsiteY18" fmla="*/ 148590 h 279082"/>
                <a:gd name="connsiteX19" fmla="*/ 59055 w 225742"/>
                <a:gd name="connsiteY19" fmla="*/ 192405 h 279082"/>
                <a:gd name="connsiteX20" fmla="*/ 103822 w 225742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42" h="279082">
                  <a:moveTo>
                    <a:pt x="114300" y="107633"/>
                  </a:moveTo>
                  <a:cubicBezTo>
                    <a:pt x="131445" y="107633"/>
                    <a:pt x="147638" y="108585"/>
                    <a:pt x="164782" y="113347"/>
                  </a:cubicBezTo>
                  <a:lnTo>
                    <a:pt x="164782" y="103822"/>
                  </a:lnTo>
                  <a:cubicBezTo>
                    <a:pt x="164782" y="69532"/>
                    <a:pt x="144780" y="52388"/>
                    <a:pt x="105728" y="52388"/>
                  </a:cubicBezTo>
                  <a:cubicBezTo>
                    <a:pt x="83820" y="52388"/>
                    <a:pt x="60007" y="58102"/>
                    <a:pt x="38100" y="67627"/>
                  </a:cubicBezTo>
                  <a:lnTo>
                    <a:pt x="24765" y="15240"/>
                  </a:lnTo>
                  <a:cubicBezTo>
                    <a:pt x="49530" y="5715"/>
                    <a:pt x="81915" y="0"/>
                    <a:pt x="112395" y="0"/>
                  </a:cubicBezTo>
                  <a:cubicBezTo>
                    <a:pt x="187642" y="0"/>
                    <a:pt x="225742" y="35242"/>
                    <a:pt x="225742" y="102870"/>
                  </a:cubicBezTo>
                  <a:lnTo>
                    <a:pt x="225742" y="273367"/>
                  </a:lnTo>
                  <a:lnTo>
                    <a:pt x="166688" y="273367"/>
                  </a:lnTo>
                  <a:lnTo>
                    <a:pt x="166688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4300" y="107633"/>
                  </a:cubicBezTo>
                  <a:close/>
                  <a:moveTo>
                    <a:pt x="103822" y="232410"/>
                  </a:moveTo>
                  <a:cubicBezTo>
                    <a:pt x="126682" y="232410"/>
                    <a:pt x="147638" y="220980"/>
                    <a:pt x="164782" y="200025"/>
                  </a:cubicBezTo>
                  <a:lnTo>
                    <a:pt x="164782" y="153352"/>
                  </a:lnTo>
                  <a:cubicBezTo>
                    <a:pt x="150495" y="149542"/>
                    <a:pt x="135255" y="148590"/>
                    <a:pt x="120967" y="148590"/>
                  </a:cubicBezTo>
                  <a:cubicBezTo>
                    <a:pt x="81915" y="148590"/>
                    <a:pt x="59055" y="163830"/>
                    <a:pt x="59055" y="192405"/>
                  </a:cubicBezTo>
                  <a:cubicBezTo>
                    <a:pt x="60007" y="217170"/>
                    <a:pt x="77153" y="232410"/>
                    <a:pt x="103822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6" name="Freihandform: Form 185">
              <a:extLst>
                <a:ext uri="{FF2B5EF4-FFF2-40B4-BE49-F238E27FC236}">
                  <a16:creationId xmlns:a16="http://schemas.microsoft.com/office/drawing/2014/main" id="{5FDE9C04-36BF-475E-8DCB-FD0638FABB6B}"/>
                </a:ext>
              </a:extLst>
            </p:cNvPr>
            <p:cNvSpPr/>
            <p:nvPr/>
          </p:nvSpPr>
          <p:spPr>
            <a:xfrm>
              <a:off x="6150292" y="3101339"/>
              <a:ext cx="234314" cy="389572"/>
            </a:xfrm>
            <a:custGeom>
              <a:avLst/>
              <a:gdLst>
                <a:gd name="connsiteX0" fmla="*/ 0 w 234314"/>
                <a:gd name="connsiteY0" fmla="*/ 15240 h 389572"/>
                <a:gd name="connsiteX1" fmla="*/ 61913 w 234314"/>
                <a:gd name="connsiteY1" fmla="*/ 0 h 389572"/>
                <a:gd name="connsiteX2" fmla="*/ 61913 w 234314"/>
                <a:gd name="connsiteY2" fmla="*/ 234315 h 389572"/>
                <a:gd name="connsiteX3" fmla="*/ 62865 w 234314"/>
                <a:gd name="connsiteY3" fmla="*/ 234315 h 389572"/>
                <a:gd name="connsiteX4" fmla="*/ 150495 w 234314"/>
                <a:gd name="connsiteY4" fmla="*/ 122873 h 389572"/>
                <a:gd name="connsiteX5" fmla="*/ 224790 w 234314"/>
                <a:gd name="connsiteY5" fmla="*/ 122873 h 389572"/>
                <a:gd name="connsiteX6" fmla="*/ 137160 w 234314"/>
                <a:gd name="connsiteY6" fmla="*/ 227648 h 389572"/>
                <a:gd name="connsiteX7" fmla="*/ 234315 w 234314"/>
                <a:gd name="connsiteY7" fmla="*/ 389573 h 389572"/>
                <a:gd name="connsiteX8" fmla="*/ 160020 w 234314"/>
                <a:gd name="connsiteY8" fmla="*/ 389573 h 389572"/>
                <a:gd name="connsiteX9" fmla="*/ 93345 w 234314"/>
                <a:gd name="connsiteY9" fmla="*/ 274320 h 389572"/>
                <a:gd name="connsiteX10" fmla="*/ 62865 w 234314"/>
                <a:gd name="connsiteY10" fmla="*/ 308610 h 389572"/>
                <a:gd name="connsiteX11" fmla="*/ 62865 w 234314"/>
                <a:gd name="connsiteY11" fmla="*/ 389573 h 389572"/>
                <a:gd name="connsiteX12" fmla="*/ 952 w 234314"/>
                <a:gd name="connsiteY12" fmla="*/ 389573 h 389572"/>
                <a:gd name="connsiteX13" fmla="*/ 952 w 234314"/>
                <a:gd name="connsiteY13" fmla="*/ 1524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4314" h="389572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7" name="Freihandform: Form 186">
              <a:extLst>
                <a:ext uri="{FF2B5EF4-FFF2-40B4-BE49-F238E27FC236}">
                  <a16:creationId xmlns:a16="http://schemas.microsoft.com/office/drawing/2014/main" id="{7CC26329-58FC-4D62-98EE-42F2B60B572E}"/>
                </a:ext>
              </a:extLst>
            </p:cNvPr>
            <p:cNvSpPr/>
            <p:nvPr/>
          </p:nvSpPr>
          <p:spPr>
            <a:xfrm>
              <a:off x="6430327" y="3224212"/>
              <a:ext cx="229552" cy="273367"/>
            </a:xfrm>
            <a:custGeom>
              <a:avLst/>
              <a:gdLst>
                <a:gd name="connsiteX0" fmla="*/ 62865 w 229552"/>
                <a:gd name="connsiteY0" fmla="*/ 160020 h 273367"/>
                <a:gd name="connsiteX1" fmla="*/ 116205 w 229552"/>
                <a:gd name="connsiteY1" fmla="*/ 216217 h 273367"/>
                <a:gd name="connsiteX2" fmla="*/ 167640 w 229552"/>
                <a:gd name="connsiteY2" fmla="*/ 160020 h 273367"/>
                <a:gd name="connsiteX3" fmla="*/ 167640 w 229552"/>
                <a:gd name="connsiteY3" fmla="*/ 0 h 273367"/>
                <a:gd name="connsiteX4" fmla="*/ 229553 w 229552"/>
                <a:gd name="connsiteY4" fmla="*/ 0 h 273367"/>
                <a:gd name="connsiteX5" fmla="*/ 229553 w 229552"/>
                <a:gd name="connsiteY5" fmla="*/ 161925 h 273367"/>
                <a:gd name="connsiteX6" fmla="*/ 117157 w 229552"/>
                <a:gd name="connsiteY6" fmla="*/ 273367 h 273367"/>
                <a:gd name="connsiteX7" fmla="*/ 0 w 229552"/>
                <a:gd name="connsiteY7" fmla="*/ 162878 h 273367"/>
                <a:gd name="connsiteX8" fmla="*/ 0 w 229552"/>
                <a:gd name="connsiteY8" fmla="*/ 952 h 273367"/>
                <a:gd name="connsiteX9" fmla="*/ 61913 w 229552"/>
                <a:gd name="connsiteY9" fmla="*/ 952 h 273367"/>
                <a:gd name="connsiteX10" fmla="*/ 61913 w 229552"/>
                <a:gd name="connsiteY10" fmla="*/ 160020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9552" h="273367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8" name="Freihandform: Form 187">
              <a:extLst>
                <a:ext uri="{FF2B5EF4-FFF2-40B4-BE49-F238E27FC236}">
                  <a16:creationId xmlns:a16="http://schemas.microsoft.com/office/drawing/2014/main" id="{03842BEF-B994-4D4F-A6EA-60CEACBC26BC}"/>
                </a:ext>
              </a:extLst>
            </p:cNvPr>
            <p:cNvSpPr/>
            <p:nvPr/>
          </p:nvSpPr>
          <p:spPr>
            <a:xfrm>
              <a:off x="6739889" y="3100387"/>
              <a:ext cx="61912" cy="389572"/>
            </a:xfrm>
            <a:custGeom>
              <a:avLst/>
              <a:gdLst>
                <a:gd name="connsiteX0" fmla="*/ 61913 w 61912"/>
                <a:gd name="connsiteY0" fmla="*/ 389572 h 389572"/>
                <a:gd name="connsiteX1" fmla="*/ 0 w 61912"/>
                <a:gd name="connsiteY1" fmla="*/ 389572 h 389572"/>
                <a:gd name="connsiteX2" fmla="*/ 0 w 61912"/>
                <a:gd name="connsiteY2" fmla="*/ 14288 h 389572"/>
                <a:gd name="connsiteX3" fmla="*/ 61913 w 61912"/>
                <a:gd name="connsiteY3" fmla="*/ 0 h 389572"/>
                <a:gd name="connsiteX4" fmla="*/ 61913 w 61912"/>
                <a:gd name="connsiteY4" fmla="*/ 389572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957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9" name="Freihandform: Form 188">
              <a:extLst>
                <a:ext uri="{FF2B5EF4-FFF2-40B4-BE49-F238E27FC236}">
                  <a16:creationId xmlns:a16="http://schemas.microsoft.com/office/drawing/2014/main" id="{60B5D89D-F190-4A59-9F15-FACF108FD217}"/>
                </a:ext>
              </a:extLst>
            </p:cNvPr>
            <p:cNvSpPr/>
            <p:nvPr/>
          </p:nvSpPr>
          <p:spPr>
            <a:xfrm>
              <a:off x="6856094" y="3138487"/>
              <a:ext cx="165735" cy="358140"/>
            </a:xfrm>
            <a:custGeom>
              <a:avLst/>
              <a:gdLst>
                <a:gd name="connsiteX0" fmla="*/ 165735 w 165735"/>
                <a:gd name="connsiteY0" fmla="*/ 295275 h 358140"/>
                <a:gd name="connsiteX1" fmla="*/ 165735 w 165735"/>
                <a:gd name="connsiteY1" fmla="*/ 348615 h 358140"/>
                <a:gd name="connsiteX2" fmla="*/ 113348 w 165735"/>
                <a:gd name="connsiteY2" fmla="*/ 358140 h 358140"/>
                <a:gd name="connsiteX3" fmla="*/ 40957 w 165735"/>
                <a:gd name="connsiteY3" fmla="*/ 282892 h 358140"/>
                <a:gd name="connsiteX4" fmla="*/ 40957 w 165735"/>
                <a:gd name="connsiteY4" fmla="*/ 137160 h 358140"/>
                <a:gd name="connsiteX5" fmla="*/ 0 w 165735"/>
                <a:gd name="connsiteY5" fmla="*/ 137160 h 358140"/>
                <a:gd name="connsiteX6" fmla="*/ 0 w 165735"/>
                <a:gd name="connsiteY6" fmla="*/ 85725 h 358140"/>
                <a:gd name="connsiteX7" fmla="*/ 40005 w 165735"/>
                <a:gd name="connsiteY7" fmla="*/ 85725 h 358140"/>
                <a:gd name="connsiteX8" fmla="*/ 40005 w 165735"/>
                <a:gd name="connsiteY8" fmla="*/ 13335 h 358140"/>
                <a:gd name="connsiteX9" fmla="*/ 101918 w 165735"/>
                <a:gd name="connsiteY9" fmla="*/ 0 h 358140"/>
                <a:gd name="connsiteX10" fmla="*/ 101918 w 165735"/>
                <a:gd name="connsiteY10" fmla="*/ 86677 h 358140"/>
                <a:gd name="connsiteX11" fmla="*/ 165735 w 165735"/>
                <a:gd name="connsiteY11" fmla="*/ 86677 h 358140"/>
                <a:gd name="connsiteX12" fmla="*/ 165735 w 165735"/>
                <a:gd name="connsiteY12" fmla="*/ 138113 h 358140"/>
                <a:gd name="connsiteX13" fmla="*/ 101918 w 165735"/>
                <a:gd name="connsiteY13" fmla="*/ 138113 h 358140"/>
                <a:gd name="connsiteX14" fmla="*/ 101918 w 165735"/>
                <a:gd name="connsiteY14" fmla="*/ 269558 h 358140"/>
                <a:gd name="connsiteX15" fmla="*/ 130493 w 165735"/>
                <a:gd name="connsiteY15" fmla="*/ 304800 h 358140"/>
                <a:gd name="connsiteX16" fmla="*/ 165735 w 165735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7" y="332422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0" name="Freihandform: Form 189">
              <a:extLst>
                <a:ext uri="{FF2B5EF4-FFF2-40B4-BE49-F238E27FC236}">
                  <a16:creationId xmlns:a16="http://schemas.microsoft.com/office/drawing/2014/main" id="{CEB17902-223E-4202-8701-F792034C4DDF}"/>
                </a:ext>
              </a:extLst>
            </p:cNvPr>
            <p:cNvSpPr/>
            <p:nvPr/>
          </p:nvSpPr>
          <p:spPr>
            <a:xfrm>
              <a:off x="7071359" y="3109912"/>
              <a:ext cx="225742" cy="386715"/>
            </a:xfrm>
            <a:custGeom>
              <a:avLst/>
              <a:gdLst>
                <a:gd name="connsiteX0" fmla="*/ 114300 w 225742"/>
                <a:gd name="connsiteY0" fmla="*/ 215265 h 386715"/>
                <a:gd name="connsiteX1" fmla="*/ 164782 w 225742"/>
                <a:gd name="connsiteY1" fmla="*/ 220980 h 386715"/>
                <a:gd name="connsiteX2" fmla="*/ 164782 w 225742"/>
                <a:gd name="connsiteY2" fmla="*/ 211455 h 386715"/>
                <a:gd name="connsiteX3" fmla="*/ 105727 w 225742"/>
                <a:gd name="connsiteY3" fmla="*/ 160020 h 386715"/>
                <a:gd name="connsiteX4" fmla="*/ 38100 w 225742"/>
                <a:gd name="connsiteY4" fmla="*/ 175260 h 386715"/>
                <a:gd name="connsiteX5" fmla="*/ 24765 w 225742"/>
                <a:gd name="connsiteY5" fmla="*/ 122873 h 386715"/>
                <a:gd name="connsiteX6" fmla="*/ 112395 w 225742"/>
                <a:gd name="connsiteY6" fmla="*/ 107633 h 386715"/>
                <a:gd name="connsiteX7" fmla="*/ 225742 w 225742"/>
                <a:gd name="connsiteY7" fmla="*/ 210503 h 386715"/>
                <a:gd name="connsiteX8" fmla="*/ 225742 w 225742"/>
                <a:gd name="connsiteY8" fmla="*/ 381000 h 386715"/>
                <a:gd name="connsiteX9" fmla="*/ 166688 w 225742"/>
                <a:gd name="connsiteY9" fmla="*/ 381000 h 386715"/>
                <a:gd name="connsiteX10" fmla="*/ 166688 w 225742"/>
                <a:gd name="connsiteY10" fmla="*/ 352425 h 386715"/>
                <a:gd name="connsiteX11" fmla="*/ 165735 w 225742"/>
                <a:gd name="connsiteY11" fmla="*/ 352425 h 386715"/>
                <a:gd name="connsiteX12" fmla="*/ 87630 w 225742"/>
                <a:gd name="connsiteY12" fmla="*/ 386715 h 386715"/>
                <a:gd name="connsiteX13" fmla="*/ 0 w 225742"/>
                <a:gd name="connsiteY13" fmla="*/ 301942 h 386715"/>
                <a:gd name="connsiteX14" fmla="*/ 114300 w 225742"/>
                <a:gd name="connsiteY14" fmla="*/ 215265 h 386715"/>
                <a:gd name="connsiteX15" fmla="*/ 63817 w 225742"/>
                <a:gd name="connsiteY15" fmla="*/ 72390 h 386715"/>
                <a:gd name="connsiteX16" fmla="*/ 26670 w 225742"/>
                <a:gd name="connsiteY16" fmla="*/ 36195 h 386715"/>
                <a:gd name="connsiteX17" fmla="*/ 63817 w 225742"/>
                <a:gd name="connsiteY17" fmla="*/ 0 h 386715"/>
                <a:gd name="connsiteX18" fmla="*/ 100965 w 225742"/>
                <a:gd name="connsiteY18" fmla="*/ 36195 h 386715"/>
                <a:gd name="connsiteX19" fmla="*/ 63817 w 225742"/>
                <a:gd name="connsiteY19" fmla="*/ 72390 h 386715"/>
                <a:gd name="connsiteX20" fmla="*/ 103822 w 225742"/>
                <a:gd name="connsiteY20" fmla="*/ 340042 h 386715"/>
                <a:gd name="connsiteX21" fmla="*/ 164782 w 225742"/>
                <a:gd name="connsiteY21" fmla="*/ 307658 h 386715"/>
                <a:gd name="connsiteX22" fmla="*/ 164782 w 225742"/>
                <a:gd name="connsiteY22" fmla="*/ 260985 h 386715"/>
                <a:gd name="connsiteX23" fmla="*/ 120967 w 225742"/>
                <a:gd name="connsiteY23" fmla="*/ 256222 h 386715"/>
                <a:gd name="connsiteX24" fmla="*/ 59055 w 225742"/>
                <a:gd name="connsiteY24" fmla="*/ 300038 h 386715"/>
                <a:gd name="connsiteX25" fmla="*/ 103822 w 225742"/>
                <a:gd name="connsiteY25" fmla="*/ 340042 h 386715"/>
                <a:gd name="connsiteX26" fmla="*/ 172402 w 225742"/>
                <a:gd name="connsiteY26" fmla="*/ 72390 h 386715"/>
                <a:gd name="connsiteX27" fmla="*/ 135255 w 225742"/>
                <a:gd name="connsiteY27" fmla="*/ 36195 h 386715"/>
                <a:gd name="connsiteX28" fmla="*/ 172402 w 225742"/>
                <a:gd name="connsiteY28" fmla="*/ 0 h 386715"/>
                <a:gd name="connsiteX29" fmla="*/ 209550 w 225742"/>
                <a:gd name="connsiteY29" fmla="*/ 36195 h 386715"/>
                <a:gd name="connsiteX30" fmla="*/ 172402 w 225742"/>
                <a:gd name="connsiteY30" fmla="*/ 72390 h 386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5">
                  <a:moveTo>
                    <a:pt x="114300" y="215265"/>
                  </a:moveTo>
                  <a:cubicBezTo>
                    <a:pt x="131445" y="215265"/>
                    <a:pt x="147638" y="216217"/>
                    <a:pt x="164782" y="220980"/>
                  </a:cubicBezTo>
                  <a:lnTo>
                    <a:pt x="164782" y="211455"/>
                  </a:lnTo>
                  <a:cubicBezTo>
                    <a:pt x="164782" y="177165"/>
                    <a:pt x="144780" y="160020"/>
                    <a:pt x="105727" y="160020"/>
                  </a:cubicBezTo>
                  <a:cubicBezTo>
                    <a:pt x="83820" y="160020"/>
                    <a:pt x="60007" y="165735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2" y="340042"/>
                    <a:pt x="147638" y="328613"/>
                    <a:pt x="164782" y="307658"/>
                  </a:cubicBezTo>
                  <a:lnTo>
                    <a:pt x="164782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2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2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2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1" name="Freihandform: Form 190">
              <a:extLst>
                <a:ext uri="{FF2B5EF4-FFF2-40B4-BE49-F238E27FC236}">
                  <a16:creationId xmlns:a16="http://schemas.microsoft.com/office/drawing/2014/main" id="{D805E5A2-ED12-433D-9020-609383C06DE8}"/>
                </a:ext>
              </a:extLst>
            </p:cNvPr>
            <p:cNvSpPr/>
            <p:nvPr/>
          </p:nvSpPr>
          <p:spPr>
            <a:xfrm>
              <a:off x="7345679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8 w 165734"/>
                <a:gd name="connsiteY9" fmla="*/ 0 h 358140"/>
                <a:gd name="connsiteX10" fmla="*/ 101918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8 w 165734"/>
                <a:gd name="connsiteY13" fmla="*/ 138113 h 358140"/>
                <a:gd name="connsiteX14" fmla="*/ 101918 w 165734"/>
                <a:gd name="connsiteY14" fmla="*/ 269558 h 358140"/>
                <a:gd name="connsiteX15" fmla="*/ 130493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2422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3594727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953AF1-C633-461E-ACFF-5AFBDFFA0015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Medizinische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7" y="1631156"/>
            <a:ext cx="11157745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F5C59997-58CB-4A34-A7D6-744D4117F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9" name="Bildplatzhalter 6">
            <a:extLst>
              <a:ext uri="{FF2B5EF4-FFF2-40B4-BE49-F238E27FC236}">
                <a16:creationId xmlns:a16="http://schemas.microsoft.com/office/drawing/2014/main" id="{25613776-0F22-42BA-AE5A-1B73727AAD1E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788656BC-571E-48AD-A882-67551EA60E5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9148641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05FD9E-6BE3-4D1A-AA44-86D4F1975D44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Medizinische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8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024A1079-17C2-45DE-A16B-14C152A08F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06329" y="1631156"/>
            <a:ext cx="5469732" cy="456961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6791738E-1095-45F8-98E2-D057FFD19CAA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FC54F3FA-5C25-44AA-90BB-73B1AF78910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14498632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| dr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D8C84-E9D3-4309-A7EC-0F9ACF98214A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Medizinische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36A777D-D5C6-4E84-A9C9-D0F4836A4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304591F-2FC9-4C29-9FE5-537955E3B92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8318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D0C47385-EF97-44EE-867E-E9365B44CA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07242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E3F53468-6A74-4DFC-93FD-A760B961965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12780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86333803-0B38-4F61-95AE-49DCFFD7FB8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95B4A737-48DD-4B17-9EE4-2BFBAEA3BA9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01037523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 Bild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586225-D856-4E14-86B6-41B7AABB95E6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Medizinische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8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3A0E3338-4E71-4920-9A06-A4D408E5A297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206329" y="1631155"/>
            <a:ext cx="5469732" cy="4569619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8D50DB04-91D7-4C23-96CE-09E0502D14CD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1668C6C1-D6B3-4AA0-8796-F8CCC972780C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28370351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- 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3A0E3338-4E71-4920-9A06-A4D408E5A297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8" y="1631155"/>
            <a:ext cx="5469732" cy="4569619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AED20-A480-43B2-A4AB-B582F2F79E53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Medizinische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06331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1C6D487A-3469-4A14-880C-0C0352BFC29A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108D3B7E-E8A7-4B29-B063-A4BB038B4007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7295070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ldfolie | mit Stör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C430C106-4EB7-47B9-8F1D-0BFCFBEAECE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D1CD45B2-C7E2-4C43-84ED-BFB6DC4E84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8319" y="3431381"/>
            <a:ext cx="3571200" cy="2769394"/>
          </a:xfrm>
          <a:solidFill>
            <a:schemeClr val="bg1"/>
          </a:solidFill>
        </p:spPr>
        <p:txBody>
          <a:bodyPr wrap="square" lIns="180000" tIns="180000" rIns="360000" bIns="18000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DFE029E8-09EC-45DC-B2BB-25B2B1C145AC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D3613C15-D9EF-4DBF-8B74-3D509941276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8E0568E8-B36B-404B-9E38-F367F7DFCF81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54EB1BCB-8EFE-43BA-AE53-9984B9F11B54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B189016C-ED2A-474D-A417-5E0F497B514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9856DE16-FDEC-4063-8C73-CBF95C803B59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E3759D02-378A-4C73-8CA4-E4FB217B94E6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612F9041-226E-4E23-B398-1F7D9044B5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618D5641-3E9B-4072-8388-BB46336975A8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870072D5-E220-4946-9EE1-80DFB58C3A38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0A43D9D6-7790-4E94-8493-67757E33734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8E7E0758-62D1-453D-B55E-FDC4CCE3C6E4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84310EC5-28E5-4146-A748-79C1FCA769F0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2D5BC590-E7B8-48F8-AAC5-6799BCBDEB4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DF5B0BA6-3F36-41A3-8125-15AA496849C8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07018BC3-E9D3-4DC9-9093-D415FD96426D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38F1A063-9C9E-48DF-9813-A4EA4497C2D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F79F31FE-DC89-4DED-A231-3D8DCBF48D98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7DF8EA8-3E45-431B-90A0-140583E1D07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B300055A-A6D6-4CE1-986A-0930765E02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0B2C23E7-0482-498A-B984-44C6CF40F3B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AC7A65B2-F352-4DA5-9A36-9105D478D2C2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4D9AE9BE-891D-491B-98F9-78F552DDC8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E259A48F-52D3-481E-86F8-360FED16B872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7ADB04CE-94F5-430A-9FF1-01DE211731F2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50411913-7BEC-4F33-BDE8-154F93D079C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A40BADBF-D4AC-4B48-AE66-D79BD3055404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CB5DA2A5-4F29-4DF6-A342-0A7B4878AAB5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E820BD84-9211-4C19-A40B-4121AD892514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21C7D9CA-751B-4809-9338-47DDC5D1A72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D1C22B97-CFD8-4E78-BF7E-02A71F190F83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7467928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1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E2BAE-500C-470C-863A-D17D73DCD84D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Medizinische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6A4CB3A7-ACED-41D0-8E35-318CD3693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EBFE18BD-74E5-4328-B98A-9C6FC4FCA59F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11157746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A51E223D-AC82-4D54-A383-0E2DF84E2EF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11157746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Bildplatzhalter 6">
            <a:extLst>
              <a:ext uri="{FF2B5EF4-FFF2-40B4-BE49-F238E27FC236}">
                <a16:creationId xmlns:a16="http://schemas.microsoft.com/office/drawing/2014/main" id="{05EC4CE8-43C6-428F-9E62-CB38E0CE6447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1B67A175-1D22-4413-9F52-E2DE02F01700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34926736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716FC-0CAB-4890-BB2E-C24F273B6A3D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Medizinische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8C7F934-D7F3-42CA-88CC-3AEB50FF1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4" name="Bildplatzhalter 8">
            <a:extLst>
              <a:ext uri="{FF2B5EF4-FFF2-40B4-BE49-F238E27FC236}">
                <a16:creationId xmlns:a16="http://schemas.microsoft.com/office/drawing/2014/main" id="{B4B72DA6-61BE-42F9-8894-08B159BC7C7D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5" name="Textplatzhalter 10">
            <a:extLst>
              <a:ext uri="{FF2B5EF4-FFF2-40B4-BE49-F238E27FC236}">
                <a16:creationId xmlns:a16="http://schemas.microsoft.com/office/drawing/2014/main" id="{0E2D86CD-8C0A-461A-82DE-DEB73A6F9ACE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6" name="Bildplatzhalter 8">
            <a:extLst>
              <a:ext uri="{FF2B5EF4-FFF2-40B4-BE49-F238E27FC236}">
                <a16:creationId xmlns:a16="http://schemas.microsoft.com/office/drawing/2014/main" id="{B4E7C39B-83E8-467B-AD57-55CA08888B5C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206331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7" name="Textplatzhalter 10">
            <a:extLst>
              <a:ext uri="{FF2B5EF4-FFF2-40B4-BE49-F238E27FC236}">
                <a16:creationId xmlns:a16="http://schemas.microsoft.com/office/drawing/2014/main" id="{CE124A50-74B4-4E32-AA56-DCD775B1300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206331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BF87D6FE-3E8F-49D4-B36A-217C95B23AF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1E2BFC85-9F5D-48DC-8AD9-31F8731D9944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31181376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668A6-FD53-4FBE-943C-64428AB8F1E6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Medizinische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9995CF9C-9826-4946-A085-FF49199BE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E2430412-20B6-4F53-A77B-A26A49135E4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2" name="Textplatzhalter 10">
            <a:extLst>
              <a:ext uri="{FF2B5EF4-FFF2-40B4-BE49-F238E27FC236}">
                <a16:creationId xmlns:a16="http://schemas.microsoft.com/office/drawing/2014/main" id="{48CA2DF0-5B92-4CE6-AF1A-CC648431BB9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Bildplatzhalter 8">
            <a:extLst>
              <a:ext uri="{FF2B5EF4-FFF2-40B4-BE49-F238E27FC236}">
                <a16:creationId xmlns:a16="http://schemas.microsoft.com/office/drawing/2014/main" id="{002E2471-F223-4896-A895-CE0AF20E11D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8106305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4" name="Textplatzhalter 10">
            <a:extLst>
              <a:ext uri="{FF2B5EF4-FFF2-40B4-BE49-F238E27FC236}">
                <a16:creationId xmlns:a16="http://schemas.microsoft.com/office/drawing/2014/main" id="{470E7482-A37A-44BE-ADE5-A0B3B10E8FCA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106305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5" name="Bildplatzhalter 8">
            <a:extLst>
              <a:ext uri="{FF2B5EF4-FFF2-40B4-BE49-F238E27FC236}">
                <a16:creationId xmlns:a16="http://schemas.microsoft.com/office/drawing/2014/main" id="{3FD09289-F115-4464-A726-812A11720CAD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4312311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6" name="Textplatzhalter 10">
            <a:extLst>
              <a:ext uri="{FF2B5EF4-FFF2-40B4-BE49-F238E27FC236}">
                <a16:creationId xmlns:a16="http://schemas.microsoft.com/office/drawing/2014/main" id="{F3F11CE6-C8CF-4ABE-B3B8-C00D74678A9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312311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Bildplatzhalter 6">
            <a:extLst>
              <a:ext uri="{FF2B5EF4-FFF2-40B4-BE49-F238E27FC236}">
                <a16:creationId xmlns:a16="http://schemas.microsoft.com/office/drawing/2014/main" id="{A7347480-9F70-4378-B138-B8B7C593F862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F9B81ED5-F90B-4E10-A216-1402013051A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05588135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59D2D9-4800-470A-BE03-7651C8FBA3C7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Medizinische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A3EEDC1-9ABB-471E-855E-52CC8C208FB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18317" y="1631156"/>
            <a:ext cx="11155366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BBD0D2AE-225B-47F4-A359-0020AE80A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451A9BBC-9F96-4260-BC40-C6D3D23D6FB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CA864028-DE14-4674-AA2E-E09C2B5EB69A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61238577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15BC2-B98D-43EB-9492-A2038CEA2426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Medizinische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A3EEDC1-9ABB-471E-855E-52CC8C208FB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18317" y="1631156"/>
            <a:ext cx="5469733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BBD0D2AE-225B-47F4-A359-0020AE80A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451A9BBC-9F96-4260-BC40-C6D3D23D6FB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Inhaltsplatzhalter 7">
            <a:extLst>
              <a:ext uri="{FF2B5EF4-FFF2-40B4-BE49-F238E27FC236}">
                <a16:creationId xmlns:a16="http://schemas.microsoft.com/office/drawing/2014/main" id="{33608DEB-69EC-4E8F-A567-9E3EA36C3624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6206330" y="1631156"/>
            <a:ext cx="5469733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E7E99F22-1523-43E5-AE41-9E7E4BDDCB64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701624989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| mi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DAC14-0C7A-473A-80CF-67CD1B7B5514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Medizinische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5086500-15A5-49F2-8B64-748C19FDABC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04861" y="1631156"/>
            <a:ext cx="3571200" cy="456962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84BE64F-DBB2-4BF3-ABE7-E92BB978D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9" name="Inhaltsplatzhalter 7">
            <a:extLst>
              <a:ext uri="{FF2B5EF4-FFF2-40B4-BE49-F238E27FC236}">
                <a16:creationId xmlns:a16="http://schemas.microsoft.com/office/drawing/2014/main" id="{0D6633D6-CA56-460E-AA1C-9A4D6A62324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18317" y="1631157"/>
            <a:ext cx="7363752" cy="4569620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7CDDF36A-B7A5-4E95-A5D6-07C5FCED28B4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EADA30F9-282E-42EE-B40C-6EC25D7E71A4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887699111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 | Hellblau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6B6BFB4-144E-44B8-8923-9ED8AA858AB2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Medizinische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87F00BE4-512D-4F35-B132-4E5C5CF1413D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F1925060-7FCF-4CBC-B0DA-0731E3E98579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Textplatzhalter 9">
            <a:extLst>
              <a:ext uri="{FF2B5EF4-FFF2-40B4-BE49-F238E27FC236}">
                <a16:creationId xmlns:a16="http://schemas.microsoft.com/office/drawing/2014/main" id="{A9FF3927-CA7B-4361-998A-3A60E5D23F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Freihandform: Form 60">
            <a:extLst>
              <a:ext uri="{FF2B5EF4-FFF2-40B4-BE49-F238E27FC236}">
                <a16:creationId xmlns:a16="http://schemas.microsoft.com/office/drawing/2014/main" id="{BC19384B-1D95-4C0D-B3F0-61407A015F56}"/>
              </a:ext>
            </a:extLst>
          </p:cNvPr>
          <p:cNvSpPr>
            <a:spLocks noChangeAspect="1"/>
          </p:cNvSpPr>
          <p:nvPr userDrawn="1"/>
        </p:nvSpPr>
        <p:spPr>
          <a:xfrm>
            <a:off x="10596063" y="299346"/>
            <a:ext cx="1080000" cy="412328"/>
          </a:xfrm>
          <a:custGeom>
            <a:avLst/>
            <a:gdLst>
              <a:gd name="connsiteX0" fmla="*/ 0 w 4797018"/>
              <a:gd name="connsiteY0" fmla="*/ 170736 h 1831428"/>
              <a:gd name="connsiteX1" fmla="*/ 92812 w 4797018"/>
              <a:gd name="connsiteY1" fmla="*/ 77924 h 1831428"/>
              <a:gd name="connsiteX2" fmla="*/ 92812 w 4797018"/>
              <a:gd name="connsiteY2" fmla="*/ 1763373 h 1831428"/>
              <a:gd name="connsiteX3" fmla="*/ 0 w 4797018"/>
              <a:gd name="connsiteY3" fmla="*/ 1763373 h 1831428"/>
              <a:gd name="connsiteX4" fmla="*/ 0 w 4797018"/>
              <a:gd name="connsiteY4" fmla="*/ 170736 h 1831428"/>
              <a:gd name="connsiteX5" fmla="*/ 278425 w 4797018"/>
              <a:gd name="connsiteY5" fmla="*/ 92812 h 1831428"/>
              <a:gd name="connsiteX6" fmla="*/ 1392136 w 4797018"/>
              <a:gd name="connsiteY6" fmla="*/ 92812 h 1831428"/>
              <a:gd name="connsiteX7" fmla="*/ 1392136 w 4797018"/>
              <a:gd name="connsiteY7" fmla="*/ 0 h 1831428"/>
              <a:gd name="connsiteX8" fmla="*/ 185614 w 4797018"/>
              <a:gd name="connsiteY8" fmla="*/ 0 h 1831428"/>
              <a:gd name="connsiteX9" fmla="*/ 185614 w 4797018"/>
              <a:gd name="connsiteY9" fmla="*/ 1113701 h 1831428"/>
              <a:gd name="connsiteX10" fmla="*/ 1210723 w 4797018"/>
              <a:gd name="connsiteY10" fmla="*/ 1113701 h 1831428"/>
              <a:gd name="connsiteX11" fmla="*/ 1210723 w 4797018"/>
              <a:gd name="connsiteY11" fmla="*/ 1020899 h 1831428"/>
              <a:gd name="connsiteX12" fmla="*/ 278425 w 4797018"/>
              <a:gd name="connsiteY12" fmla="*/ 1020899 h 1831428"/>
              <a:gd name="connsiteX13" fmla="*/ 278425 w 4797018"/>
              <a:gd name="connsiteY13" fmla="*/ 92812 h 1831428"/>
              <a:gd name="connsiteX14" fmla="*/ 1350464 w 4797018"/>
              <a:gd name="connsiteY14" fmla="*/ 835285 h 1831428"/>
              <a:gd name="connsiteX15" fmla="*/ 464048 w 4797018"/>
              <a:gd name="connsiteY15" fmla="*/ 835285 h 1831428"/>
              <a:gd name="connsiteX16" fmla="*/ 464048 w 4797018"/>
              <a:gd name="connsiteY16" fmla="*/ 464048 h 1831428"/>
              <a:gd name="connsiteX17" fmla="*/ 1222124 w 4797018"/>
              <a:gd name="connsiteY17" fmla="*/ 464048 h 1831428"/>
              <a:gd name="connsiteX18" fmla="*/ 1314926 w 4797018"/>
              <a:gd name="connsiteY18" fmla="*/ 371237 h 1831428"/>
              <a:gd name="connsiteX19" fmla="*/ 464048 w 4797018"/>
              <a:gd name="connsiteY19" fmla="*/ 371237 h 1831428"/>
              <a:gd name="connsiteX20" fmla="*/ 464048 w 4797018"/>
              <a:gd name="connsiteY20" fmla="*/ 278425 h 1831428"/>
              <a:gd name="connsiteX21" fmla="*/ 1392146 w 4797018"/>
              <a:gd name="connsiteY21" fmla="*/ 278425 h 1831428"/>
              <a:gd name="connsiteX22" fmla="*/ 1392146 w 4797018"/>
              <a:gd name="connsiteY22" fmla="*/ 185614 h 1831428"/>
              <a:gd name="connsiteX23" fmla="*/ 371237 w 4797018"/>
              <a:gd name="connsiteY23" fmla="*/ 185614 h 1831428"/>
              <a:gd name="connsiteX24" fmla="*/ 371237 w 4797018"/>
              <a:gd name="connsiteY24" fmla="*/ 928087 h 1831428"/>
              <a:gd name="connsiteX25" fmla="*/ 1258872 w 4797018"/>
              <a:gd name="connsiteY25" fmla="*/ 928087 h 1831428"/>
              <a:gd name="connsiteX26" fmla="*/ 1350464 w 4797018"/>
              <a:gd name="connsiteY26" fmla="*/ 835285 h 1831428"/>
              <a:gd name="connsiteX27" fmla="*/ 185614 w 4797018"/>
              <a:gd name="connsiteY27" fmla="*/ 1763373 h 1831428"/>
              <a:gd name="connsiteX28" fmla="*/ 278425 w 4797018"/>
              <a:gd name="connsiteY28" fmla="*/ 1763373 h 1831428"/>
              <a:gd name="connsiteX29" fmla="*/ 278425 w 4797018"/>
              <a:gd name="connsiteY29" fmla="*/ 1299324 h 1831428"/>
              <a:gd name="connsiteX30" fmla="*/ 371237 w 4797018"/>
              <a:gd name="connsiteY30" fmla="*/ 1299324 h 1831428"/>
              <a:gd name="connsiteX31" fmla="*/ 371237 w 4797018"/>
              <a:gd name="connsiteY31" fmla="*/ 1685449 h 1831428"/>
              <a:gd name="connsiteX32" fmla="*/ 464039 w 4797018"/>
              <a:gd name="connsiteY32" fmla="*/ 1592647 h 1831428"/>
              <a:gd name="connsiteX33" fmla="*/ 464039 w 4797018"/>
              <a:gd name="connsiteY33" fmla="*/ 1299324 h 1831428"/>
              <a:gd name="connsiteX34" fmla="*/ 1210723 w 4797018"/>
              <a:gd name="connsiteY34" fmla="*/ 1299324 h 1831428"/>
              <a:gd name="connsiteX35" fmla="*/ 1210723 w 4797018"/>
              <a:gd name="connsiteY35" fmla="*/ 1206522 h 1831428"/>
              <a:gd name="connsiteX36" fmla="*/ 185614 w 4797018"/>
              <a:gd name="connsiteY36" fmla="*/ 1206522 h 1831428"/>
              <a:gd name="connsiteX37" fmla="*/ 185614 w 4797018"/>
              <a:gd name="connsiteY37" fmla="*/ 1763373 h 1831428"/>
              <a:gd name="connsiteX38" fmla="*/ 4704207 w 4797018"/>
              <a:gd name="connsiteY38" fmla="*/ 0 h 1831428"/>
              <a:gd name="connsiteX39" fmla="*/ 4704207 w 4797018"/>
              <a:gd name="connsiteY39" fmla="*/ 1067314 h 1831428"/>
              <a:gd name="connsiteX40" fmla="*/ 4334837 w 4797018"/>
              <a:gd name="connsiteY40" fmla="*/ 1692688 h 1831428"/>
              <a:gd name="connsiteX41" fmla="*/ 4332742 w 4797018"/>
              <a:gd name="connsiteY41" fmla="*/ 1689954 h 1831428"/>
              <a:gd name="connsiteX42" fmla="*/ 4611405 w 4797018"/>
              <a:gd name="connsiteY42" fmla="*/ 1158564 h 1831428"/>
              <a:gd name="connsiteX43" fmla="*/ 4611405 w 4797018"/>
              <a:gd name="connsiteY43" fmla="*/ 0 h 1831428"/>
              <a:gd name="connsiteX44" fmla="*/ 4518594 w 4797018"/>
              <a:gd name="connsiteY44" fmla="*/ 0 h 1831428"/>
              <a:gd name="connsiteX45" fmla="*/ 4518594 w 4797018"/>
              <a:gd name="connsiteY45" fmla="*/ 1157021 h 1831428"/>
              <a:gd name="connsiteX46" fmla="*/ 3915337 w 4797018"/>
              <a:gd name="connsiteY46" fmla="*/ 1740170 h 1831428"/>
              <a:gd name="connsiteX47" fmla="*/ 3312081 w 4797018"/>
              <a:gd name="connsiteY47" fmla="*/ 1157021 h 1831428"/>
              <a:gd name="connsiteX48" fmla="*/ 3312081 w 4797018"/>
              <a:gd name="connsiteY48" fmla="*/ 77924 h 1831428"/>
              <a:gd name="connsiteX49" fmla="*/ 3219269 w 4797018"/>
              <a:gd name="connsiteY49" fmla="*/ 170736 h 1831428"/>
              <a:gd name="connsiteX50" fmla="*/ 3219269 w 4797018"/>
              <a:gd name="connsiteY50" fmla="*/ 1158564 h 1831428"/>
              <a:gd name="connsiteX51" fmla="*/ 3915337 w 4797018"/>
              <a:gd name="connsiteY51" fmla="*/ 1831429 h 1831428"/>
              <a:gd name="connsiteX52" fmla="*/ 4008139 w 4797018"/>
              <a:gd name="connsiteY52" fmla="*/ 1831429 h 1831428"/>
              <a:gd name="connsiteX53" fmla="*/ 4797019 w 4797018"/>
              <a:gd name="connsiteY53" fmla="*/ 1068667 h 1831428"/>
              <a:gd name="connsiteX54" fmla="*/ 4797019 w 4797018"/>
              <a:gd name="connsiteY54" fmla="*/ 0 h 1831428"/>
              <a:gd name="connsiteX55" fmla="*/ 4704207 w 4797018"/>
              <a:gd name="connsiteY55" fmla="*/ 0 h 1831428"/>
              <a:gd name="connsiteX56" fmla="*/ 3915328 w 4797018"/>
              <a:gd name="connsiteY56" fmla="*/ 1647358 h 1831428"/>
              <a:gd name="connsiteX57" fmla="*/ 4425773 w 4797018"/>
              <a:gd name="connsiteY57" fmla="*/ 1157021 h 1831428"/>
              <a:gd name="connsiteX58" fmla="*/ 4425782 w 4797018"/>
              <a:gd name="connsiteY58" fmla="*/ 1157021 h 1831428"/>
              <a:gd name="connsiteX59" fmla="*/ 4425782 w 4797018"/>
              <a:gd name="connsiteY59" fmla="*/ 77924 h 1831428"/>
              <a:gd name="connsiteX60" fmla="*/ 4332970 w 4797018"/>
              <a:gd name="connsiteY60" fmla="*/ 170736 h 1831428"/>
              <a:gd name="connsiteX61" fmla="*/ 4332970 w 4797018"/>
              <a:gd name="connsiteY61" fmla="*/ 1067305 h 1831428"/>
              <a:gd name="connsiteX62" fmla="*/ 4008130 w 4797018"/>
              <a:gd name="connsiteY62" fmla="*/ 1368933 h 1831428"/>
              <a:gd name="connsiteX63" fmla="*/ 3683298 w 4797018"/>
              <a:gd name="connsiteY63" fmla="*/ 1067305 h 1831428"/>
              <a:gd name="connsiteX64" fmla="*/ 3683289 w 4797018"/>
              <a:gd name="connsiteY64" fmla="*/ 0 h 1831428"/>
              <a:gd name="connsiteX65" fmla="*/ 3590487 w 4797018"/>
              <a:gd name="connsiteY65" fmla="*/ 0 h 1831428"/>
              <a:gd name="connsiteX66" fmla="*/ 3590487 w 4797018"/>
              <a:gd name="connsiteY66" fmla="*/ 1067305 h 1831428"/>
              <a:gd name="connsiteX67" fmla="*/ 4008130 w 4797018"/>
              <a:gd name="connsiteY67" fmla="*/ 1461745 h 1831428"/>
              <a:gd name="connsiteX68" fmla="*/ 4294699 w 4797018"/>
              <a:gd name="connsiteY68" fmla="*/ 1333129 h 1831428"/>
              <a:gd name="connsiteX69" fmla="*/ 4296785 w 4797018"/>
              <a:gd name="connsiteY69" fmla="*/ 1335862 h 1831428"/>
              <a:gd name="connsiteX70" fmla="*/ 3915328 w 4797018"/>
              <a:gd name="connsiteY70" fmla="*/ 1554556 h 1831428"/>
              <a:gd name="connsiteX71" fmla="*/ 3497742 w 4797018"/>
              <a:gd name="connsiteY71" fmla="*/ 1160116 h 1831428"/>
              <a:gd name="connsiteX72" fmla="*/ 3497685 w 4797018"/>
              <a:gd name="connsiteY72" fmla="*/ 1160116 h 1831428"/>
              <a:gd name="connsiteX73" fmla="*/ 3497685 w 4797018"/>
              <a:gd name="connsiteY73" fmla="*/ 0 h 1831428"/>
              <a:gd name="connsiteX74" fmla="*/ 3404873 w 4797018"/>
              <a:gd name="connsiteY74" fmla="*/ 0 h 1831428"/>
              <a:gd name="connsiteX75" fmla="*/ 3404873 w 4797018"/>
              <a:gd name="connsiteY75" fmla="*/ 1160107 h 1831428"/>
              <a:gd name="connsiteX76" fmla="*/ 3404921 w 4797018"/>
              <a:gd name="connsiteY76" fmla="*/ 1160107 h 1831428"/>
              <a:gd name="connsiteX77" fmla="*/ 3915328 w 4797018"/>
              <a:gd name="connsiteY77" fmla="*/ 1647358 h 1831428"/>
              <a:gd name="connsiteX78" fmla="*/ 1852984 w 4797018"/>
              <a:gd name="connsiteY78" fmla="*/ 1206522 h 1831428"/>
              <a:gd name="connsiteX79" fmla="*/ 1618288 w 4797018"/>
              <a:gd name="connsiteY79" fmla="*/ 1763373 h 1831428"/>
              <a:gd name="connsiteX80" fmla="*/ 1711119 w 4797018"/>
              <a:gd name="connsiteY80" fmla="*/ 1763363 h 1831428"/>
              <a:gd name="connsiteX81" fmla="*/ 1711100 w 4797018"/>
              <a:gd name="connsiteY81" fmla="*/ 1763373 h 1831428"/>
              <a:gd name="connsiteX82" fmla="*/ 1711119 w 4797018"/>
              <a:gd name="connsiteY82" fmla="*/ 1763373 h 1831428"/>
              <a:gd name="connsiteX83" fmla="*/ 1828448 w 4797018"/>
              <a:gd name="connsiteY83" fmla="*/ 1484948 h 1831428"/>
              <a:gd name="connsiteX84" fmla="*/ 2614774 w 4797018"/>
              <a:gd name="connsiteY84" fmla="*/ 1484948 h 1831428"/>
              <a:gd name="connsiteX85" fmla="*/ 2732018 w 4797018"/>
              <a:gd name="connsiteY85" fmla="*/ 1763373 h 1831428"/>
              <a:gd name="connsiteX86" fmla="*/ 2824820 w 4797018"/>
              <a:gd name="connsiteY86" fmla="*/ 1763373 h 1831428"/>
              <a:gd name="connsiteX87" fmla="*/ 2668515 w 4797018"/>
              <a:gd name="connsiteY87" fmla="*/ 1392136 h 1831428"/>
              <a:gd name="connsiteX88" fmla="*/ 1867567 w 4797018"/>
              <a:gd name="connsiteY88" fmla="*/ 1392136 h 1831428"/>
              <a:gd name="connsiteX89" fmla="*/ 1906676 w 4797018"/>
              <a:gd name="connsiteY89" fmla="*/ 1299324 h 1831428"/>
              <a:gd name="connsiteX90" fmla="*/ 2722236 w 4797018"/>
              <a:gd name="connsiteY90" fmla="*/ 1299324 h 1831428"/>
              <a:gd name="connsiteX91" fmla="*/ 2917632 w 4797018"/>
              <a:gd name="connsiteY91" fmla="*/ 1763373 h 1831428"/>
              <a:gd name="connsiteX92" fmla="*/ 3010443 w 4797018"/>
              <a:gd name="connsiteY92" fmla="*/ 1763373 h 1831428"/>
              <a:gd name="connsiteX93" fmla="*/ 2775976 w 4797018"/>
              <a:gd name="connsiteY93" fmla="*/ 1206522 h 1831428"/>
              <a:gd name="connsiteX94" fmla="*/ 1852984 w 4797018"/>
              <a:gd name="connsiteY94" fmla="*/ 1206522 h 1831428"/>
              <a:gd name="connsiteX95" fmla="*/ 1989544 w 4797018"/>
              <a:gd name="connsiteY95" fmla="*/ 0 h 1831428"/>
              <a:gd name="connsiteX96" fmla="*/ 1307459 w 4797018"/>
              <a:gd name="connsiteY96" fmla="*/ 1617898 h 1831428"/>
              <a:gd name="connsiteX97" fmla="*/ 1366533 w 4797018"/>
              <a:gd name="connsiteY97" fmla="*/ 1698098 h 1831428"/>
              <a:gd name="connsiteX98" fmla="*/ 2082356 w 4797018"/>
              <a:gd name="connsiteY98" fmla="*/ 0 h 1831428"/>
              <a:gd name="connsiteX99" fmla="*/ 1989544 w 4797018"/>
              <a:gd name="connsiteY99" fmla="*/ 0 h 1831428"/>
              <a:gd name="connsiteX100" fmla="*/ 2360771 w 4797018"/>
              <a:gd name="connsiteY100" fmla="*/ 0 h 1831428"/>
              <a:gd name="connsiteX101" fmla="*/ 3075708 w 4797018"/>
              <a:gd name="connsiteY101" fmla="*/ 1698098 h 1831428"/>
              <a:gd name="connsiteX102" fmla="*/ 3134639 w 4797018"/>
              <a:gd name="connsiteY102" fmla="*/ 1617898 h 1831428"/>
              <a:gd name="connsiteX103" fmla="*/ 2453592 w 4797018"/>
              <a:gd name="connsiteY103" fmla="*/ 0 h 1831428"/>
              <a:gd name="connsiteX104" fmla="*/ 2360771 w 4797018"/>
              <a:gd name="connsiteY104" fmla="*/ 0 h 1831428"/>
              <a:gd name="connsiteX105" fmla="*/ 1799101 w 4797018"/>
              <a:gd name="connsiteY105" fmla="*/ 1113711 h 1831428"/>
              <a:gd name="connsiteX106" fmla="*/ 1524610 w 4797018"/>
              <a:gd name="connsiteY106" fmla="*/ 1763373 h 1831428"/>
              <a:gd name="connsiteX107" fmla="*/ 1431798 w 4797018"/>
              <a:gd name="connsiteY107" fmla="*/ 1763373 h 1831428"/>
              <a:gd name="connsiteX108" fmla="*/ 2128761 w 4797018"/>
              <a:gd name="connsiteY108" fmla="*/ 110195 h 1831428"/>
              <a:gd name="connsiteX109" fmla="*/ 2512219 w 4797018"/>
              <a:gd name="connsiteY109" fmla="*/ 1020899 h 1831428"/>
              <a:gd name="connsiteX110" fmla="*/ 2605021 w 4797018"/>
              <a:gd name="connsiteY110" fmla="*/ 1020899 h 1831428"/>
              <a:gd name="connsiteX111" fmla="*/ 2175158 w 4797018"/>
              <a:gd name="connsiteY111" fmla="*/ 0 h 1831428"/>
              <a:gd name="connsiteX112" fmla="*/ 2267969 w 4797018"/>
              <a:gd name="connsiteY112" fmla="*/ 0 h 1831428"/>
              <a:gd name="connsiteX113" fmla="*/ 2736895 w 4797018"/>
              <a:gd name="connsiteY113" fmla="*/ 1113701 h 1831428"/>
              <a:gd name="connsiteX114" fmla="*/ 1799101 w 4797018"/>
              <a:gd name="connsiteY114" fmla="*/ 1113701 h 1831428"/>
              <a:gd name="connsiteX115" fmla="*/ 2221802 w 4797018"/>
              <a:gd name="connsiteY115" fmla="*/ 551602 h 1831428"/>
              <a:gd name="connsiteX116" fmla="*/ 2024015 w 4797018"/>
              <a:gd name="connsiteY116" fmla="*/ 1020899 h 1831428"/>
              <a:gd name="connsiteX117" fmla="*/ 2419398 w 4797018"/>
              <a:gd name="connsiteY117" fmla="*/ 1020899 h 1831428"/>
              <a:gd name="connsiteX118" fmla="*/ 2221802 w 4797018"/>
              <a:gd name="connsiteY118" fmla="*/ 551602 h 1831428"/>
              <a:gd name="connsiteX119" fmla="*/ 1838163 w 4797018"/>
              <a:gd name="connsiteY119" fmla="*/ 1020899 h 1831428"/>
              <a:gd name="connsiteX120" fmla="*/ 1931213 w 4797018"/>
              <a:gd name="connsiteY120" fmla="*/ 1020899 h 1831428"/>
              <a:gd name="connsiteX121" fmla="*/ 2175415 w 4797018"/>
              <a:gd name="connsiteY121" fmla="*/ 441436 h 1831428"/>
              <a:gd name="connsiteX122" fmla="*/ 2128942 w 4797018"/>
              <a:gd name="connsiteY122" fmla="*/ 331070 h 1831428"/>
              <a:gd name="connsiteX123" fmla="*/ 1838163 w 4797018"/>
              <a:gd name="connsiteY123" fmla="*/ 1020899 h 1831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4797018" h="183142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93DCB95B-459E-4AC2-8E4B-6C459242A95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3ECEE8D8-DF92-4CFD-A29A-DD98DFA7EC69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E89218EB-083A-44EC-89C4-86451CE1FC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399474D3-E53E-4ABA-9B61-C9BB08A3276B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57879191-3BE6-4B4E-A6B9-7EE964614B47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94484379-E642-433C-B53A-1DEE6A9DD4E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7C54D7A6-C6ED-4572-B49C-338FB11A042A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382F9D16-DA93-44FA-B850-67D0B6AD397D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7201A13C-71DC-4465-B39F-F196A50353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D957CB6E-B09B-4A22-86F0-6C38F81B2E90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38DB7D0C-ACAA-4A6B-8088-624B0BC24502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E8B86ED7-0F29-451E-8C7D-9B396D5E209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ED76FB85-7BBB-4E8D-A853-5FCC744835E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1524020-40DB-450A-AEE5-3E1B459B16B5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539CBAAA-C79F-4BC9-9AF3-18ED0AF9EE7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feld 24">
              <a:extLst>
                <a:ext uri="{FF2B5EF4-FFF2-40B4-BE49-F238E27FC236}">
                  <a16:creationId xmlns:a16="http://schemas.microsoft.com/office/drawing/2014/main" id="{65F01F83-E434-491F-8893-1CE5848F9B6D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9ECB07F-83AC-4A69-A930-C51459FBE5BA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EB6DF347-64CA-4BE1-8952-3E80EBD0082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F82628F6-8442-4626-962B-E947FDA8C0C0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9B4EC5D-DF7B-4D80-86D6-C95B0B60B325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7A230F03-8AA4-4AAE-999A-6E872C727A8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1C36145D-6FFB-4D3A-85D6-2ACFDAE5F5D2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0D1EC147-B041-40BC-BA8D-878A722616DE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4A4E226E-C413-42F0-AA69-108B05313D4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4A93327E-EEC7-45A4-9C35-410D17ECB865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0EC1AF1A-26A7-479B-A176-8997B58ED4D1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80D76042-D322-4CD0-B41A-CE295CEC6835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97EC952-23B6-4728-82B6-3D733107C66E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D8CEDBB7-9662-435E-8F5A-F3EE555D990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24365663-FE3F-47D4-A8D7-729A38C4987D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92EE37E1-8647-4AEB-9AEE-FF0711435F3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C2B4E3D7-0BC3-4BC1-B86B-DD51E9785755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262053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|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ED373-B0BD-44BE-8DE1-137264AB3BE3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Medizinische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18B908A7-A1D8-4FB7-9CB4-BDC3E20D2B62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8" name="Textplatzhalter 9">
            <a:extLst>
              <a:ext uri="{FF2B5EF4-FFF2-40B4-BE49-F238E27FC236}">
                <a16:creationId xmlns:a16="http://schemas.microsoft.com/office/drawing/2014/main" id="{3F1156E9-9BD3-4A52-A0E9-EADD666CA5BF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1350420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DB3A6B-65B8-4838-A35D-5D9C1B7906DD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Medizinische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EB25E710-D493-4189-8EF7-00ABE0AB56E5}"/>
              </a:ext>
            </a:extLst>
          </p:cNvPr>
          <p:cNvSpPr/>
          <p:nvPr userDrawn="1"/>
        </p:nvSpPr>
        <p:spPr>
          <a:xfrm>
            <a:off x="518317" y="1631155"/>
            <a:ext cx="11157746" cy="456961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2F509DB-422D-41FB-A02B-822A0A204E4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497190" y="2835964"/>
            <a:ext cx="7200000" cy="2160000"/>
          </a:xfrm>
        </p:spPr>
        <p:txBody>
          <a:bodyPr rIns="0" anchor="ctr" anchorCtr="0">
            <a:normAutofit/>
          </a:bodyPr>
          <a:lstStyle>
            <a:lvl1pPr algn="ctr">
              <a:defRPr sz="2000" i="1"/>
            </a:lvl1pPr>
            <a:lvl2pPr marL="0" indent="0">
              <a:buNone/>
              <a:defRPr/>
            </a:lvl2pPr>
          </a:lstStyle>
          <a:p>
            <a:pPr lvl="0"/>
            <a:r>
              <a:rPr lang="de-DE" dirty="0"/>
              <a:t>„Mastertextformat bearbeiten“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F862885B-685B-4384-B9F0-6266AD0BDA7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B4B7054D-298D-4124-A74B-3C62E029C737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743669099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chlussfoli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platzhalter 167">
            <a:extLst>
              <a:ext uri="{FF2B5EF4-FFF2-40B4-BE49-F238E27FC236}">
                <a16:creationId xmlns:a16="http://schemas.microsoft.com/office/drawing/2014/main" id="{68AB2348-B91F-4E68-BDE1-60ECCE02B49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1628775"/>
            <a:ext cx="12192000" cy="5229225"/>
          </a:xfrm>
          <a:gradFill>
            <a:gsLst>
              <a:gs pos="50000">
                <a:schemeClr val="accent4">
                  <a:alpha val="50000"/>
                </a:schemeClr>
              </a:gs>
              <a:gs pos="5000">
                <a:schemeClr val="accent4"/>
              </a:gs>
              <a:gs pos="100000">
                <a:schemeClr val="accent4">
                  <a:alpha val="20000"/>
                </a:schemeClr>
              </a:gs>
            </a:gsLst>
            <a:lin ang="5400000" scaled="1"/>
          </a:gradFill>
        </p:spPr>
        <p:txBody>
          <a:bodyPr vert="horz" wrap="square" lIns="540000" tIns="1188000" rIns="0" bIns="0" rtlCol="0" anchor="t" anchorCtr="0">
            <a:noAutofit/>
          </a:bodyPr>
          <a:lstStyle>
            <a:lvl1pPr>
              <a:defRPr lang="de-DE" sz="4000" b="1" dirty="0"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 </a:t>
            </a:r>
          </a:p>
        </p:txBody>
      </p:sp>
      <p:sp>
        <p:nvSpPr>
          <p:cNvPr id="59" name="Bildplatzhalter 60">
            <a:extLst>
              <a:ext uri="{FF2B5EF4-FFF2-40B4-BE49-F238E27FC236}">
                <a16:creationId xmlns:a16="http://schemas.microsoft.com/office/drawing/2014/main" id="{92CE05A2-27DE-4191-8A63-5C7C7ACA37C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628775"/>
            <a:ext cx="12192000" cy="5229226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r>
              <a:rPr lang="de-DE" dirty="0"/>
              <a:t> 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CBD8B083-79E8-44E1-BA43-E993160F02E1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4" name="Textplatzhalter 64">
            <a:extLst>
              <a:ext uri="{FF2B5EF4-FFF2-40B4-BE49-F238E27FC236}">
                <a16:creationId xmlns:a16="http://schemas.microsoft.com/office/drawing/2014/main" id="{94E4DAD8-28C4-496D-803F-AF50BFF89A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8317" y="2647985"/>
            <a:ext cx="11157745" cy="1562031"/>
          </a:xfrm>
        </p:spPr>
        <p:txBody>
          <a:bodyPr vert="horz" wrap="square" lIns="0" tIns="0" rIns="360000" bIns="0" rtlCol="0" anchor="ctr" anchorCtr="0">
            <a:spAutoFit/>
          </a:bodyPr>
          <a:lstStyle>
            <a:lvl1pPr>
              <a:spcAft>
                <a:spcPts val="0"/>
              </a:spcAft>
              <a:defRPr lang="de-DE" sz="4800" b="1" dirty="0" smtClean="0"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Vielen Dank</a:t>
            </a:r>
            <a:br>
              <a:rPr lang="de-DE" dirty="0"/>
            </a:br>
            <a:r>
              <a:rPr lang="de-DE" dirty="0"/>
              <a:t>für Ihre Aufmerksamkeit!</a:t>
            </a:r>
          </a:p>
        </p:txBody>
      </p:sp>
      <p:sp>
        <p:nvSpPr>
          <p:cNvPr id="58" name="Freihandform: Form 57">
            <a:extLst>
              <a:ext uri="{FF2B5EF4-FFF2-40B4-BE49-F238E27FC236}">
                <a16:creationId xmlns:a16="http://schemas.microsoft.com/office/drawing/2014/main" id="{1A7F7BEE-9A4B-44B2-960F-97720F4BC3DA}"/>
              </a:ext>
            </a:extLst>
          </p:cNvPr>
          <p:cNvSpPr/>
          <p:nvPr userDrawn="1"/>
        </p:nvSpPr>
        <p:spPr>
          <a:xfrm>
            <a:off x="10056938" y="300703"/>
            <a:ext cx="1619125" cy="618155"/>
          </a:xfrm>
          <a:custGeom>
            <a:avLst/>
            <a:gdLst>
              <a:gd name="connsiteX0" fmla="*/ 0 w 1456912"/>
              <a:gd name="connsiteY0" fmla="*/ 51854 h 556225"/>
              <a:gd name="connsiteX1" fmla="*/ 28188 w 1456912"/>
              <a:gd name="connsiteY1" fmla="*/ 23666 h 556225"/>
              <a:gd name="connsiteX2" fmla="*/ 28188 w 1456912"/>
              <a:gd name="connsiteY2" fmla="*/ 535557 h 556225"/>
              <a:gd name="connsiteX3" fmla="*/ 0 w 1456912"/>
              <a:gd name="connsiteY3" fmla="*/ 535557 h 556225"/>
              <a:gd name="connsiteX4" fmla="*/ 0 w 1456912"/>
              <a:gd name="connsiteY4" fmla="*/ 51854 h 556225"/>
              <a:gd name="connsiteX5" fmla="*/ 84564 w 1456912"/>
              <a:gd name="connsiteY5" fmla="*/ 28188 h 556225"/>
              <a:gd name="connsiteX6" fmla="*/ 422811 w 1456912"/>
              <a:gd name="connsiteY6" fmla="*/ 28188 h 556225"/>
              <a:gd name="connsiteX7" fmla="*/ 422811 w 1456912"/>
              <a:gd name="connsiteY7" fmla="*/ 0 h 556225"/>
              <a:gd name="connsiteX8" fmla="*/ 56376 w 1456912"/>
              <a:gd name="connsiteY8" fmla="*/ 0 h 556225"/>
              <a:gd name="connsiteX9" fmla="*/ 56376 w 1456912"/>
              <a:gd name="connsiteY9" fmla="*/ 338244 h 556225"/>
              <a:gd name="connsiteX10" fmla="*/ 367711 w 1456912"/>
              <a:gd name="connsiteY10" fmla="*/ 338244 h 556225"/>
              <a:gd name="connsiteX11" fmla="*/ 367711 w 1456912"/>
              <a:gd name="connsiteY11" fmla="*/ 310062 h 556225"/>
              <a:gd name="connsiteX12" fmla="*/ 84564 w 1456912"/>
              <a:gd name="connsiteY12" fmla="*/ 310062 h 556225"/>
              <a:gd name="connsiteX13" fmla="*/ 84564 w 1456912"/>
              <a:gd name="connsiteY13" fmla="*/ 28188 h 556225"/>
              <a:gd name="connsiteX14" fmla="*/ 410152 w 1456912"/>
              <a:gd name="connsiteY14" fmla="*/ 253686 h 556225"/>
              <a:gd name="connsiteX15" fmla="*/ 140937 w 1456912"/>
              <a:gd name="connsiteY15" fmla="*/ 253686 h 556225"/>
              <a:gd name="connsiteX16" fmla="*/ 140937 w 1456912"/>
              <a:gd name="connsiteY16" fmla="*/ 140940 h 556225"/>
              <a:gd name="connsiteX17" fmla="*/ 371171 w 1456912"/>
              <a:gd name="connsiteY17" fmla="*/ 140940 h 556225"/>
              <a:gd name="connsiteX18" fmla="*/ 399359 w 1456912"/>
              <a:gd name="connsiteY18" fmla="*/ 112752 h 556225"/>
              <a:gd name="connsiteX19" fmla="*/ 140937 w 1456912"/>
              <a:gd name="connsiteY19" fmla="*/ 112752 h 556225"/>
              <a:gd name="connsiteX20" fmla="*/ 140937 w 1456912"/>
              <a:gd name="connsiteY20" fmla="*/ 84564 h 556225"/>
              <a:gd name="connsiteX21" fmla="*/ 422811 w 1456912"/>
              <a:gd name="connsiteY21" fmla="*/ 84564 h 556225"/>
              <a:gd name="connsiteX22" fmla="*/ 422811 w 1456912"/>
              <a:gd name="connsiteY22" fmla="*/ 56376 h 556225"/>
              <a:gd name="connsiteX23" fmla="*/ 112749 w 1456912"/>
              <a:gd name="connsiteY23" fmla="*/ 56376 h 556225"/>
              <a:gd name="connsiteX24" fmla="*/ 112749 w 1456912"/>
              <a:gd name="connsiteY24" fmla="*/ 281874 h 556225"/>
              <a:gd name="connsiteX25" fmla="*/ 382334 w 1456912"/>
              <a:gd name="connsiteY25" fmla="*/ 281874 h 556225"/>
              <a:gd name="connsiteX26" fmla="*/ 410152 w 1456912"/>
              <a:gd name="connsiteY26" fmla="*/ 253686 h 556225"/>
              <a:gd name="connsiteX27" fmla="*/ 56376 w 1456912"/>
              <a:gd name="connsiteY27" fmla="*/ 535557 h 556225"/>
              <a:gd name="connsiteX28" fmla="*/ 84564 w 1456912"/>
              <a:gd name="connsiteY28" fmla="*/ 535557 h 556225"/>
              <a:gd name="connsiteX29" fmla="*/ 84564 w 1456912"/>
              <a:gd name="connsiteY29" fmla="*/ 394620 h 556225"/>
              <a:gd name="connsiteX30" fmla="*/ 112752 w 1456912"/>
              <a:gd name="connsiteY30" fmla="*/ 394620 h 556225"/>
              <a:gd name="connsiteX31" fmla="*/ 112752 w 1456912"/>
              <a:gd name="connsiteY31" fmla="*/ 511890 h 556225"/>
              <a:gd name="connsiteX32" fmla="*/ 140940 w 1456912"/>
              <a:gd name="connsiteY32" fmla="*/ 483705 h 556225"/>
              <a:gd name="connsiteX33" fmla="*/ 140940 w 1456912"/>
              <a:gd name="connsiteY33" fmla="*/ 394620 h 556225"/>
              <a:gd name="connsiteX34" fmla="*/ 367714 w 1456912"/>
              <a:gd name="connsiteY34" fmla="*/ 394620 h 556225"/>
              <a:gd name="connsiteX35" fmla="*/ 367714 w 1456912"/>
              <a:gd name="connsiteY35" fmla="*/ 366435 h 556225"/>
              <a:gd name="connsiteX36" fmla="*/ 56376 w 1456912"/>
              <a:gd name="connsiteY36" fmla="*/ 366435 h 556225"/>
              <a:gd name="connsiteX37" fmla="*/ 56376 w 1456912"/>
              <a:gd name="connsiteY37" fmla="*/ 535557 h 556225"/>
              <a:gd name="connsiteX38" fmla="*/ 1428724 w 1456912"/>
              <a:gd name="connsiteY38" fmla="*/ 0 h 556225"/>
              <a:gd name="connsiteX39" fmla="*/ 1428724 w 1456912"/>
              <a:gd name="connsiteY39" fmla="*/ 324156 h 556225"/>
              <a:gd name="connsiteX40" fmla="*/ 1316539 w 1456912"/>
              <a:gd name="connsiteY40" fmla="*/ 514089 h 556225"/>
              <a:gd name="connsiteX41" fmla="*/ 1315903 w 1456912"/>
              <a:gd name="connsiteY41" fmla="*/ 513258 h 556225"/>
              <a:gd name="connsiteX42" fmla="*/ 1400536 w 1456912"/>
              <a:gd name="connsiteY42" fmla="*/ 351869 h 556225"/>
              <a:gd name="connsiteX43" fmla="*/ 1400536 w 1456912"/>
              <a:gd name="connsiteY43" fmla="*/ 3 h 556225"/>
              <a:gd name="connsiteX44" fmla="*/ 1372348 w 1456912"/>
              <a:gd name="connsiteY44" fmla="*/ 3 h 556225"/>
              <a:gd name="connsiteX45" fmla="*/ 1372348 w 1456912"/>
              <a:gd name="connsiteY45" fmla="*/ 351400 h 556225"/>
              <a:gd name="connsiteX46" fmla="*/ 1189132 w 1456912"/>
              <a:gd name="connsiteY46" fmla="*/ 528510 h 556225"/>
              <a:gd name="connsiteX47" fmla="*/ 1005916 w 1456912"/>
              <a:gd name="connsiteY47" fmla="*/ 351400 h 556225"/>
              <a:gd name="connsiteX48" fmla="*/ 1005916 w 1456912"/>
              <a:gd name="connsiteY48" fmla="*/ 23666 h 556225"/>
              <a:gd name="connsiteX49" fmla="*/ 977728 w 1456912"/>
              <a:gd name="connsiteY49" fmla="*/ 51854 h 556225"/>
              <a:gd name="connsiteX50" fmla="*/ 977728 w 1456912"/>
              <a:gd name="connsiteY50" fmla="*/ 351869 h 556225"/>
              <a:gd name="connsiteX51" fmla="*/ 1189132 w 1456912"/>
              <a:gd name="connsiteY51" fmla="*/ 556226 h 556225"/>
              <a:gd name="connsiteX52" fmla="*/ 1217320 w 1456912"/>
              <a:gd name="connsiteY52" fmla="*/ 556226 h 556225"/>
              <a:gd name="connsiteX53" fmla="*/ 1456912 w 1456912"/>
              <a:gd name="connsiteY53" fmla="*/ 324566 h 556225"/>
              <a:gd name="connsiteX54" fmla="*/ 1456912 w 1456912"/>
              <a:gd name="connsiteY54" fmla="*/ 0 h 556225"/>
              <a:gd name="connsiteX55" fmla="*/ 1428724 w 1456912"/>
              <a:gd name="connsiteY55" fmla="*/ 0 h 556225"/>
              <a:gd name="connsiteX56" fmla="*/ 1189132 w 1456912"/>
              <a:gd name="connsiteY56" fmla="*/ 500322 h 556225"/>
              <a:gd name="connsiteX57" fmla="*/ 1344160 w 1456912"/>
              <a:gd name="connsiteY57" fmla="*/ 351400 h 556225"/>
              <a:gd name="connsiteX58" fmla="*/ 1344160 w 1456912"/>
              <a:gd name="connsiteY58" fmla="*/ 351400 h 556225"/>
              <a:gd name="connsiteX59" fmla="*/ 1344160 w 1456912"/>
              <a:gd name="connsiteY59" fmla="*/ 23666 h 556225"/>
              <a:gd name="connsiteX60" fmla="*/ 1315972 w 1456912"/>
              <a:gd name="connsiteY60" fmla="*/ 51854 h 556225"/>
              <a:gd name="connsiteX61" fmla="*/ 1315972 w 1456912"/>
              <a:gd name="connsiteY61" fmla="*/ 324153 h 556225"/>
              <a:gd name="connsiteX62" fmla="*/ 1217317 w 1456912"/>
              <a:gd name="connsiteY62" fmla="*/ 415761 h 556225"/>
              <a:gd name="connsiteX63" fmla="*/ 1118662 w 1456912"/>
              <a:gd name="connsiteY63" fmla="*/ 324153 h 556225"/>
              <a:gd name="connsiteX64" fmla="*/ 1118662 w 1456912"/>
              <a:gd name="connsiteY64" fmla="*/ 3 h 556225"/>
              <a:gd name="connsiteX65" fmla="*/ 1090474 w 1456912"/>
              <a:gd name="connsiteY65" fmla="*/ 3 h 556225"/>
              <a:gd name="connsiteX66" fmla="*/ 1090474 w 1456912"/>
              <a:gd name="connsiteY66" fmla="*/ 324156 h 556225"/>
              <a:gd name="connsiteX67" fmla="*/ 1217317 w 1456912"/>
              <a:gd name="connsiteY67" fmla="*/ 443951 h 556225"/>
              <a:gd name="connsiteX68" fmla="*/ 1304349 w 1456912"/>
              <a:gd name="connsiteY68" fmla="*/ 404889 h 556225"/>
              <a:gd name="connsiteX69" fmla="*/ 1304982 w 1456912"/>
              <a:gd name="connsiteY69" fmla="*/ 405720 h 556225"/>
              <a:gd name="connsiteX70" fmla="*/ 1189129 w 1456912"/>
              <a:gd name="connsiteY70" fmla="*/ 472139 h 556225"/>
              <a:gd name="connsiteX71" fmla="*/ 1062303 w 1456912"/>
              <a:gd name="connsiteY71" fmla="*/ 352344 h 556225"/>
              <a:gd name="connsiteX72" fmla="*/ 1062286 w 1456912"/>
              <a:gd name="connsiteY72" fmla="*/ 352344 h 556225"/>
              <a:gd name="connsiteX73" fmla="*/ 1062286 w 1456912"/>
              <a:gd name="connsiteY73" fmla="*/ 3 h 556225"/>
              <a:gd name="connsiteX74" fmla="*/ 1034098 w 1456912"/>
              <a:gd name="connsiteY74" fmla="*/ 3 h 556225"/>
              <a:gd name="connsiteX75" fmla="*/ 1034098 w 1456912"/>
              <a:gd name="connsiteY75" fmla="*/ 352341 h 556225"/>
              <a:gd name="connsiteX76" fmla="*/ 1034113 w 1456912"/>
              <a:gd name="connsiteY76" fmla="*/ 352341 h 556225"/>
              <a:gd name="connsiteX77" fmla="*/ 1189132 w 1456912"/>
              <a:gd name="connsiteY77" fmla="*/ 500322 h 556225"/>
              <a:gd name="connsiteX78" fmla="*/ 562774 w 1456912"/>
              <a:gd name="connsiteY78" fmla="*/ 366435 h 556225"/>
              <a:gd name="connsiteX79" fmla="*/ 491494 w 1456912"/>
              <a:gd name="connsiteY79" fmla="*/ 535557 h 556225"/>
              <a:gd name="connsiteX80" fmla="*/ 519684 w 1456912"/>
              <a:gd name="connsiteY80" fmla="*/ 535554 h 556225"/>
              <a:gd name="connsiteX81" fmla="*/ 519682 w 1456912"/>
              <a:gd name="connsiteY81" fmla="*/ 535557 h 556225"/>
              <a:gd name="connsiteX82" fmla="*/ 519684 w 1456912"/>
              <a:gd name="connsiteY82" fmla="*/ 535557 h 556225"/>
              <a:gd name="connsiteX83" fmla="*/ 555322 w 1456912"/>
              <a:gd name="connsiteY83" fmla="*/ 450996 h 556225"/>
              <a:gd name="connsiteX84" fmla="*/ 794138 w 1456912"/>
              <a:gd name="connsiteY84" fmla="*/ 450996 h 556225"/>
              <a:gd name="connsiteX85" fmla="*/ 829744 w 1456912"/>
              <a:gd name="connsiteY85" fmla="*/ 535557 h 556225"/>
              <a:gd name="connsiteX86" fmla="*/ 857932 w 1456912"/>
              <a:gd name="connsiteY86" fmla="*/ 535557 h 556225"/>
              <a:gd name="connsiteX87" fmla="*/ 810457 w 1456912"/>
              <a:gd name="connsiteY87" fmla="*/ 422808 h 556225"/>
              <a:gd name="connsiteX88" fmla="*/ 567200 w 1456912"/>
              <a:gd name="connsiteY88" fmla="*/ 422808 h 556225"/>
              <a:gd name="connsiteX89" fmla="*/ 579078 w 1456912"/>
              <a:gd name="connsiteY89" fmla="*/ 394620 h 556225"/>
              <a:gd name="connsiteX90" fmla="*/ 826776 w 1456912"/>
              <a:gd name="connsiteY90" fmla="*/ 394620 h 556225"/>
              <a:gd name="connsiteX91" fmla="*/ 886120 w 1456912"/>
              <a:gd name="connsiteY91" fmla="*/ 535557 h 556225"/>
              <a:gd name="connsiteX92" fmla="*/ 914308 w 1456912"/>
              <a:gd name="connsiteY92" fmla="*/ 535557 h 556225"/>
              <a:gd name="connsiteX93" fmla="*/ 843097 w 1456912"/>
              <a:gd name="connsiteY93" fmla="*/ 366435 h 556225"/>
              <a:gd name="connsiteX94" fmla="*/ 562774 w 1456912"/>
              <a:gd name="connsiteY94" fmla="*/ 366435 h 556225"/>
              <a:gd name="connsiteX95" fmla="*/ 604248 w 1456912"/>
              <a:gd name="connsiteY95" fmla="*/ 0 h 556225"/>
              <a:gd name="connsiteX96" fmla="*/ 397091 w 1456912"/>
              <a:gd name="connsiteY96" fmla="*/ 491374 h 556225"/>
              <a:gd name="connsiteX97" fmla="*/ 415032 w 1456912"/>
              <a:gd name="connsiteY97" fmla="*/ 515732 h 556225"/>
              <a:gd name="connsiteX98" fmla="*/ 632437 w 1456912"/>
              <a:gd name="connsiteY98" fmla="*/ 0 h 556225"/>
              <a:gd name="connsiteX99" fmla="*/ 604248 w 1456912"/>
              <a:gd name="connsiteY99" fmla="*/ 0 h 556225"/>
              <a:gd name="connsiteX100" fmla="*/ 716998 w 1456912"/>
              <a:gd name="connsiteY100" fmla="*/ 3 h 556225"/>
              <a:gd name="connsiteX101" fmla="*/ 934130 w 1456912"/>
              <a:gd name="connsiteY101" fmla="*/ 515735 h 556225"/>
              <a:gd name="connsiteX102" fmla="*/ 952028 w 1456912"/>
              <a:gd name="connsiteY102" fmla="*/ 491377 h 556225"/>
              <a:gd name="connsiteX103" fmla="*/ 745186 w 1456912"/>
              <a:gd name="connsiteY103" fmla="*/ 3 h 556225"/>
              <a:gd name="connsiteX104" fmla="*/ 716998 w 1456912"/>
              <a:gd name="connsiteY104" fmla="*/ 3 h 556225"/>
              <a:gd name="connsiteX105" fmla="*/ 546409 w 1456912"/>
              <a:gd name="connsiteY105" fmla="*/ 338247 h 556225"/>
              <a:gd name="connsiteX106" fmla="*/ 463042 w 1456912"/>
              <a:gd name="connsiteY106" fmla="*/ 535557 h 556225"/>
              <a:gd name="connsiteX107" fmla="*/ 434854 w 1456912"/>
              <a:gd name="connsiteY107" fmla="*/ 535557 h 556225"/>
              <a:gd name="connsiteX108" fmla="*/ 646528 w 1456912"/>
              <a:gd name="connsiteY108" fmla="*/ 33467 h 556225"/>
              <a:gd name="connsiteX109" fmla="*/ 762988 w 1456912"/>
              <a:gd name="connsiteY109" fmla="*/ 310059 h 556225"/>
              <a:gd name="connsiteX110" fmla="*/ 791176 w 1456912"/>
              <a:gd name="connsiteY110" fmla="*/ 310059 h 556225"/>
              <a:gd name="connsiteX111" fmla="*/ 660624 w 1456912"/>
              <a:gd name="connsiteY111" fmla="*/ 3 h 556225"/>
              <a:gd name="connsiteX112" fmla="*/ 688812 w 1456912"/>
              <a:gd name="connsiteY112" fmla="*/ 3 h 556225"/>
              <a:gd name="connsiteX113" fmla="*/ 831231 w 1456912"/>
              <a:gd name="connsiteY113" fmla="*/ 338247 h 556225"/>
              <a:gd name="connsiteX114" fmla="*/ 546409 w 1456912"/>
              <a:gd name="connsiteY114" fmla="*/ 338247 h 556225"/>
              <a:gd name="connsiteX115" fmla="*/ 674788 w 1456912"/>
              <a:gd name="connsiteY115" fmla="*/ 167531 h 556225"/>
              <a:gd name="connsiteX116" fmla="*/ 614721 w 1456912"/>
              <a:gd name="connsiteY116" fmla="*/ 310062 h 556225"/>
              <a:gd name="connsiteX117" fmla="*/ 734800 w 1456912"/>
              <a:gd name="connsiteY117" fmla="*/ 310062 h 556225"/>
              <a:gd name="connsiteX118" fmla="*/ 674788 w 1456912"/>
              <a:gd name="connsiteY118" fmla="*/ 167531 h 556225"/>
              <a:gd name="connsiteX119" fmla="*/ 558275 w 1456912"/>
              <a:gd name="connsiteY119" fmla="*/ 310062 h 556225"/>
              <a:gd name="connsiteX120" fmla="*/ 586535 w 1456912"/>
              <a:gd name="connsiteY120" fmla="*/ 310062 h 556225"/>
              <a:gd name="connsiteX121" fmla="*/ 660703 w 1456912"/>
              <a:gd name="connsiteY121" fmla="*/ 134072 h 556225"/>
              <a:gd name="connsiteX122" fmla="*/ 646588 w 1456912"/>
              <a:gd name="connsiteY122" fmla="*/ 100553 h 556225"/>
              <a:gd name="connsiteX123" fmla="*/ 558275 w 1456912"/>
              <a:gd name="connsiteY123" fmla="*/ 310062 h 55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1456912" h="556225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chemeClr val="tx1"/>
          </a:solidFill>
          <a:ln w="289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0C3B9D07-F821-46AB-95B1-D19222D00FD7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22380010-0050-441D-BA9C-97B58351587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feld 62">
              <a:extLst>
                <a:ext uri="{FF2B5EF4-FFF2-40B4-BE49-F238E27FC236}">
                  <a16:creationId xmlns:a16="http://schemas.microsoft.com/office/drawing/2014/main" id="{C13F555F-C26E-4B21-A77C-6CA7380155F8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705760C0-8935-4141-9AEE-BB96816B3799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6" name="Gerader Verbinder 65">
              <a:extLst>
                <a:ext uri="{FF2B5EF4-FFF2-40B4-BE49-F238E27FC236}">
                  <a16:creationId xmlns:a16="http://schemas.microsoft.com/office/drawing/2014/main" id="{EBE9DAC0-7790-4611-B602-40B3CD18C73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Textfeld 66">
              <a:extLst>
                <a:ext uri="{FF2B5EF4-FFF2-40B4-BE49-F238E27FC236}">
                  <a16:creationId xmlns:a16="http://schemas.microsoft.com/office/drawing/2014/main" id="{1FBE1EE4-3D10-40E7-9F1E-627A51E59C6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B25E0919-4E1B-4A97-A1C2-6AE7D2A59920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9" name="Gerader Verbinder 68">
              <a:extLst>
                <a:ext uri="{FF2B5EF4-FFF2-40B4-BE49-F238E27FC236}">
                  <a16:creationId xmlns:a16="http://schemas.microsoft.com/office/drawing/2014/main" id="{849FBB7D-3378-4F36-B80B-3E0BDCA8343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feld 69">
              <a:extLst>
                <a:ext uri="{FF2B5EF4-FFF2-40B4-BE49-F238E27FC236}">
                  <a16:creationId xmlns:a16="http://schemas.microsoft.com/office/drawing/2014/main" id="{6141066E-6566-420D-B6EB-886DF25CCD1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87A742EA-EC3D-47DE-9C2D-533639983C8D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846719FD-F8B1-447D-8561-7A1E238E8A5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2ABDBC31-5895-4E49-887D-433A43B32DB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74" name="Gruppieren 73">
            <a:extLst>
              <a:ext uri="{FF2B5EF4-FFF2-40B4-BE49-F238E27FC236}">
                <a16:creationId xmlns:a16="http://schemas.microsoft.com/office/drawing/2014/main" id="{AEF4BF1C-C847-48A1-A7BF-3BEE82EF1C59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5" name="Gerader Verbinder 74">
              <a:extLst>
                <a:ext uri="{FF2B5EF4-FFF2-40B4-BE49-F238E27FC236}">
                  <a16:creationId xmlns:a16="http://schemas.microsoft.com/office/drawing/2014/main" id="{1CF60061-B6B2-4FE6-9482-278DFD418BD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73D29742-39CB-41E5-B346-BADC9743E285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7" name="Gruppieren 76">
            <a:extLst>
              <a:ext uri="{FF2B5EF4-FFF2-40B4-BE49-F238E27FC236}">
                <a16:creationId xmlns:a16="http://schemas.microsoft.com/office/drawing/2014/main" id="{D55A5473-7182-4B24-8843-51E2ADF3D492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204A095A-3A24-4259-92A8-4500898AC05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82971EAD-9159-4D12-8726-4FBE6AFA23F0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80" name="Gruppieren 79">
            <a:extLst>
              <a:ext uri="{FF2B5EF4-FFF2-40B4-BE49-F238E27FC236}">
                <a16:creationId xmlns:a16="http://schemas.microsoft.com/office/drawing/2014/main" id="{D1FF9524-93DA-476B-89EA-9E475617F2D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81" name="Gerader Verbinder 80">
              <a:extLst>
                <a:ext uri="{FF2B5EF4-FFF2-40B4-BE49-F238E27FC236}">
                  <a16:creationId xmlns:a16="http://schemas.microsoft.com/office/drawing/2014/main" id="{8DFFD401-DC7D-4F6D-82BF-DC6E357E59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Textfeld 81">
              <a:extLst>
                <a:ext uri="{FF2B5EF4-FFF2-40B4-BE49-F238E27FC236}">
                  <a16:creationId xmlns:a16="http://schemas.microsoft.com/office/drawing/2014/main" id="{36A6CE9C-ECB8-42E6-B61D-3A0F3C4D7A5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20076CAA-CFEC-4359-9762-07ED0661EE26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91EF761B-D6BF-475C-8903-456E1F0576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feld 84">
              <a:extLst>
                <a:ext uri="{FF2B5EF4-FFF2-40B4-BE49-F238E27FC236}">
                  <a16:creationId xmlns:a16="http://schemas.microsoft.com/office/drawing/2014/main" id="{413A99B1-6C23-41A6-A82B-0EC01B779471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16CE4EF7-E819-4747-A9E4-8C86F991481E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7" name="Gerader Verbinder 86">
              <a:extLst>
                <a:ext uri="{FF2B5EF4-FFF2-40B4-BE49-F238E27FC236}">
                  <a16:creationId xmlns:a16="http://schemas.microsoft.com/office/drawing/2014/main" id="{3B78DE36-86EF-463F-A7E5-0CD3043C9F4D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Textfeld 87">
              <a:extLst>
                <a:ext uri="{FF2B5EF4-FFF2-40B4-BE49-F238E27FC236}">
                  <a16:creationId xmlns:a16="http://schemas.microsoft.com/office/drawing/2014/main" id="{EAD15804-28A7-4690-889A-7D8A91A7D478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9" name="Gerader Verbinder 88">
            <a:extLst>
              <a:ext uri="{FF2B5EF4-FFF2-40B4-BE49-F238E27FC236}">
                <a16:creationId xmlns:a16="http://schemas.microsoft.com/office/drawing/2014/main" id="{9023C4F7-97EF-4D2F-9223-1AFEE89D9C6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D5072DFD-BA29-43BB-A0B1-01F593A0242E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91" name="Gerader Verbinder 90">
              <a:extLst>
                <a:ext uri="{FF2B5EF4-FFF2-40B4-BE49-F238E27FC236}">
                  <a16:creationId xmlns:a16="http://schemas.microsoft.com/office/drawing/2014/main" id="{A9C77A6D-E177-4B69-A5A1-6B77E4229F3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feld 91">
              <a:extLst>
                <a:ext uri="{FF2B5EF4-FFF2-40B4-BE49-F238E27FC236}">
                  <a16:creationId xmlns:a16="http://schemas.microsoft.com/office/drawing/2014/main" id="{701274C6-5A42-4082-BC4B-8532BFB4CC40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93" name="Grafik 3">
            <a:extLst>
              <a:ext uri="{FF2B5EF4-FFF2-40B4-BE49-F238E27FC236}">
                <a16:creationId xmlns:a16="http://schemas.microsoft.com/office/drawing/2014/main" id="{34779E26-A476-42EA-AD8D-4B07F6EB993B}"/>
              </a:ext>
            </a:extLst>
          </p:cNvPr>
          <p:cNvGrpSpPr/>
          <p:nvPr userDrawn="1"/>
        </p:nvGrpSpPr>
        <p:grpSpPr>
          <a:xfrm>
            <a:off x="520163" y="293688"/>
            <a:ext cx="2589683" cy="327844"/>
            <a:chOff x="2269806" y="2525076"/>
            <a:chExt cx="7681912" cy="972502"/>
          </a:xfrm>
          <a:solidFill>
            <a:schemeClr val="tx1"/>
          </a:solidFill>
        </p:grpSpPr>
        <p:sp>
          <p:nvSpPr>
            <p:cNvPr id="94" name="Freihandform: Form 93">
              <a:extLst>
                <a:ext uri="{FF2B5EF4-FFF2-40B4-BE49-F238E27FC236}">
                  <a16:creationId xmlns:a16="http://schemas.microsoft.com/office/drawing/2014/main" id="{F8AF7F99-64EC-419E-A9FE-C7BE6D171430}"/>
                </a:ext>
              </a:extLst>
            </p:cNvPr>
            <p:cNvSpPr/>
            <p:nvPr/>
          </p:nvSpPr>
          <p:spPr>
            <a:xfrm>
              <a:off x="2269806" y="2545079"/>
              <a:ext cx="232409" cy="369569"/>
            </a:xfrm>
            <a:custGeom>
              <a:avLst/>
              <a:gdLst>
                <a:gd name="connsiteX0" fmla="*/ 232410 w 232409"/>
                <a:gd name="connsiteY0" fmla="*/ 60960 h 369569"/>
                <a:gd name="connsiteX1" fmla="*/ 65723 w 232409"/>
                <a:gd name="connsiteY1" fmla="*/ 60960 h 369569"/>
                <a:gd name="connsiteX2" fmla="*/ 65723 w 232409"/>
                <a:gd name="connsiteY2" fmla="*/ 152400 h 369569"/>
                <a:gd name="connsiteX3" fmla="*/ 189547 w 232409"/>
                <a:gd name="connsiteY3" fmla="*/ 152400 h 369569"/>
                <a:gd name="connsiteX4" fmla="*/ 189547 w 232409"/>
                <a:gd name="connsiteY4" fmla="*/ 212408 h 369569"/>
                <a:gd name="connsiteX5" fmla="*/ 65723 w 232409"/>
                <a:gd name="connsiteY5" fmla="*/ 212408 h 369569"/>
                <a:gd name="connsiteX6" fmla="*/ 65723 w 232409"/>
                <a:gd name="connsiteY6" fmla="*/ 369570 h 369569"/>
                <a:gd name="connsiteX7" fmla="*/ 0 w 232409"/>
                <a:gd name="connsiteY7" fmla="*/ 369570 h 369569"/>
                <a:gd name="connsiteX8" fmla="*/ 0 w 232409"/>
                <a:gd name="connsiteY8" fmla="*/ 0 h 369569"/>
                <a:gd name="connsiteX9" fmla="*/ 231458 w 232409"/>
                <a:gd name="connsiteY9" fmla="*/ 0 h 369569"/>
                <a:gd name="connsiteX10" fmla="*/ 231458 w 232409"/>
                <a:gd name="connsiteY10" fmla="*/ 60960 h 369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2409" h="36956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5" name="Freihandform: Form 94">
              <a:extLst>
                <a:ext uri="{FF2B5EF4-FFF2-40B4-BE49-F238E27FC236}">
                  <a16:creationId xmlns:a16="http://schemas.microsoft.com/office/drawing/2014/main" id="{FDAED7EA-DCF7-4860-B84B-121D7047C943}"/>
                </a:ext>
              </a:extLst>
            </p:cNvPr>
            <p:cNvSpPr/>
            <p:nvPr/>
          </p:nvSpPr>
          <p:spPr>
            <a:xfrm>
              <a:off x="2538412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6" name="Freihandform: Form 95">
              <a:extLst>
                <a:ext uri="{FF2B5EF4-FFF2-40B4-BE49-F238E27FC236}">
                  <a16:creationId xmlns:a16="http://schemas.microsoft.com/office/drawing/2014/main" id="{D8548502-EFF1-44E6-A928-F93F3B6F1EFE}"/>
                </a:ext>
              </a:extLst>
            </p:cNvPr>
            <p:cNvSpPr/>
            <p:nvPr/>
          </p:nvSpPr>
          <p:spPr>
            <a:xfrm>
              <a:off x="2743199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8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007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7" name="Freihandform: Form 96">
              <a:extLst>
                <a:ext uri="{FF2B5EF4-FFF2-40B4-BE49-F238E27FC236}">
                  <a16:creationId xmlns:a16="http://schemas.microsoft.com/office/drawing/2014/main" id="{E12015F6-6ED8-4580-B33E-BEBFC6FDDA03}"/>
                </a:ext>
              </a:extLst>
            </p:cNvPr>
            <p:cNvSpPr/>
            <p:nvPr/>
          </p:nvSpPr>
          <p:spPr>
            <a:xfrm>
              <a:off x="2879407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8" name="Freihandform: Form 97">
              <a:extLst>
                <a:ext uri="{FF2B5EF4-FFF2-40B4-BE49-F238E27FC236}">
                  <a16:creationId xmlns:a16="http://schemas.microsoft.com/office/drawing/2014/main" id="{DCA680B9-0002-469D-B19F-8AB1ABDFBDFA}"/>
                </a:ext>
              </a:extLst>
            </p:cNvPr>
            <p:cNvSpPr/>
            <p:nvPr/>
          </p:nvSpPr>
          <p:spPr>
            <a:xfrm>
              <a:off x="3177539" y="2525076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2 w 248602"/>
                <a:gd name="connsiteY5" fmla="*/ 0 h 396239"/>
                <a:gd name="connsiteX6" fmla="*/ 248602 w 248602"/>
                <a:gd name="connsiteY6" fmla="*/ 389573 h 396239"/>
                <a:gd name="connsiteX7" fmla="*/ 187642 w 248602"/>
                <a:gd name="connsiteY7" fmla="*/ 389573 h 396239"/>
                <a:gd name="connsiteX8" fmla="*/ 187642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0960 w 248602"/>
                <a:gd name="connsiteY12" fmla="*/ 255270 h 396239"/>
                <a:gd name="connsiteX13" fmla="*/ 122872 w 248602"/>
                <a:gd name="connsiteY13" fmla="*/ 340995 h 396239"/>
                <a:gd name="connsiteX14" fmla="*/ 186690 w 248602"/>
                <a:gd name="connsiteY14" fmla="*/ 305753 h 396239"/>
                <a:gd name="connsiteX15" fmla="*/ 186690 w 248602"/>
                <a:gd name="connsiteY15" fmla="*/ 207645 h 396239"/>
                <a:gd name="connsiteX16" fmla="*/ 122872 w 248602"/>
                <a:gd name="connsiteY16" fmla="*/ 172402 h 396239"/>
                <a:gd name="connsiteX17" fmla="*/ 60960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9" name="Freihandform: Form 98">
              <a:extLst>
                <a:ext uri="{FF2B5EF4-FFF2-40B4-BE49-F238E27FC236}">
                  <a16:creationId xmlns:a16="http://schemas.microsoft.com/office/drawing/2014/main" id="{B551F0BB-C381-430F-81E6-0FAA45096EF2}"/>
                </a:ext>
              </a:extLst>
            </p:cNvPr>
            <p:cNvSpPr/>
            <p:nvPr/>
          </p:nvSpPr>
          <p:spPr>
            <a:xfrm>
              <a:off x="3509009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0" name="Freihandform: Form 99">
              <a:extLst>
                <a:ext uri="{FF2B5EF4-FFF2-40B4-BE49-F238E27FC236}">
                  <a16:creationId xmlns:a16="http://schemas.microsoft.com/office/drawing/2014/main" id="{3AC38FBB-BE52-4B89-9B54-0948294853E3}"/>
                </a:ext>
              </a:extLst>
            </p:cNvPr>
            <p:cNvSpPr/>
            <p:nvPr/>
          </p:nvSpPr>
          <p:spPr>
            <a:xfrm>
              <a:off x="3712844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8 w 79057"/>
                <a:gd name="connsiteY4" fmla="*/ 38100 h 384810"/>
                <a:gd name="connsiteX5" fmla="*/ 71438 w 79057"/>
                <a:gd name="connsiteY5" fmla="*/ 384810 h 384810"/>
                <a:gd name="connsiteX6" fmla="*/ 9525 w 79057"/>
                <a:gd name="connsiteY6" fmla="*/ 384810 h 384810"/>
                <a:gd name="connsiteX7" fmla="*/ 9525 w 79057"/>
                <a:gd name="connsiteY7" fmla="*/ 118110 h 384810"/>
                <a:gd name="connsiteX8" fmla="*/ 71438 w 79057"/>
                <a:gd name="connsiteY8" fmla="*/ 118110 h 384810"/>
                <a:gd name="connsiteX9" fmla="*/ 71438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007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1" name="Freihandform: Form 100">
              <a:extLst>
                <a:ext uri="{FF2B5EF4-FFF2-40B4-BE49-F238E27FC236}">
                  <a16:creationId xmlns:a16="http://schemas.microsoft.com/office/drawing/2014/main" id="{F9FD5BD7-B9C3-43E5-8516-25B362786EE0}"/>
                </a:ext>
              </a:extLst>
            </p:cNvPr>
            <p:cNvSpPr/>
            <p:nvPr/>
          </p:nvSpPr>
          <p:spPr>
            <a:xfrm>
              <a:off x="3850957" y="2640329"/>
              <a:ext cx="224789" cy="280034"/>
            </a:xfrm>
            <a:custGeom>
              <a:avLst/>
              <a:gdLst>
                <a:gd name="connsiteX0" fmla="*/ 222885 w 224789"/>
                <a:gd name="connsiteY0" fmla="*/ 237172 h 280034"/>
                <a:gd name="connsiteX1" fmla="*/ 127635 w 224789"/>
                <a:gd name="connsiteY1" fmla="*/ 280035 h 280034"/>
                <a:gd name="connsiteX2" fmla="*/ 0 w 224789"/>
                <a:gd name="connsiteY2" fmla="*/ 140970 h 280034"/>
                <a:gd name="connsiteX3" fmla="*/ 128588 w 224789"/>
                <a:gd name="connsiteY3" fmla="*/ 0 h 280034"/>
                <a:gd name="connsiteX4" fmla="*/ 224790 w 224789"/>
                <a:gd name="connsiteY4" fmla="*/ 45720 h 280034"/>
                <a:gd name="connsiteX5" fmla="*/ 181927 w 224789"/>
                <a:gd name="connsiteY5" fmla="*/ 86678 h 280034"/>
                <a:gd name="connsiteX6" fmla="*/ 128588 w 224789"/>
                <a:gd name="connsiteY6" fmla="*/ 57150 h 280034"/>
                <a:gd name="connsiteX7" fmla="*/ 62865 w 224789"/>
                <a:gd name="connsiteY7" fmla="*/ 140018 h 280034"/>
                <a:gd name="connsiteX8" fmla="*/ 128588 w 224789"/>
                <a:gd name="connsiteY8" fmla="*/ 222885 h 280034"/>
                <a:gd name="connsiteX9" fmla="*/ 183833 w 224789"/>
                <a:gd name="connsiteY9" fmla="*/ 193358 h 280034"/>
                <a:gd name="connsiteX10" fmla="*/ 222885 w 224789"/>
                <a:gd name="connsiteY10" fmla="*/ 237172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4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2" name="Freihandform: Form 101">
              <a:extLst>
                <a:ext uri="{FF2B5EF4-FFF2-40B4-BE49-F238E27FC236}">
                  <a16:creationId xmlns:a16="http://schemas.microsoft.com/office/drawing/2014/main" id="{A8AF7167-E2F6-4B95-B4FB-C31F86B73E29}"/>
                </a:ext>
              </a:extLst>
            </p:cNvPr>
            <p:cNvSpPr/>
            <p:nvPr/>
          </p:nvSpPr>
          <p:spPr>
            <a:xfrm>
              <a:off x="4129087" y="2525076"/>
              <a:ext cx="229552" cy="389572"/>
            </a:xfrm>
            <a:custGeom>
              <a:avLst/>
              <a:gdLst>
                <a:gd name="connsiteX0" fmla="*/ 229553 w 229552"/>
                <a:gd name="connsiteY0" fmla="*/ 388620 h 389572"/>
                <a:gd name="connsiteX1" fmla="*/ 167640 w 229552"/>
                <a:gd name="connsiteY1" fmla="*/ 388620 h 389572"/>
                <a:gd name="connsiteX2" fmla="*/ 167640 w 229552"/>
                <a:gd name="connsiteY2" fmla="*/ 236220 h 389572"/>
                <a:gd name="connsiteX3" fmla="*/ 118110 w 229552"/>
                <a:gd name="connsiteY3" fmla="*/ 171450 h 389572"/>
                <a:gd name="connsiteX4" fmla="*/ 62865 w 229552"/>
                <a:gd name="connsiteY4" fmla="*/ 236220 h 389572"/>
                <a:gd name="connsiteX5" fmla="*/ 62865 w 229552"/>
                <a:gd name="connsiteY5" fmla="*/ 389573 h 389572"/>
                <a:gd name="connsiteX6" fmla="*/ 0 w 229552"/>
                <a:gd name="connsiteY6" fmla="*/ 389573 h 389572"/>
                <a:gd name="connsiteX7" fmla="*/ 0 w 229552"/>
                <a:gd name="connsiteY7" fmla="*/ 15240 h 389572"/>
                <a:gd name="connsiteX8" fmla="*/ 61913 w 229552"/>
                <a:gd name="connsiteY8" fmla="*/ 0 h 389572"/>
                <a:gd name="connsiteX9" fmla="*/ 61913 w 229552"/>
                <a:gd name="connsiteY9" fmla="*/ 155258 h 389572"/>
                <a:gd name="connsiteX10" fmla="*/ 62865 w 229552"/>
                <a:gd name="connsiteY10" fmla="*/ 155258 h 389572"/>
                <a:gd name="connsiteX11" fmla="*/ 140970 w 229552"/>
                <a:gd name="connsiteY11" fmla="*/ 116205 h 389572"/>
                <a:gd name="connsiteX12" fmla="*/ 228600 w 229552"/>
                <a:gd name="connsiteY12" fmla="*/ 223838 h 389572"/>
                <a:gd name="connsiteX13" fmla="*/ 228600 w 229552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52" h="38957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3" name="Freihandform: Form 102">
              <a:extLst>
                <a:ext uri="{FF2B5EF4-FFF2-40B4-BE49-F238E27FC236}">
                  <a16:creationId xmlns:a16="http://schemas.microsoft.com/office/drawing/2014/main" id="{CC128E6B-175C-415A-9742-57588087E605}"/>
                </a:ext>
              </a:extLst>
            </p:cNvPr>
            <p:cNvSpPr/>
            <p:nvPr/>
          </p:nvSpPr>
          <p:spPr>
            <a:xfrm>
              <a:off x="4430077" y="2721291"/>
              <a:ext cx="130492" cy="59055"/>
            </a:xfrm>
            <a:custGeom>
              <a:avLst/>
              <a:gdLst>
                <a:gd name="connsiteX0" fmla="*/ 130492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2 w 130492"/>
                <a:gd name="connsiteY3" fmla="*/ 0 h 59055"/>
                <a:gd name="connsiteX4" fmla="*/ 130492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4" name="Freihandform: Form 103">
              <a:extLst>
                <a:ext uri="{FF2B5EF4-FFF2-40B4-BE49-F238E27FC236}">
                  <a16:creationId xmlns:a16="http://schemas.microsoft.com/office/drawing/2014/main" id="{65A94EDD-4550-4A39-A867-4A8D6BBA9DFA}"/>
                </a:ext>
              </a:extLst>
            </p:cNvPr>
            <p:cNvSpPr/>
            <p:nvPr/>
          </p:nvSpPr>
          <p:spPr>
            <a:xfrm>
              <a:off x="4593906" y="2545079"/>
              <a:ext cx="342900" cy="368617"/>
            </a:xfrm>
            <a:custGeom>
              <a:avLst/>
              <a:gdLst>
                <a:gd name="connsiteX0" fmla="*/ 136208 w 342900"/>
                <a:gd name="connsiteY0" fmla="*/ 0 h 368617"/>
                <a:gd name="connsiteX1" fmla="*/ 205740 w 342900"/>
                <a:gd name="connsiteY1" fmla="*/ 0 h 368617"/>
                <a:gd name="connsiteX2" fmla="*/ 342900 w 342900"/>
                <a:gd name="connsiteY2" fmla="*/ 368618 h 368617"/>
                <a:gd name="connsiteX3" fmla="*/ 271463 w 342900"/>
                <a:gd name="connsiteY3" fmla="*/ 368618 h 368617"/>
                <a:gd name="connsiteX4" fmla="*/ 244793 w 342900"/>
                <a:gd name="connsiteY4" fmla="*/ 290512 h 368617"/>
                <a:gd name="connsiteX5" fmla="*/ 96203 w 342900"/>
                <a:gd name="connsiteY5" fmla="*/ 290512 h 368617"/>
                <a:gd name="connsiteX6" fmla="*/ 69533 w 342900"/>
                <a:gd name="connsiteY6" fmla="*/ 368618 h 368617"/>
                <a:gd name="connsiteX7" fmla="*/ 0 w 342900"/>
                <a:gd name="connsiteY7" fmla="*/ 368618 h 368617"/>
                <a:gd name="connsiteX8" fmla="*/ 136208 w 342900"/>
                <a:gd name="connsiteY8" fmla="*/ 0 h 368617"/>
                <a:gd name="connsiteX9" fmla="*/ 116205 w 342900"/>
                <a:gd name="connsiteY9" fmla="*/ 231458 h 368617"/>
                <a:gd name="connsiteX10" fmla="*/ 223838 w 342900"/>
                <a:gd name="connsiteY10" fmla="*/ 231458 h 368617"/>
                <a:gd name="connsiteX11" fmla="*/ 170498 w 342900"/>
                <a:gd name="connsiteY11" fmla="*/ 75247 h 368617"/>
                <a:gd name="connsiteX12" fmla="*/ 169545 w 342900"/>
                <a:gd name="connsiteY12" fmla="*/ 75247 h 368617"/>
                <a:gd name="connsiteX13" fmla="*/ 116205 w 342900"/>
                <a:gd name="connsiteY13" fmla="*/ 231458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2900" h="368617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5" name="Freihandform: Form 104">
              <a:extLst>
                <a:ext uri="{FF2B5EF4-FFF2-40B4-BE49-F238E27FC236}">
                  <a16:creationId xmlns:a16="http://schemas.microsoft.com/office/drawing/2014/main" id="{EA0347CB-06AA-463D-8B58-8B6629F36FC3}"/>
                </a:ext>
              </a:extLst>
            </p:cNvPr>
            <p:cNvSpPr/>
            <p:nvPr/>
          </p:nvSpPr>
          <p:spPr>
            <a:xfrm>
              <a:off x="4992052" y="2525076"/>
              <a:ext cx="61912" cy="388620"/>
            </a:xfrm>
            <a:custGeom>
              <a:avLst/>
              <a:gdLst>
                <a:gd name="connsiteX0" fmla="*/ 61913 w 61912"/>
                <a:gd name="connsiteY0" fmla="*/ 388620 h 388620"/>
                <a:gd name="connsiteX1" fmla="*/ 0 w 61912"/>
                <a:gd name="connsiteY1" fmla="*/ 388620 h 388620"/>
                <a:gd name="connsiteX2" fmla="*/ 0 w 61912"/>
                <a:gd name="connsiteY2" fmla="*/ 14288 h 388620"/>
                <a:gd name="connsiteX3" fmla="*/ 61913 w 61912"/>
                <a:gd name="connsiteY3" fmla="*/ 0 h 388620"/>
                <a:gd name="connsiteX4" fmla="*/ 61913 w 61912"/>
                <a:gd name="connsiteY4" fmla="*/ 388620 h 388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8620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6" name="Freihandform: Form 105">
              <a:extLst>
                <a:ext uri="{FF2B5EF4-FFF2-40B4-BE49-F238E27FC236}">
                  <a16:creationId xmlns:a16="http://schemas.microsoft.com/office/drawing/2014/main" id="{29919BA9-FA5D-417E-B7D4-5AB0A600FDE4}"/>
                </a:ext>
              </a:extLst>
            </p:cNvPr>
            <p:cNvSpPr/>
            <p:nvPr/>
          </p:nvSpPr>
          <p:spPr>
            <a:xfrm>
              <a:off x="512063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7" name="Freihandform: Form 106">
              <a:extLst>
                <a:ext uri="{FF2B5EF4-FFF2-40B4-BE49-F238E27FC236}">
                  <a16:creationId xmlns:a16="http://schemas.microsoft.com/office/drawing/2014/main" id="{30556B4C-AC06-475E-A5F8-60FC751F3BA2}"/>
                </a:ext>
              </a:extLst>
            </p:cNvPr>
            <p:cNvSpPr/>
            <p:nvPr/>
          </p:nvSpPr>
          <p:spPr>
            <a:xfrm>
              <a:off x="5397817" y="2646997"/>
              <a:ext cx="255269" cy="266700"/>
            </a:xfrm>
            <a:custGeom>
              <a:avLst/>
              <a:gdLst>
                <a:gd name="connsiteX0" fmla="*/ 255270 w 255269"/>
                <a:gd name="connsiteY0" fmla="*/ 266700 h 266700"/>
                <a:gd name="connsiteX1" fmla="*/ 183832 w 255269"/>
                <a:gd name="connsiteY1" fmla="*/ 266700 h 266700"/>
                <a:gd name="connsiteX2" fmla="*/ 126682 w 255269"/>
                <a:gd name="connsiteY2" fmla="*/ 174307 h 266700"/>
                <a:gd name="connsiteX3" fmla="*/ 125730 w 255269"/>
                <a:gd name="connsiteY3" fmla="*/ 174307 h 266700"/>
                <a:gd name="connsiteX4" fmla="*/ 70485 w 255269"/>
                <a:gd name="connsiteY4" fmla="*/ 266700 h 266700"/>
                <a:gd name="connsiteX5" fmla="*/ 0 w 255269"/>
                <a:gd name="connsiteY5" fmla="*/ 266700 h 266700"/>
                <a:gd name="connsiteX6" fmla="*/ 91440 w 255269"/>
                <a:gd name="connsiteY6" fmla="*/ 128588 h 266700"/>
                <a:gd name="connsiteX7" fmla="*/ 6667 w 255269"/>
                <a:gd name="connsiteY7" fmla="*/ 0 h 266700"/>
                <a:gd name="connsiteX8" fmla="*/ 77152 w 255269"/>
                <a:gd name="connsiteY8" fmla="*/ 0 h 266700"/>
                <a:gd name="connsiteX9" fmla="*/ 127635 w 255269"/>
                <a:gd name="connsiteY9" fmla="*/ 81915 h 266700"/>
                <a:gd name="connsiteX10" fmla="*/ 128588 w 255269"/>
                <a:gd name="connsiteY10" fmla="*/ 81915 h 266700"/>
                <a:gd name="connsiteX11" fmla="*/ 178117 w 255269"/>
                <a:gd name="connsiteY11" fmla="*/ 0 h 266700"/>
                <a:gd name="connsiteX12" fmla="*/ 247650 w 255269"/>
                <a:gd name="connsiteY12" fmla="*/ 0 h 266700"/>
                <a:gd name="connsiteX13" fmla="*/ 163830 w 255269"/>
                <a:gd name="connsiteY13" fmla="*/ 127635 h 266700"/>
                <a:gd name="connsiteX14" fmla="*/ 255270 w 255269"/>
                <a:gd name="connsiteY14" fmla="*/ 26670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5269" h="266700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8" name="Freihandform: Form 107">
              <a:extLst>
                <a:ext uri="{FF2B5EF4-FFF2-40B4-BE49-F238E27FC236}">
                  <a16:creationId xmlns:a16="http://schemas.microsoft.com/office/drawing/2014/main" id="{FE1A8FD0-EE23-407A-B290-A55B79F58499}"/>
                </a:ext>
              </a:extLst>
            </p:cNvPr>
            <p:cNvSpPr/>
            <p:nvPr/>
          </p:nvSpPr>
          <p:spPr>
            <a:xfrm>
              <a:off x="5686407" y="2641281"/>
              <a:ext cx="225759" cy="279082"/>
            </a:xfrm>
            <a:custGeom>
              <a:avLst/>
              <a:gdLst>
                <a:gd name="connsiteX0" fmla="*/ 114317 w 225759"/>
                <a:gd name="connsiteY0" fmla="*/ 107632 h 279082"/>
                <a:gd name="connsiteX1" fmla="*/ 164799 w 225759"/>
                <a:gd name="connsiteY1" fmla="*/ 113347 h 279082"/>
                <a:gd name="connsiteX2" fmla="*/ 164799 w 225759"/>
                <a:gd name="connsiteY2" fmla="*/ 103822 h 279082"/>
                <a:gd name="connsiteX3" fmla="*/ 105744 w 225759"/>
                <a:gd name="connsiteY3" fmla="*/ 52388 h 279082"/>
                <a:gd name="connsiteX4" fmla="*/ 38117 w 225759"/>
                <a:gd name="connsiteY4" fmla="*/ 67628 h 279082"/>
                <a:gd name="connsiteX5" fmla="*/ 24782 w 225759"/>
                <a:gd name="connsiteY5" fmla="*/ 15240 h 279082"/>
                <a:gd name="connsiteX6" fmla="*/ 112412 w 225759"/>
                <a:gd name="connsiteY6" fmla="*/ 0 h 279082"/>
                <a:gd name="connsiteX7" fmla="*/ 225759 w 225759"/>
                <a:gd name="connsiteY7" fmla="*/ 102870 h 279082"/>
                <a:gd name="connsiteX8" fmla="*/ 225759 w 225759"/>
                <a:gd name="connsiteY8" fmla="*/ 273368 h 279082"/>
                <a:gd name="connsiteX9" fmla="*/ 166704 w 225759"/>
                <a:gd name="connsiteY9" fmla="*/ 273368 h 279082"/>
                <a:gd name="connsiteX10" fmla="*/ 166704 w 225759"/>
                <a:gd name="connsiteY10" fmla="*/ 244793 h 279082"/>
                <a:gd name="connsiteX11" fmla="*/ 165752 w 225759"/>
                <a:gd name="connsiteY11" fmla="*/ 244793 h 279082"/>
                <a:gd name="connsiteX12" fmla="*/ 87647 w 225759"/>
                <a:gd name="connsiteY12" fmla="*/ 279083 h 279082"/>
                <a:gd name="connsiteX13" fmla="*/ 17 w 225759"/>
                <a:gd name="connsiteY13" fmla="*/ 194310 h 279082"/>
                <a:gd name="connsiteX14" fmla="*/ 114317 w 225759"/>
                <a:gd name="connsiteY14" fmla="*/ 107632 h 279082"/>
                <a:gd name="connsiteX15" fmla="*/ 103839 w 225759"/>
                <a:gd name="connsiteY15" fmla="*/ 232410 h 279082"/>
                <a:gd name="connsiteX16" fmla="*/ 164799 w 225759"/>
                <a:gd name="connsiteY16" fmla="*/ 200025 h 279082"/>
                <a:gd name="connsiteX17" fmla="*/ 164799 w 225759"/>
                <a:gd name="connsiteY17" fmla="*/ 154305 h 279082"/>
                <a:gd name="connsiteX18" fmla="*/ 120984 w 225759"/>
                <a:gd name="connsiteY18" fmla="*/ 149543 h 279082"/>
                <a:gd name="connsiteX19" fmla="*/ 59072 w 225759"/>
                <a:gd name="connsiteY19" fmla="*/ 193358 h 279082"/>
                <a:gd name="connsiteX20" fmla="*/ 103839 w 225759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59" h="279082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8103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9" name="Freihandform: Form 108">
              <a:extLst>
                <a:ext uri="{FF2B5EF4-FFF2-40B4-BE49-F238E27FC236}">
                  <a16:creationId xmlns:a16="http://schemas.microsoft.com/office/drawing/2014/main" id="{B80E6152-0944-43C9-A284-001F9AB95DA1}"/>
                </a:ext>
              </a:extLst>
            </p:cNvPr>
            <p:cNvSpPr/>
            <p:nvPr/>
          </p:nvSpPr>
          <p:spPr>
            <a:xfrm>
              <a:off x="5991224" y="2641281"/>
              <a:ext cx="229552" cy="273367"/>
            </a:xfrm>
            <a:custGeom>
              <a:avLst/>
              <a:gdLst>
                <a:gd name="connsiteX0" fmla="*/ 229553 w 229552"/>
                <a:gd name="connsiteY0" fmla="*/ 272415 h 273367"/>
                <a:gd name="connsiteX1" fmla="*/ 166688 w 229552"/>
                <a:gd name="connsiteY1" fmla="*/ 272415 h 273367"/>
                <a:gd name="connsiteX2" fmla="*/ 166688 w 229552"/>
                <a:gd name="connsiteY2" fmla="*/ 120015 h 273367"/>
                <a:gd name="connsiteX3" fmla="*/ 117157 w 229552"/>
                <a:gd name="connsiteY3" fmla="*/ 55245 h 273367"/>
                <a:gd name="connsiteX4" fmla="*/ 61913 w 229552"/>
                <a:gd name="connsiteY4" fmla="*/ 120015 h 273367"/>
                <a:gd name="connsiteX5" fmla="*/ 61913 w 229552"/>
                <a:gd name="connsiteY5" fmla="*/ 273368 h 273367"/>
                <a:gd name="connsiteX6" fmla="*/ 0 w 229552"/>
                <a:gd name="connsiteY6" fmla="*/ 273368 h 273367"/>
                <a:gd name="connsiteX7" fmla="*/ 0 w 229552"/>
                <a:gd name="connsiteY7" fmla="*/ 6668 h 273367"/>
                <a:gd name="connsiteX8" fmla="*/ 61913 w 229552"/>
                <a:gd name="connsiteY8" fmla="*/ 6668 h 273367"/>
                <a:gd name="connsiteX9" fmla="*/ 61913 w 229552"/>
                <a:gd name="connsiteY9" fmla="*/ 39053 h 273367"/>
                <a:gd name="connsiteX10" fmla="*/ 62865 w 229552"/>
                <a:gd name="connsiteY10" fmla="*/ 39053 h 273367"/>
                <a:gd name="connsiteX11" fmla="*/ 140970 w 229552"/>
                <a:gd name="connsiteY11" fmla="*/ 0 h 273367"/>
                <a:gd name="connsiteX12" fmla="*/ 228600 w 229552"/>
                <a:gd name="connsiteY12" fmla="*/ 107632 h 273367"/>
                <a:gd name="connsiteX13" fmla="*/ 228600 w 229552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52" h="273367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0" name="Freihandform: Form 109">
              <a:extLst>
                <a:ext uri="{FF2B5EF4-FFF2-40B4-BE49-F238E27FC236}">
                  <a16:creationId xmlns:a16="http://schemas.microsoft.com/office/drawing/2014/main" id="{4D1F8BA2-2302-4D66-95AA-E9110063E77F}"/>
                </a:ext>
              </a:extLst>
            </p:cNvPr>
            <p:cNvSpPr/>
            <p:nvPr/>
          </p:nvSpPr>
          <p:spPr>
            <a:xfrm>
              <a:off x="6286499" y="2525076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3 w 248602"/>
                <a:gd name="connsiteY7" fmla="*/ 389573 h 396239"/>
                <a:gd name="connsiteX8" fmla="*/ 187643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1913 w 248602"/>
                <a:gd name="connsiteY12" fmla="*/ 255270 h 396239"/>
                <a:gd name="connsiteX13" fmla="*/ 123825 w 248602"/>
                <a:gd name="connsiteY13" fmla="*/ 340995 h 396239"/>
                <a:gd name="connsiteX14" fmla="*/ 187643 w 248602"/>
                <a:gd name="connsiteY14" fmla="*/ 305753 h 396239"/>
                <a:gd name="connsiteX15" fmla="*/ 187643 w 248602"/>
                <a:gd name="connsiteY15" fmla="*/ 207645 h 396239"/>
                <a:gd name="connsiteX16" fmla="*/ 123825 w 248602"/>
                <a:gd name="connsiteY16" fmla="*/ 172402 h 396239"/>
                <a:gd name="connsiteX17" fmla="*/ 61913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1" name="Freihandform: Form 110">
              <a:extLst>
                <a:ext uri="{FF2B5EF4-FFF2-40B4-BE49-F238E27FC236}">
                  <a16:creationId xmlns:a16="http://schemas.microsoft.com/office/drawing/2014/main" id="{615AB86C-CC73-4CF0-BBB0-A3908BAB5E7E}"/>
                </a:ext>
              </a:extLst>
            </p:cNvPr>
            <p:cNvSpPr/>
            <p:nvPr/>
          </p:nvSpPr>
          <p:spPr>
            <a:xfrm>
              <a:off x="660272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7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2" name="Freihandform: Form 111">
              <a:extLst>
                <a:ext uri="{FF2B5EF4-FFF2-40B4-BE49-F238E27FC236}">
                  <a16:creationId xmlns:a16="http://schemas.microsoft.com/office/drawing/2014/main" id="{E14FADC3-3A10-437F-9828-8A6A3FB9A133}"/>
                </a:ext>
              </a:extLst>
            </p:cNvPr>
            <p:cNvSpPr/>
            <p:nvPr/>
          </p:nvSpPr>
          <p:spPr>
            <a:xfrm>
              <a:off x="6916101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3" name="Freihandform: Form 112">
              <a:extLst>
                <a:ext uri="{FF2B5EF4-FFF2-40B4-BE49-F238E27FC236}">
                  <a16:creationId xmlns:a16="http://schemas.microsoft.com/office/drawing/2014/main" id="{85F3173C-710E-4BAE-AAEB-19FA56F0C963}"/>
                </a:ext>
              </a:extLst>
            </p:cNvPr>
            <p:cNvSpPr/>
            <p:nvPr/>
          </p:nvSpPr>
          <p:spPr>
            <a:xfrm>
              <a:off x="7115174" y="2721291"/>
              <a:ext cx="130492" cy="59055"/>
            </a:xfrm>
            <a:custGeom>
              <a:avLst/>
              <a:gdLst>
                <a:gd name="connsiteX0" fmla="*/ 130493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3 w 130492"/>
                <a:gd name="connsiteY3" fmla="*/ 0 h 59055"/>
                <a:gd name="connsiteX4" fmla="*/ 130493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2" name="Freihandform: Form 161">
              <a:extLst>
                <a:ext uri="{FF2B5EF4-FFF2-40B4-BE49-F238E27FC236}">
                  <a16:creationId xmlns:a16="http://schemas.microsoft.com/office/drawing/2014/main" id="{2C3D6E61-85EB-405B-893B-F26EB72BAABC}"/>
                </a:ext>
              </a:extLst>
            </p:cNvPr>
            <p:cNvSpPr/>
            <p:nvPr/>
          </p:nvSpPr>
          <p:spPr>
            <a:xfrm>
              <a:off x="7324724" y="2545079"/>
              <a:ext cx="288607" cy="375284"/>
            </a:xfrm>
            <a:custGeom>
              <a:avLst/>
              <a:gdLst>
                <a:gd name="connsiteX0" fmla="*/ 288607 w 288607"/>
                <a:gd name="connsiteY0" fmla="*/ 222885 h 375284"/>
                <a:gd name="connsiteX1" fmla="*/ 143827 w 288607"/>
                <a:gd name="connsiteY1" fmla="*/ 375285 h 375284"/>
                <a:gd name="connsiteX2" fmla="*/ 0 w 288607"/>
                <a:gd name="connsiteY2" fmla="*/ 222885 h 375284"/>
                <a:gd name="connsiteX3" fmla="*/ 0 w 288607"/>
                <a:gd name="connsiteY3" fmla="*/ 0 h 375284"/>
                <a:gd name="connsiteX4" fmla="*/ 66675 w 288607"/>
                <a:gd name="connsiteY4" fmla="*/ 0 h 375284"/>
                <a:gd name="connsiteX5" fmla="*/ 66675 w 288607"/>
                <a:gd name="connsiteY5" fmla="*/ 219075 h 375284"/>
                <a:gd name="connsiteX6" fmla="*/ 144780 w 288607"/>
                <a:gd name="connsiteY6" fmla="*/ 312420 h 375284"/>
                <a:gd name="connsiteX7" fmla="*/ 220980 w 288607"/>
                <a:gd name="connsiteY7" fmla="*/ 219075 h 375284"/>
                <a:gd name="connsiteX8" fmla="*/ 220980 w 288607"/>
                <a:gd name="connsiteY8" fmla="*/ 0 h 375284"/>
                <a:gd name="connsiteX9" fmla="*/ 287655 w 288607"/>
                <a:gd name="connsiteY9" fmla="*/ 0 h 375284"/>
                <a:gd name="connsiteX10" fmla="*/ 287655 w 288607"/>
                <a:gd name="connsiteY10" fmla="*/ 222885 h 375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88607" h="375284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3" name="Freihandform: Form 162">
              <a:extLst>
                <a:ext uri="{FF2B5EF4-FFF2-40B4-BE49-F238E27FC236}">
                  <a16:creationId xmlns:a16="http://schemas.microsoft.com/office/drawing/2014/main" id="{3C3AEADC-A3D3-456A-9957-A4E839B897F4}"/>
                </a:ext>
              </a:extLst>
            </p:cNvPr>
            <p:cNvSpPr/>
            <p:nvPr/>
          </p:nvSpPr>
          <p:spPr>
            <a:xfrm>
              <a:off x="7697151" y="2641281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8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8 h 273367"/>
                <a:gd name="connsiteX6" fmla="*/ 0 w 228600"/>
                <a:gd name="connsiteY6" fmla="*/ 273368 h 273367"/>
                <a:gd name="connsiteX7" fmla="*/ 0 w 228600"/>
                <a:gd name="connsiteY7" fmla="*/ 6668 h 273367"/>
                <a:gd name="connsiteX8" fmla="*/ 61913 w 228600"/>
                <a:gd name="connsiteY8" fmla="*/ 6668 h 273367"/>
                <a:gd name="connsiteX9" fmla="*/ 61913 w 228600"/>
                <a:gd name="connsiteY9" fmla="*/ 39053 h 273367"/>
                <a:gd name="connsiteX10" fmla="*/ 62865 w 228600"/>
                <a:gd name="connsiteY10" fmla="*/ 39053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4" name="Freihandform: Form 163">
              <a:extLst>
                <a:ext uri="{FF2B5EF4-FFF2-40B4-BE49-F238E27FC236}">
                  <a16:creationId xmlns:a16="http://schemas.microsoft.com/office/drawing/2014/main" id="{256B0E1F-0AE2-4EE0-A8E6-C7D3A19B8EDB}"/>
                </a:ext>
              </a:extLst>
            </p:cNvPr>
            <p:cNvSpPr/>
            <p:nvPr/>
          </p:nvSpPr>
          <p:spPr>
            <a:xfrm>
              <a:off x="7996237" y="2528887"/>
              <a:ext cx="79057" cy="384810"/>
            </a:xfrm>
            <a:custGeom>
              <a:avLst/>
              <a:gdLst>
                <a:gd name="connsiteX0" fmla="*/ 79057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7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007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5" name="Freihandform: Form 164">
              <a:extLst>
                <a:ext uri="{FF2B5EF4-FFF2-40B4-BE49-F238E27FC236}">
                  <a16:creationId xmlns:a16="http://schemas.microsoft.com/office/drawing/2014/main" id="{1E597644-4C56-413F-B61D-BB6A4A218715}"/>
                </a:ext>
              </a:extLst>
            </p:cNvPr>
            <p:cNvSpPr/>
            <p:nvPr/>
          </p:nvSpPr>
          <p:spPr>
            <a:xfrm>
              <a:off x="8119109" y="2647949"/>
              <a:ext cx="259079" cy="266700"/>
            </a:xfrm>
            <a:custGeom>
              <a:avLst/>
              <a:gdLst>
                <a:gd name="connsiteX0" fmla="*/ 259080 w 259079"/>
                <a:gd name="connsiteY0" fmla="*/ 0 h 266700"/>
                <a:gd name="connsiteX1" fmla="*/ 161925 w 259079"/>
                <a:gd name="connsiteY1" fmla="*/ 266700 h 266700"/>
                <a:gd name="connsiteX2" fmla="*/ 97155 w 259079"/>
                <a:gd name="connsiteY2" fmla="*/ 266700 h 266700"/>
                <a:gd name="connsiteX3" fmla="*/ 0 w 259079"/>
                <a:gd name="connsiteY3" fmla="*/ 0 h 266700"/>
                <a:gd name="connsiteX4" fmla="*/ 68580 w 259079"/>
                <a:gd name="connsiteY4" fmla="*/ 0 h 266700"/>
                <a:gd name="connsiteX5" fmla="*/ 129540 w 259079"/>
                <a:gd name="connsiteY5" fmla="*/ 193358 h 266700"/>
                <a:gd name="connsiteX6" fmla="*/ 130492 w 259079"/>
                <a:gd name="connsiteY6" fmla="*/ 193358 h 266700"/>
                <a:gd name="connsiteX7" fmla="*/ 191452 w 259079"/>
                <a:gd name="connsiteY7" fmla="*/ 0 h 266700"/>
                <a:gd name="connsiteX8" fmla="*/ 259080 w 259079"/>
                <a:gd name="connsiteY8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9079" h="266700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6" name="Freihandform: Form 165">
              <a:extLst>
                <a:ext uri="{FF2B5EF4-FFF2-40B4-BE49-F238E27FC236}">
                  <a16:creationId xmlns:a16="http://schemas.microsoft.com/office/drawing/2014/main" id="{2594EEEE-C9AE-44FF-9237-725D045E495E}"/>
                </a:ext>
              </a:extLst>
            </p:cNvPr>
            <p:cNvSpPr/>
            <p:nvPr/>
          </p:nvSpPr>
          <p:spPr>
            <a:xfrm>
              <a:off x="8406764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3 h 279082"/>
                <a:gd name="connsiteX7" fmla="*/ 198120 w 242887"/>
                <a:gd name="connsiteY7" fmla="*/ 194310 h 279082"/>
                <a:gd name="connsiteX8" fmla="*/ 237173 w 242887"/>
                <a:gd name="connsiteY8" fmla="*/ 235268 h 279082"/>
                <a:gd name="connsiteX9" fmla="*/ 132398 w 242887"/>
                <a:gd name="connsiteY9" fmla="*/ 279083 h 279082"/>
                <a:gd name="connsiteX10" fmla="*/ 62865 w 242887"/>
                <a:gd name="connsiteY10" fmla="*/ 115253 h 279082"/>
                <a:gd name="connsiteX11" fmla="*/ 183833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7" name="Freihandform: Form 166">
              <a:extLst>
                <a:ext uri="{FF2B5EF4-FFF2-40B4-BE49-F238E27FC236}">
                  <a16:creationId xmlns:a16="http://schemas.microsoft.com/office/drawing/2014/main" id="{269B8C1D-E7E6-41A7-B65F-E92630333CAD}"/>
                </a:ext>
              </a:extLst>
            </p:cNvPr>
            <p:cNvSpPr/>
            <p:nvPr/>
          </p:nvSpPr>
          <p:spPr>
            <a:xfrm>
              <a:off x="8720137" y="2641039"/>
              <a:ext cx="160019" cy="272657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8" name="Freihandform: Form 167">
              <a:extLst>
                <a:ext uri="{FF2B5EF4-FFF2-40B4-BE49-F238E27FC236}">
                  <a16:creationId xmlns:a16="http://schemas.microsoft.com/office/drawing/2014/main" id="{E9327CA4-0626-4305-8400-F3606E570A39}"/>
                </a:ext>
              </a:extLst>
            </p:cNvPr>
            <p:cNvSpPr/>
            <p:nvPr/>
          </p:nvSpPr>
          <p:spPr>
            <a:xfrm>
              <a:off x="8909684" y="2640329"/>
              <a:ext cx="205739" cy="280034"/>
            </a:xfrm>
            <a:custGeom>
              <a:avLst/>
              <a:gdLst>
                <a:gd name="connsiteX0" fmla="*/ 29527 w 205739"/>
                <a:gd name="connsiteY0" fmla="*/ 198120 h 280034"/>
                <a:gd name="connsiteX1" fmla="*/ 104775 w 205739"/>
                <a:gd name="connsiteY1" fmla="*/ 227647 h 280034"/>
                <a:gd name="connsiteX2" fmla="*/ 143827 w 205739"/>
                <a:gd name="connsiteY2" fmla="*/ 200978 h 280034"/>
                <a:gd name="connsiteX3" fmla="*/ 10477 w 205739"/>
                <a:gd name="connsiteY3" fmla="*/ 82868 h 280034"/>
                <a:gd name="connsiteX4" fmla="*/ 111442 w 205739"/>
                <a:gd name="connsiteY4" fmla="*/ 0 h 280034"/>
                <a:gd name="connsiteX5" fmla="*/ 203835 w 205739"/>
                <a:gd name="connsiteY5" fmla="*/ 27622 h 280034"/>
                <a:gd name="connsiteX6" fmla="*/ 174307 w 205739"/>
                <a:gd name="connsiteY6" fmla="*/ 76200 h 280034"/>
                <a:gd name="connsiteX7" fmla="*/ 110490 w 205739"/>
                <a:gd name="connsiteY7" fmla="*/ 52387 h 280034"/>
                <a:gd name="connsiteX8" fmla="*/ 72390 w 205739"/>
                <a:gd name="connsiteY8" fmla="*/ 77153 h 280034"/>
                <a:gd name="connsiteX9" fmla="*/ 205740 w 205739"/>
                <a:gd name="connsiteY9" fmla="*/ 195262 h 280034"/>
                <a:gd name="connsiteX10" fmla="*/ 102870 w 205739"/>
                <a:gd name="connsiteY10" fmla="*/ 280035 h 280034"/>
                <a:gd name="connsiteX11" fmla="*/ 0 w 205739"/>
                <a:gd name="connsiteY11" fmla="*/ 247650 h 280034"/>
                <a:gd name="connsiteX12" fmla="*/ 29527 w 205739"/>
                <a:gd name="connsiteY12" fmla="*/ 198120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4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9" name="Freihandform: Form 168">
              <a:extLst>
                <a:ext uri="{FF2B5EF4-FFF2-40B4-BE49-F238E27FC236}">
                  <a16:creationId xmlns:a16="http://schemas.microsoft.com/office/drawing/2014/main" id="{4BAB7582-502F-4C33-BF2E-6A6C0D6D3E77}"/>
                </a:ext>
              </a:extLst>
            </p:cNvPr>
            <p:cNvSpPr/>
            <p:nvPr/>
          </p:nvSpPr>
          <p:spPr>
            <a:xfrm>
              <a:off x="9173526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3 w 79057"/>
                <a:gd name="connsiteY1" fmla="*/ 76200 h 384810"/>
                <a:gd name="connsiteX2" fmla="*/ 0 w 79057"/>
                <a:gd name="connsiteY2" fmla="*/ 38100 h 384810"/>
                <a:gd name="connsiteX3" fmla="*/ 39053 w 79057"/>
                <a:gd name="connsiteY3" fmla="*/ 0 h 384810"/>
                <a:gd name="connsiteX4" fmla="*/ 79058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007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0" name="Freihandform: Form 169">
              <a:extLst>
                <a:ext uri="{FF2B5EF4-FFF2-40B4-BE49-F238E27FC236}">
                  <a16:creationId xmlns:a16="http://schemas.microsoft.com/office/drawing/2014/main" id="{7BF0676A-C499-46C7-87F5-268E3B0716C7}"/>
                </a:ext>
              </a:extLst>
            </p:cNvPr>
            <p:cNvSpPr/>
            <p:nvPr/>
          </p:nvSpPr>
          <p:spPr>
            <a:xfrm>
              <a:off x="9297351" y="2562224"/>
              <a:ext cx="165735" cy="358139"/>
            </a:xfrm>
            <a:custGeom>
              <a:avLst/>
              <a:gdLst>
                <a:gd name="connsiteX0" fmla="*/ 165735 w 165735"/>
                <a:gd name="connsiteY0" fmla="*/ 295275 h 358139"/>
                <a:gd name="connsiteX1" fmla="*/ 165735 w 165735"/>
                <a:gd name="connsiteY1" fmla="*/ 348615 h 358139"/>
                <a:gd name="connsiteX2" fmla="*/ 113348 w 165735"/>
                <a:gd name="connsiteY2" fmla="*/ 358140 h 358139"/>
                <a:gd name="connsiteX3" fmla="*/ 40958 w 165735"/>
                <a:gd name="connsiteY3" fmla="*/ 282892 h 358139"/>
                <a:gd name="connsiteX4" fmla="*/ 40958 w 165735"/>
                <a:gd name="connsiteY4" fmla="*/ 137160 h 358139"/>
                <a:gd name="connsiteX5" fmla="*/ 0 w 165735"/>
                <a:gd name="connsiteY5" fmla="*/ 137160 h 358139"/>
                <a:gd name="connsiteX6" fmla="*/ 0 w 165735"/>
                <a:gd name="connsiteY6" fmla="*/ 85725 h 358139"/>
                <a:gd name="connsiteX7" fmla="*/ 40005 w 165735"/>
                <a:gd name="connsiteY7" fmla="*/ 85725 h 358139"/>
                <a:gd name="connsiteX8" fmla="*/ 40005 w 165735"/>
                <a:gd name="connsiteY8" fmla="*/ 13335 h 358139"/>
                <a:gd name="connsiteX9" fmla="*/ 101918 w 165735"/>
                <a:gd name="connsiteY9" fmla="*/ 0 h 358139"/>
                <a:gd name="connsiteX10" fmla="*/ 101918 w 165735"/>
                <a:gd name="connsiteY10" fmla="*/ 86677 h 358139"/>
                <a:gd name="connsiteX11" fmla="*/ 165735 w 165735"/>
                <a:gd name="connsiteY11" fmla="*/ 86677 h 358139"/>
                <a:gd name="connsiteX12" fmla="*/ 165735 w 165735"/>
                <a:gd name="connsiteY12" fmla="*/ 138113 h 358139"/>
                <a:gd name="connsiteX13" fmla="*/ 101918 w 165735"/>
                <a:gd name="connsiteY13" fmla="*/ 138113 h 358139"/>
                <a:gd name="connsiteX14" fmla="*/ 101918 w 165735"/>
                <a:gd name="connsiteY14" fmla="*/ 269558 h 358139"/>
                <a:gd name="connsiteX15" fmla="*/ 130493 w 165735"/>
                <a:gd name="connsiteY15" fmla="*/ 304800 h 358139"/>
                <a:gd name="connsiteX16" fmla="*/ 165735 w 165735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2423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1" name="Freihandform: Form 170">
              <a:extLst>
                <a:ext uri="{FF2B5EF4-FFF2-40B4-BE49-F238E27FC236}">
                  <a16:creationId xmlns:a16="http://schemas.microsoft.com/office/drawing/2014/main" id="{362D3462-3BB5-4D11-8E9C-AB6B60F6261F}"/>
                </a:ext>
              </a:extLst>
            </p:cNvPr>
            <p:cNvSpPr/>
            <p:nvPr/>
          </p:nvSpPr>
          <p:spPr>
            <a:xfrm>
              <a:off x="9511664" y="2533649"/>
              <a:ext cx="225742" cy="386714"/>
            </a:xfrm>
            <a:custGeom>
              <a:avLst/>
              <a:gdLst>
                <a:gd name="connsiteX0" fmla="*/ 114300 w 225742"/>
                <a:gd name="connsiteY0" fmla="*/ 215265 h 386714"/>
                <a:gd name="connsiteX1" fmla="*/ 164783 w 225742"/>
                <a:gd name="connsiteY1" fmla="*/ 220980 h 386714"/>
                <a:gd name="connsiteX2" fmla="*/ 164783 w 225742"/>
                <a:gd name="connsiteY2" fmla="*/ 211455 h 386714"/>
                <a:gd name="connsiteX3" fmla="*/ 105728 w 225742"/>
                <a:gd name="connsiteY3" fmla="*/ 160020 h 386714"/>
                <a:gd name="connsiteX4" fmla="*/ 38100 w 225742"/>
                <a:gd name="connsiteY4" fmla="*/ 175260 h 386714"/>
                <a:gd name="connsiteX5" fmla="*/ 24765 w 225742"/>
                <a:gd name="connsiteY5" fmla="*/ 122873 h 386714"/>
                <a:gd name="connsiteX6" fmla="*/ 112395 w 225742"/>
                <a:gd name="connsiteY6" fmla="*/ 107632 h 386714"/>
                <a:gd name="connsiteX7" fmla="*/ 225743 w 225742"/>
                <a:gd name="connsiteY7" fmla="*/ 210502 h 386714"/>
                <a:gd name="connsiteX8" fmla="*/ 225743 w 225742"/>
                <a:gd name="connsiteY8" fmla="*/ 381000 h 386714"/>
                <a:gd name="connsiteX9" fmla="*/ 166688 w 225742"/>
                <a:gd name="connsiteY9" fmla="*/ 381000 h 386714"/>
                <a:gd name="connsiteX10" fmla="*/ 166688 w 225742"/>
                <a:gd name="connsiteY10" fmla="*/ 352425 h 386714"/>
                <a:gd name="connsiteX11" fmla="*/ 165735 w 225742"/>
                <a:gd name="connsiteY11" fmla="*/ 352425 h 386714"/>
                <a:gd name="connsiteX12" fmla="*/ 87630 w 225742"/>
                <a:gd name="connsiteY12" fmla="*/ 386715 h 386714"/>
                <a:gd name="connsiteX13" fmla="*/ 0 w 225742"/>
                <a:gd name="connsiteY13" fmla="*/ 301942 h 386714"/>
                <a:gd name="connsiteX14" fmla="*/ 114300 w 225742"/>
                <a:gd name="connsiteY14" fmla="*/ 215265 h 386714"/>
                <a:gd name="connsiteX15" fmla="*/ 63818 w 225742"/>
                <a:gd name="connsiteY15" fmla="*/ 72390 h 386714"/>
                <a:gd name="connsiteX16" fmla="*/ 26670 w 225742"/>
                <a:gd name="connsiteY16" fmla="*/ 36195 h 386714"/>
                <a:gd name="connsiteX17" fmla="*/ 63818 w 225742"/>
                <a:gd name="connsiteY17" fmla="*/ 0 h 386714"/>
                <a:gd name="connsiteX18" fmla="*/ 100965 w 225742"/>
                <a:gd name="connsiteY18" fmla="*/ 36195 h 386714"/>
                <a:gd name="connsiteX19" fmla="*/ 63818 w 225742"/>
                <a:gd name="connsiteY19" fmla="*/ 72390 h 386714"/>
                <a:gd name="connsiteX20" fmla="*/ 103823 w 225742"/>
                <a:gd name="connsiteY20" fmla="*/ 340042 h 386714"/>
                <a:gd name="connsiteX21" fmla="*/ 164783 w 225742"/>
                <a:gd name="connsiteY21" fmla="*/ 307658 h 386714"/>
                <a:gd name="connsiteX22" fmla="*/ 164783 w 225742"/>
                <a:gd name="connsiteY22" fmla="*/ 261938 h 386714"/>
                <a:gd name="connsiteX23" fmla="*/ 120968 w 225742"/>
                <a:gd name="connsiteY23" fmla="*/ 257175 h 386714"/>
                <a:gd name="connsiteX24" fmla="*/ 59055 w 225742"/>
                <a:gd name="connsiteY24" fmla="*/ 300990 h 386714"/>
                <a:gd name="connsiteX25" fmla="*/ 103823 w 225742"/>
                <a:gd name="connsiteY25" fmla="*/ 340042 h 386714"/>
                <a:gd name="connsiteX26" fmla="*/ 172403 w 225742"/>
                <a:gd name="connsiteY26" fmla="*/ 72390 h 386714"/>
                <a:gd name="connsiteX27" fmla="*/ 135255 w 225742"/>
                <a:gd name="connsiteY27" fmla="*/ 36195 h 386714"/>
                <a:gd name="connsiteX28" fmla="*/ 172403 w 225742"/>
                <a:gd name="connsiteY28" fmla="*/ 0 h 386714"/>
                <a:gd name="connsiteX29" fmla="*/ 209550 w 225742"/>
                <a:gd name="connsiteY29" fmla="*/ 36195 h 386714"/>
                <a:gd name="connsiteX30" fmla="*/ 172403 w 225742"/>
                <a:gd name="connsiteY30" fmla="*/ 72390 h 386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4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5735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2" name="Freihandform: Form 171">
              <a:extLst>
                <a:ext uri="{FF2B5EF4-FFF2-40B4-BE49-F238E27FC236}">
                  <a16:creationId xmlns:a16="http://schemas.microsoft.com/office/drawing/2014/main" id="{19943262-94A9-46A3-BE23-E2560BE8AF56}"/>
                </a:ext>
              </a:extLst>
            </p:cNvPr>
            <p:cNvSpPr/>
            <p:nvPr/>
          </p:nvSpPr>
          <p:spPr>
            <a:xfrm>
              <a:off x="9785984" y="2562224"/>
              <a:ext cx="165734" cy="358139"/>
            </a:xfrm>
            <a:custGeom>
              <a:avLst/>
              <a:gdLst>
                <a:gd name="connsiteX0" fmla="*/ 165735 w 165734"/>
                <a:gd name="connsiteY0" fmla="*/ 295275 h 358139"/>
                <a:gd name="connsiteX1" fmla="*/ 165735 w 165734"/>
                <a:gd name="connsiteY1" fmla="*/ 348615 h 358139"/>
                <a:gd name="connsiteX2" fmla="*/ 113347 w 165734"/>
                <a:gd name="connsiteY2" fmla="*/ 358140 h 358139"/>
                <a:gd name="connsiteX3" fmla="*/ 40957 w 165734"/>
                <a:gd name="connsiteY3" fmla="*/ 282892 h 358139"/>
                <a:gd name="connsiteX4" fmla="*/ 40957 w 165734"/>
                <a:gd name="connsiteY4" fmla="*/ 137160 h 358139"/>
                <a:gd name="connsiteX5" fmla="*/ 0 w 165734"/>
                <a:gd name="connsiteY5" fmla="*/ 137160 h 358139"/>
                <a:gd name="connsiteX6" fmla="*/ 0 w 165734"/>
                <a:gd name="connsiteY6" fmla="*/ 85725 h 358139"/>
                <a:gd name="connsiteX7" fmla="*/ 40005 w 165734"/>
                <a:gd name="connsiteY7" fmla="*/ 85725 h 358139"/>
                <a:gd name="connsiteX8" fmla="*/ 40005 w 165734"/>
                <a:gd name="connsiteY8" fmla="*/ 13335 h 358139"/>
                <a:gd name="connsiteX9" fmla="*/ 101917 w 165734"/>
                <a:gd name="connsiteY9" fmla="*/ 0 h 358139"/>
                <a:gd name="connsiteX10" fmla="*/ 101917 w 165734"/>
                <a:gd name="connsiteY10" fmla="*/ 86677 h 358139"/>
                <a:gd name="connsiteX11" fmla="*/ 165735 w 165734"/>
                <a:gd name="connsiteY11" fmla="*/ 86677 h 358139"/>
                <a:gd name="connsiteX12" fmla="*/ 165735 w 165734"/>
                <a:gd name="connsiteY12" fmla="*/ 138113 h 358139"/>
                <a:gd name="connsiteX13" fmla="*/ 101917 w 165734"/>
                <a:gd name="connsiteY13" fmla="*/ 138113 h 358139"/>
                <a:gd name="connsiteX14" fmla="*/ 101917 w 165734"/>
                <a:gd name="connsiteY14" fmla="*/ 269558 h 358139"/>
                <a:gd name="connsiteX15" fmla="*/ 130492 w 165734"/>
                <a:gd name="connsiteY15" fmla="*/ 304800 h 358139"/>
                <a:gd name="connsiteX16" fmla="*/ 165735 w 165734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2423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3" name="Freihandform: Form 172">
              <a:extLst>
                <a:ext uri="{FF2B5EF4-FFF2-40B4-BE49-F238E27FC236}">
                  <a16:creationId xmlns:a16="http://schemas.microsoft.com/office/drawing/2014/main" id="{20274D3E-3890-49F2-833D-9928CB4B7279}"/>
                </a:ext>
              </a:extLst>
            </p:cNvPr>
            <p:cNvSpPr/>
            <p:nvPr/>
          </p:nvSpPr>
          <p:spPr>
            <a:xfrm>
              <a:off x="2269806" y="3121341"/>
              <a:ext cx="359092" cy="373379"/>
            </a:xfrm>
            <a:custGeom>
              <a:avLst/>
              <a:gdLst>
                <a:gd name="connsiteX0" fmla="*/ 0 w 359092"/>
                <a:gd name="connsiteY0" fmla="*/ 0 h 373379"/>
                <a:gd name="connsiteX1" fmla="*/ 79057 w 359092"/>
                <a:gd name="connsiteY1" fmla="*/ 0 h 373379"/>
                <a:gd name="connsiteX2" fmla="*/ 180022 w 359092"/>
                <a:gd name="connsiteY2" fmla="*/ 229553 h 373379"/>
                <a:gd name="connsiteX3" fmla="*/ 180975 w 359092"/>
                <a:gd name="connsiteY3" fmla="*/ 229553 h 373379"/>
                <a:gd name="connsiteX4" fmla="*/ 279083 w 359092"/>
                <a:gd name="connsiteY4" fmla="*/ 0 h 373379"/>
                <a:gd name="connsiteX5" fmla="*/ 359093 w 359092"/>
                <a:gd name="connsiteY5" fmla="*/ 0 h 373379"/>
                <a:gd name="connsiteX6" fmla="*/ 359093 w 359092"/>
                <a:gd name="connsiteY6" fmla="*/ 368617 h 373379"/>
                <a:gd name="connsiteX7" fmla="*/ 295275 w 359092"/>
                <a:gd name="connsiteY7" fmla="*/ 368617 h 373379"/>
                <a:gd name="connsiteX8" fmla="*/ 295275 w 359092"/>
                <a:gd name="connsiteY8" fmla="*/ 114300 h 373379"/>
                <a:gd name="connsiteX9" fmla="*/ 294322 w 359092"/>
                <a:gd name="connsiteY9" fmla="*/ 114300 h 373379"/>
                <a:gd name="connsiteX10" fmla="*/ 180975 w 359092"/>
                <a:gd name="connsiteY10" fmla="*/ 373380 h 373379"/>
                <a:gd name="connsiteX11" fmla="*/ 179070 w 359092"/>
                <a:gd name="connsiteY11" fmla="*/ 373380 h 373379"/>
                <a:gd name="connsiteX12" fmla="*/ 64770 w 359092"/>
                <a:gd name="connsiteY12" fmla="*/ 114300 h 373379"/>
                <a:gd name="connsiteX13" fmla="*/ 63818 w 359092"/>
                <a:gd name="connsiteY13" fmla="*/ 114300 h 373379"/>
                <a:gd name="connsiteX14" fmla="*/ 63818 w 359092"/>
                <a:gd name="connsiteY14" fmla="*/ 368617 h 373379"/>
                <a:gd name="connsiteX15" fmla="*/ 953 w 359092"/>
                <a:gd name="connsiteY15" fmla="*/ 368617 h 373379"/>
                <a:gd name="connsiteX16" fmla="*/ 953 w 359092"/>
                <a:gd name="connsiteY16" fmla="*/ 0 h 3733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59092" h="373379">
                  <a:moveTo>
                    <a:pt x="0" y="0"/>
                  </a:moveTo>
                  <a:lnTo>
                    <a:pt x="79057" y="0"/>
                  </a:lnTo>
                  <a:lnTo>
                    <a:pt x="180022" y="229553"/>
                  </a:lnTo>
                  <a:lnTo>
                    <a:pt x="180975" y="229553"/>
                  </a:lnTo>
                  <a:lnTo>
                    <a:pt x="279083" y="0"/>
                  </a:lnTo>
                  <a:lnTo>
                    <a:pt x="359093" y="0"/>
                  </a:lnTo>
                  <a:lnTo>
                    <a:pt x="359093" y="368617"/>
                  </a:lnTo>
                  <a:lnTo>
                    <a:pt x="295275" y="368617"/>
                  </a:lnTo>
                  <a:lnTo>
                    <a:pt x="295275" y="114300"/>
                  </a:lnTo>
                  <a:lnTo>
                    <a:pt x="294322" y="114300"/>
                  </a:lnTo>
                  <a:lnTo>
                    <a:pt x="180975" y="373380"/>
                  </a:lnTo>
                  <a:lnTo>
                    <a:pt x="179070" y="373380"/>
                  </a:lnTo>
                  <a:lnTo>
                    <a:pt x="64770" y="114300"/>
                  </a:lnTo>
                  <a:lnTo>
                    <a:pt x="63818" y="114300"/>
                  </a:lnTo>
                  <a:lnTo>
                    <a:pt x="63818" y="368617"/>
                  </a:lnTo>
                  <a:lnTo>
                    <a:pt x="953" y="368617"/>
                  </a:lnTo>
                  <a:lnTo>
                    <a:pt x="95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4" name="Freihandform: Form 173">
              <a:extLst>
                <a:ext uri="{FF2B5EF4-FFF2-40B4-BE49-F238E27FC236}">
                  <a16:creationId xmlns:a16="http://schemas.microsoft.com/office/drawing/2014/main" id="{F5DE667E-B935-4405-BC8C-F21A4C493E94}"/>
                </a:ext>
              </a:extLst>
            </p:cNvPr>
            <p:cNvSpPr/>
            <p:nvPr/>
          </p:nvSpPr>
          <p:spPr>
            <a:xfrm>
              <a:off x="2702241" y="3217544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2 h 279082"/>
                <a:gd name="connsiteX7" fmla="*/ 198120 w 242887"/>
                <a:gd name="connsiteY7" fmla="*/ 194310 h 279082"/>
                <a:gd name="connsiteX8" fmla="*/ 237173 w 242887"/>
                <a:gd name="connsiteY8" fmla="*/ 235267 h 279082"/>
                <a:gd name="connsiteX9" fmla="*/ 132398 w 242887"/>
                <a:gd name="connsiteY9" fmla="*/ 279083 h 279082"/>
                <a:gd name="connsiteX10" fmla="*/ 62865 w 242887"/>
                <a:gd name="connsiteY10" fmla="*/ 115252 h 279082"/>
                <a:gd name="connsiteX11" fmla="*/ 183833 w 242887"/>
                <a:gd name="connsiteY11" fmla="*/ 115252 h 279082"/>
                <a:gd name="connsiteX12" fmla="*/ 124778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2"/>
                    <a:pt x="132398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3" y="235267"/>
                  </a:lnTo>
                  <a:cubicBezTo>
                    <a:pt x="206693" y="264795"/>
                    <a:pt x="172403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89535" y="50482"/>
                    <a:pt x="67628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5" name="Freihandform: Form 174">
              <a:extLst>
                <a:ext uri="{FF2B5EF4-FFF2-40B4-BE49-F238E27FC236}">
                  <a16:creationId xmlns:a16="http://schemas.microsoft.com/office/drawing/2014/main" id="{D2928E97-2746-4149-BAE5-4AE6B968646B}"/>
                </a:ext>
              </a:extLst>
            </p:cNvPr>
            <p:cNvSpPr/>
            <p:nvPr/>
          </p:nvSpPr>
          <p:spPr>
            <a:xfrm>
              <a:off x="3000374" y="3101339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2 w 248602"/>
                <a:gd name="connsiteY7" fmla="*/ 389573 h 396239"/>
                <a:gd name="connsiteX8" fmla="*/ 187642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1913 w 248602"/>
                <a:gd name="connsiteY12" fmla="*/ 255270 h 396239"/>
                <a:gd name="connsiteX13" fmla="*/ 123825 w 248602"/>
                <a:gd name="connsiteY13" fmla="*/ 340995 h 396239"/>
                <a:gd name="connsiteX14" fmla="*/ 187642 w 248602"/>
                <a:gd name="connsiteY14" fmla="*/ 305753 h 396239"/>
                <a:gd name="connsiteX15" fmla="*/ 187642 w 248602"/>
                <a:gd name="connsiteY15" fmla="*/ 208598 h 396239"/>
                <a:gd name="connsiteX16" fmla="*/ 123825 w 248602"/>
                <a:gd name="connsiteY16" fmla="*/ 173355 h 396239"/>
                <a:gd name="connsiteX17" fmla="*/ 61913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2" y="305753"/>
                  </a:cubicBezTo>
                  <a:lnTo>
                    <a:pt x="187642" y="208598"/>
                  </a:lnTo>
                  <a:cubicBezTo>
                    <a:pt x="169545" y="184785"/>
                    <a:pt x="149542" y="173355"/>
                    <a:pt x="123825" y="173355"/>
                  </a:cubicBezTo>
                  <a:cubicBezTo>
                    <a:pt x="82867" y="172402"/>
                    <a:pt x="61913" y="201930"/>
                    <a:pt x="61913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6" name="Freihandform: Form 175">
              <a:extLst>
                <a:ext uri="{FF2B5EF4-FFF2-40B4-BE49-F238E27FC236}">
                  <a16:creationId xmlns:a16="http://schemas.microsoft.com/office/drawing/2014/main" id="{91513253-1B85-4489-B643-D8AEDC610F81}"/>
                </a:ext>
              </a:extLst>
            </p:cNvPr>
            <p:cNvSpPr/>
            <p:nvPr/>
          </p:nvSpPr>
          <p:spPr>
            <a:xfrm>
              <a:off x="3323271" y="3105149"/>
              <a:ext cx="79057" cy="384809"/>
            </a:xfrm>
            <a:custGeom>
              <a:avLst/>
              <a:gdLst>
                <a:gd name="connsiteX0" fmla="*/ 79058 w 79057"/>
                <a:gd name="connsiteY0" fmla="*/ 38100 h 384809"/>
                <a:gd name="connsiteX1" fmla="*/ 39053 w 79057"/>
                <a:gd name="connsiteY1" fmla="*/ 76200 h 384809"/>
                <a:gd name="connsiteX2" fmla="*/ 0 w 79057"/>
                <a:gd name="connsiteY2" fmla="*/ 38100 h 384809"/>
                <a:gd name="connsiteX3" fmla="*/ 39053 w 79057"/>
                <a:gd name="connsiteY3" fmla="*/ 0 h 384809"/>
                <a:gd name="connsiteX4" fmla="*/ 79058 w 79057"/>
                <a:gd name="connsiteY4" fmla="*/ 38100 h 384809"/>
                <a:gd name="connsiteX5" fmla="*/ 70485 w 79057"/>
                <a:gd name="connsiteY5" fmla="*/ 384810 h 384809"/>
                <a:gd name="connsiteX6" fmla="*/ 8573 w 79057"/>
                <a:gd name="connsiteY6" fmla="*/ 384810 h 384809"/>
                <a:gd name="connsiteX7" fmla="*/ 8573 w 79057"/>
                <a:gd name="connsiteY7" fmla="*/ 118110 h 384809"/>
                <a:gd name="connsiteX8" fmla="*/ 70485 w 79057"/>
                <a:gd name="connsiteY8" fmla="*/ 118110 h 384809"/>
                <a:gd name="connsiteX9" fmla="*/ 70485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8" y="38100"/>
                  </a:moveTo>
                  <a:cubicBezTo>
                    <a:pt x="79058" y="60008"/>
                    <a:pt x="60960" y="76200"/>
                    <a:pt x="39053" y="76200"/>
                  </a:cubicBezTo>
                  <a:cubicBezTo>
                    <a:pt x="17145" y="76200"/>
                    <a:pt x="0" y="60008"/>
                    <a:pt x="0" y="38100"/>
                  </a:cubicBezTo>
                  <a:cubicBezTo>
                    <a:pt x="0" y="16192"/>
                    <a:pt x="18098" y="0"/>
                    <a:pt x="39053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7" name="Freihandform: Form 176">
              <a:extLst>
                <a:ext uri="{FF2B5EF4-FFF2-40B4-BE49-F238E27FC236}">
                  <a16:creationId xmlns:a16="http://schemas.microsoft.com/office/drawing/2014/main" id="{C9291906-37D9-44EE-8FC6-C09841BC0716}"/>
                </a:ext>
              </a:extLst>
            </p:cNvPr>
            <p:cNvSpPr/>
            <p:nvPr/>
          </p:nvSpPr>
          <p:spPr>
            <a:xfrm>
              <a:off x="3455669" y="3224212"/>
              <a:ext cx="211454" cy="265747"/>
            </a:xfrm>
            <a:custGeom>
              <a:avLst/>
              <a:gdLst>
                <a:gd name="connsiteX0" fmla="*/ 210502 w 211454"/>
                <a:gd name="connsiteY0" fmla="*/ 265747 h 265747"/>
                <a:gd name="connsiteX1" fmla="*/ 0 w 211454"/>
                <a:gd name="connsiteY1" fmla="*/ 265747 h 265747"/>
                <a:gd name="connsiteX2" fmla="*/ 0 w 211454"/>
                <a:gd name="connsiteY2" fmla="*/ 212408 h 265747"/>
                <a:gd name="connsiteX3" fmla="*/ 133350 w 211454"/>
                <a:gd name="connsiteY3" fmla="*/ 52388 h 265747"/>
                <a:gd name="connsiteX4" fmla="*/ 8572 w 211454"/>
                <a:gd name="connsiteY4" fmla="*/ 52388 h 265747"/>
                <a:gd name="connsiteX5" fmla="*/ 8572 w 211454"/>
                <a:gd name="connsiteY5" fmla="*/ 0 h 265747"/>
                <a:gd name="connsiteX6" fmla="*/ 209550 w 211454"/>
                <a:gd name="connsiteY6" fmla="*/ 0 h 265747"/>
                <a:gd name="connsiteX7" fmla="*/ 209550 w 211454"/>
                <a:gd name="connsiteY7" fmla="*/ 53340 h 265747"/>
                <a:gd name="connsiteX8" fmla="*/ 76200 w 211454"/>
                <a:gd name="connsiteY8" fmla="*/ 213360 h 265747"/>
                <a:gd name="connsiteX9" fmla="*/ 211455 w 211454"/>
                <a:gd name="connsiteY9" fmla="*/ 213360 h 265747"/>
                <a:gd name="connsiteX10" fmla="*/ 211455 w 211454"/>
                <a:gd name="connsiteY10" fmla="*/ 265747 h 2657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11454" h="265747">
                  <a:moveTo>
                    <a:pt x="210502" y="265747"/>
                  </a:moveTo>
                  <a:lnTo>
                    <a:pt x="0" y="265747"/>
                  </a:lnTo>
                  <a:lnTo>
                    <a:pt x="0" y="212408"/>
                  </a:lnTo>
                  <a:lnTo>
                    <a:pt x="133350" y="52388"/>
                  </a:lnTo>
                  <a:lnTo>
                    <a:pt x="8572" y="52388"/>
                  </a:lnTo>
                  <a:lnTo>
                    <a:pt x="8572" y="0"/>
                  </a:lnTo>
                  <a:lnTo>
                    <a:pt x="209550" y="0"/>
                  </a:lnTo>
                  <a:lnTo>
                    <a:pt x="209550" y="53340"/>
                  </a:lnTo>
                  <a:lnTo>
                    <a:pt x="76200" y="213360"/>
                  </a:lnTo>
                  <a:lnTo>
                    <a:pt x="211455" y="213360"/>
                  </a:lnTo>
                  <a:lnTo>
                    <a:pt x="211455" y="26574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8" name="Freihandform: Form 177">
              <a:extLst>
                <a:ext uri="{FF2B5EF4-FFF2-40B4-BE49-F238E27FC236}">
                  <a16:creationId xmlns:a16="http://schemas.microsoft.com/office/drawing/2014/main" id="{DDE2B0C2-A6C9-4D64-A0F0-54264B64D1FB}"/>
                </a:ext>
              </a:extLst>
            </p:cNvPr>
            <p:cNvSpPr/>
            <p:nvPr/>
          </p:nvSpPr>
          <p:spPr>
            <a:xfrm>
              <a:off x="3722369" y="3105149"/>
              <a:ext cx="79057" cy="384809"/>
            </a:xfrm>
            <a:custGeom>
              <a:avLst/>
              <a:gdLst>
                <a:gd name="connsiteX0" fmla="*/ 79058 w 79057"/>
                <a:gd name="connsiteY0" fmla="*/ 38100 h 384809"/>
                <a:gd name="connsiteX1" fmla="*/ 39052 w 79057"/>
                <a:gd name="connsiteY1" fmla="*/ 76200 h 384809"/>
                <a:gd name="connsiteX2" fmla="*/ 0 w 79057"/>
                <a:gd name="connsiteY2" fmla="*/ 38100 h 384809"/>
                <a:gd name="connsiteX3" fmla="*/ 39052 w 79057"/>
                <a:gd name="connsiteY3" fmla="*/ 0 h 384809"/>
                <a:gd name="connsiteX4" fmla="*/ 79058 w 79057"/>
                <a:gd name="connsiteY4" fmla="*/ 38100 h 384809"/>
                <a:gd name="connsiteX5" fmla="*/ 70485 w 79057"/>
                <a:gd name="connsiteY5" fmla="*/ 384810 h 384809"/>
                <a:gd name="connsiteX6" fmla="*/ 8572 w 79057"/>
                <a:gd name="connsiteY6" fmla="*/ 384810 h 384809"/>
                <a:gd name="connsiteX7" fmla="*/ 8572 w 79057"/>
                <a:gd name="connsiteY7" fmla="*/ 118110 h 384809"/>
                <a:gd name="connsiteX8" fmla="*/ 70485 w 79057"/>
                <a:gd name="connsiteY8" fmla="*/ 118110 h 384809"/>
                <a:gd name="connsiteX9" fmla="*/ 70485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008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9" name="Freihandform: Form 178">
              <a:extLst>
                <a:ext uri="{FF2B5EF4-FFF2-40B4-BE49-F238E27FC236}">
                  <a16:creationId xmlns:a16="http://schemas.microsoft.com/office/drawing/2014/main" id="{E9CDB743-2203-45F3-9005-B6A6BEE56E6A}"/>
                </a:ext>
              </a:extLst>
            </p:cNvPr>
            <p:cNvSpPr/>
            <p:nvPr/>
          </p:nvSpPr>
          <p:spPr>
            <a:xfrm>
              <a:off x="3875721" y="3217544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8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3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0" name="Freihandform: Form 179">
              <a:extLst>
                <a:ext uri="{FF2B5EF4-FFF2-40B4-BE49-F238E27FC236}">
                  <a16:creationId xmlns:a16="http://schemas.microsoft.com/office/drawing/2014/main" id="{A665084F-7B62-4FA3-819D-F0DD52EE3BC9}"/>
                </a:ext>
              </a:extLst>
            </p:cNvPr>
            <p:cNvSpPr/>
            <p:nvPr/>
          </p:nvSpPr>
          <p:spPr>
            <a:xfrm>
              <a:off x="4173854" y="3105149"/>
              <a:ext cx="79057" cy="384809"/>
            </a:xfrm>
            <a:custGeom>
              <a:avLst/>
              <a:gdLst>
                <a:gd name="connsiteX0" fmla="*/ 79058 w 79057"/>
                <a:gd name="connsiteY0" fmla="*/ 38100 h 384809"/>
                <a:gd name="connsiteX1" fmla="*/ 39053 w 79057"/>
                <a:gd name="connsiteY1" fmla="*/ 76200 h 384809"/>
                <a:gd name="connsiteX2" fmla="*/ 0 w 79057"/>
                <a:gd name="connsiteY2" fmla="*/ 38100 h 384809"/>
                <a:gd name="connsiteX3" fmla="*/ 39053 w 79057"/>
                <a:gd name="connsiteY3" fmla="*/ 0 h 384809"/>
                <a:gd name="connsiteX4" fmla="*/ 79058 w 79057"/>
                <a:gd name="connsiteY4" fmla="*/ 38100 h 384809"/>
                <a:gd name="connsiteX5" fmla="*/ 71438 w 79057"/>
                <a:gd name="connsiteY5" fmla="*/ 384810 h 384809"/>
                <a:gd name="connsiteX6" fmla="*/ 9525 w 79057"/>
                <a:gd name="connsiteY6" fmla="*/ 384810 h 384809"/>
                <a:gd name="connsiteX7" fmla="*/ 9525 w 79057"/>
                <a:gd name="connsiteY7" fmla="*/ 118110 h 384809"/>
                <a:gd name="connsiteX8" fmla="*/ 71438 w 79057"/>
                <a:gd name="connsiteY8" fmla="*/ 118110 h 384809"/>
                <a:gd name="connsiteX9" fmla="*/ 71438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8" y="38100"/>
                  </a:moveTo>
                  <a:cubicBezTo>
                    <a:pt x="79058" y="60008"/>
                    <a:pt x="60960" y="76200"/>
                    <a:pt x="39053" y="76200"/>
                  </a:cubicBezTo>
                  <a:cubicBezTo>
                    <a:pt x="17145" y="76200"/>
                    <a:pt x="0" y="60008"/>
                    <a:pt x="0" y="38100"/>
                  </a:cubicBezTo>
                  <a:cubicBezTo>
                    <a:pt x="0" y="16192"/>
                    <a:pt x="18098" y="0"/>
                    <a:pt x="39053" y="0"/>
                  </a:cubicBezTo>
                  <a:cubicBezTo>
                    <a:pt x="61913" y="0"/>
                    <a:pt x="79058" y="16192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1" name="Freihandform: Form 180">
              <a:extLst>
                <a:ext uri="{FF2B5EF4-FFF2-40B4-BE49-F238E27FC236}">
                  <a16:creationId xmlns:a16="http://schemas.microsoft.com/office/drawing/2014/main" id="{71ED3F01-F23A-42F0-B153-318BBE6AD2DC}"/>
                </a:ext>
              </a:extLst>
            </p:cNvPr>
            <p:cNvSpPr/>
            <p:nvPr/>
          </p:nvSpPr>
          <p:spPr>
            <a:xfrm>
              <a:off x="4302442" y="3216591"/>
              <a:ext cx="205739" cy="280035"/>
            </a:xfrm>
            <a:custGeom>
              <a:avLst/>
              <a:gdLst>
                <a:gd name="connsiteX0" fmla="*/ 29527 w 205739"/>
                <a:gd name="connsiteY0" fmla="*/ 198120 h 280035"/>
                <a:gd name="connsiteX1" fmla="*/ 104775 w 205739"/>
                <a:gd name="connsiteY1" fmla="*/ 227648 h 280035"/>
                <a:gd name="connsiteX2" fmla="*/ 143827 w 205739"/>
                <a:gd name="connsiteY2" fmla="*/ 200978 h 280035"/>
                <a:gd name="connsiteX3" fmla="*/ 10477 w 205739"/>
                <a:gd name="connsiteY3" fmla="*/ 82868 h 280035"/>
                <a:gd name="connsiteX4" fmla="*/ 111442 w 205739"/>
                <a:gd name="connsiteY4" fmla="*/ 0 h 280035"/>
                <a:gd name="connsiteX5" fmla="*/ 203835 w 205739"/>
                <a:gd name="connsiteY5" fmla="*/ 27623 h 280035"/>
                <a:gd name="connsiteX6" fmla="*/ 174307 w 205739"/>
                <a:gd name="connsiteY6" fmla="*/ 76200 h 280035"/>
                <a:gd name="connsiteX7" fmla="*/ 110490 w 205739"/>
                <a:gd name="connsiteY7" fmla="*/ 52388 h 280035"/>
                <a:gd name="connsiteX8" fmla="*/ 72390 w 205739"/>
                <a:gd name="connsiteY8" fmla="*/ 77153 h 280035"/>
                <a:gd name="connsiteX9" fmla="*/ 205740 w 205739"/>
                <a:gd name="connsiteY9" fmla="*/ 195263 h 280035"/>
                <a:gd name="connsiteX10" fmla="*/ 102870 w 205739"/>
                <a:gd name="connsiteY10" fmla="*/ 280035 h 280035"/>
                <a:gd name="connsiteX11" fmla="*/ 0 w 205739"/>
                <a:gd name="connsiteY11" fmla="*/ 247650 h 280035"/>
                <a:gd name="connsiteX12" fmla="*/ 29527 w 205739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5">
                  <a:moveTo>
                    <a:pt x="29527" y="198120"/>
                  </a:moveTo>
                  <a:cubicBezTo>
                    <a:pt x="56197" y="218123"/>
                    <a:pt x="80963" y="227648"/>
                    <a:pt x="104775" y="227648"/>
                  </a:cubicBezTo>
                  <a:cubicBezTo>
                    <a:pt x="127635" y="227648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3"/>
                  </a:cubicBezTo>
                  <a:lnTo>
                    <a:pt x="174307" y="76200"/>
                  </a:lnTo>
                  <a:cubicBezTo>
                    <a:pt x="151447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2" name="Freihandform: Form 181">
              <a:extLst>
                <a:ext uri="{FF2B5EF4-FFF2-40B4-BE49-F238E27FC236}">
                  <a16:creationId xmlns:a16="http://schemas.microsoft.com/office/drawing/2014/main" id="{EDEAA916-72EC-431E-BC57-9F297CC81456}"/>
                </a:ext>
              </a:extLst>
            </p:cNvPr>
            <p:cNvSpPr/>
            <p:nvPr/>
          </p:nvSpPr>
          <p:spPr>
            <a:xfrm>
              <a:off x="4558664" y="3216591"/>
              <a:ext cx="224790" cy="280035"/>
            </a:xfrm>
            <a:custGeom>
              <a:avLst/>
              <a:gdLst>
                <a:gd name="connsiteX0" fmla="*/ 222885 w 224790"/>
                <a:gd name="connsiteY0" fmla="*/ 237173 h 280035"/>
                <a:gd name="connsiteX1" fmla="*/ 127635 w 224790"/>
                <a:gd name="connsiteY1" fmla="*/ 280035 h 280035"/>
                <a:gd name="connsiteX2" fmla="*/ 0 w 224790"/>
                <a:gd name="connsiteY2" fmla="*/ 140970 h 280035"/>
                <a:gd name="connsiteX3" fmla="*/ 128588 w 224790"/>
                <a:gd name="connsiteY3" fmla="*/ 0 h 280035"/>
                <a:gd name="connsiteX4" fmla="*/ 224790 w 224790"/>
                <a:gd name="connsiteY4" fmla="*/ 45720 h 280035"/>
                <a:gd name="connsiteX5" fmla="*/ 181928 w 224790"/>
                <a:gd name="connsiteY5" fmla="*/ 86678 h 280035"/>
                <a:gd name="connsiteX6" fmla="*/ 128588 w 224790"/>
                <a:gd name="connsiteY6" fmla="*/ 57150 h 280035"/>
                <a:gd name="connsiteX7" fmla="*/ 62865 w 224790"/>
                <a:gd name="connsiteY7" fmla="*/ 140017 h 280035"/>
                <a:gd name="connsiteX8" fmla="*/ 128588 w 224790"/>
                <a:gd name="connsiteY8" fmla="*/ 222885 h 280035"/>
                <a:gd name="connsiteX9" fmla="*/ 183832 w 224790"/>
                <a:gd name="connsiteY9" fmla="*/ 193358 h 280035"/>
                <a:gd name="connsiteX10" fmla="*/ 222885 w 224790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3" name="Freihandform: Form 182">
              <a:extLst>
                <a:ext uri="{FF2B5EF4-FFF2-40B4-BE49-F238E27FC236}">
                  <a16:creationId xmlns:a16="http://schemas.microsoft.com/office/drawing/2014/main" id="{CFC34AFA-C448-4AD5-8BB2-A737A249D9CF}"/>
                </a:ext>
              </a:extLst>
            </p:cNvPr>
            <p:cNvSpPr/>
            <p:nvPr/>
          </p:nvSpPr>
          <p:spPr>
            <a:xfrm>
              <a:off x="4837746" y="3101339"/>
              <a:ext cx="228600" cy="389572"/>
            </a:xfrm>
            <a:custGeom>
              <a:avLst/>
              <a:gdLst>
                <a:gd name="connsiteX0" fmla="*/ 228600 w 228600"/>
                <a:gd name="connsiteY0" fmla="*/ 388620 h 389572"/>
                <a:gd name="connsiteX1" fmla="*/ 166688 w 228600"/>
                <a:gd name="connsiteY1" fmla="*/ 388620 h 389572"/>
                <a:gd name="connsiteX2" fmla="*/ 166688 w 228600"/>
                <a:gd name="connsiteY2" fmla="*/ 236220 h 389572"/>
                <a:gd name="connsiteX3" fmla="*/ 117158 w 228600"/>
                <a:gd name="connsiteY3" fmla="*/ 171450 h 389572"/>
                <a:gd name="connsiteX4" fmla="*/ 61913 w 228600"/>
                <a:gd name="connsiteY4" fmla="*/ 236220 h 389572"/>
                <a:gd name="connsiteX5" fmla="*/ 61913 w 228600"/>
                <a:gd name="connsiteY5" fmla="*/ 389573 h 389572"/>
                <a:gd name="connsiteX6" fmla="*/ 0 w 228600"/>
                <a:gd name="connsiteY6" fmla="*/ 389573 h 389572"/>
                <a:gd name="connsiteX7" fmla="*/ 0 w 228600"/>
                <a:gd name="connsiteY7" fmla="*/ 15240 h 389572"/>
                <a:gd name="connsiteX8" fmla="*/ 61913 w 228600"/>
                <a:gd name="connsiteY8" fmla="*/ 0 h 389572"/>
                <a:gd name="connsiteX9" fmla="*/ 61913 w 228600"/>
                <a:gd name="connsiteY9" fmla="*/ 155258 h 389572"/>
                <a:gd name="connsiteX10" fmla="*/ 62865 w 228600"/>
                <a:gd name="connsiteY10" fmla="*/ 155258 h 389572"/>
                <a:gd name="connsiteX11" fmla="*/ 140970 w 228600"/>
                <a:gd name="connsiteY11" fmla="*/ 116205 h 389572"/>
                <a:gd name="connsiteX12" fmla="*/ 228600 w 228600"/>
                <a:gd name="connsiteY12" fmla="*/ 223838 h 389572"/>
                <a:gd name="connsiteX13" fmla="*/ 228600 w 228600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89572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4" name="Freihandform: Form 183">
              <a:extLst>
                <a:ext uri="{FF2B5EF4-FFF2-40B4-BE49-F238E27FC236}">
                  <a16:creationId xmlns:a16="http://schemas.microsoft.com/office/drawing/2014/main" id="{DB00A833-4342-43F0-97C0-45736A97759A}"/>
                </a:ext>
              </a:extLst>
            </p:cNvPr>
            <p:cNvSpPr/>
            <p:nvPr/>
          </p:nvSpPr>
          <p:spPr>
            <a:xfrm>
              <a:off x="5131117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5" name="Freihandform: Form 184">
              <a:extLst>
                <a:ext uri="{FF2B5EF4-FFF2-40B4-BE49-F238E27FC236}">
                  <a16:creationId xmlns:a16="http://schemas.microsoft.com/office/drawing/2014/main" id="{86CE2337-43AB-431F-A6B0-A234EE91C196}"/>
                </a:ext>
              </a:extLst>
            </p:cNvPr>
            <p:cNvSpPr/>
            <p:nvPr/>
          </p:nvSpPr>
          <p:spPr>
            <a:xfrm>
              <a:off x="5601652" y="3122294"/>
              <a:ext cx="231457" cy="368617"/>
            </a:xfrm>
            <a:custGeom>
              <a:avLst/>
              <a:gdLst>
                <a:gd name="connsiteX0" fmla="*/ 231457 w 231457"/>
                <a:gd name="connsiteY0" fmla="*/ 60007 h 368617"/>
                <a:gd name="connsiteX1" fmla="*/ 65722 w 231457"/>
                <a:gd name="connsiteY1" fmla="*/ 60007 h 368617"/>
                <a:gd name="connsiteX2" fmla="*/ 65722 w 231457"/>
                <a:gd name="connsiteY2" fmla="*/ 151447 h 368617"/>
                <a:gd name="connsiteX3" fmla="*/ 189547 w 231457"/>
                <a:gd name="connsiteY3" fmla="*/ 151447 h 368617"/>
                <a:gd name="connsiteX4" fmla="*/ 189547 w 231457"/>
                <a:gd name="connsiteY4" fmla="*/ 211455 h 368617"/>
                <a:gd name="connsiteX5" fmla="*/ 65722 w 231457"/>
                <a:gd name="connsiteY5" fmla="*/ 211455 h 368617"/>
                <a:gd name="connsiteX6" fmla="*/ 65722 w 231457"/>
                <a:gd name="connsiteY6" fmla="*/ 368617 h 368617"/>
                <a:gd name="connsiteX7" fmla="*/ 0 w 231457"/>
                <a:gd name="connsiteY7" fmla="*/ 368617 h 368617"/>
                <a:gd name="connsiteX8" fmla="*/ 0 w 231457"/>
                <a:gd name="connsiteY8" fmla="*/ 0 h 368617"/>
                <a:gd name="connsiteX9" fmla="*/ 231457 w 231457"/>
                <a:gd name="connsiteY9" fmla="*/ 0 h 368617"/>
                <a:gd name="connsiteX10" fmla="*/ 231457 w 231457"/>
                <a:gd name="connsiteY10" fmla="*/ 60007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1457" h="36861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6" name="Freihandform: Form 185">
              <a:extLst>
                <a:ext uri="{FF2B5EF4-FFF2-40B4-BE49-F238E27FC236}">
                  <a16:creationId xmlns:a16="http://schemas.microsoft.com/office/drawing/2014/main" id="{BC3A9A0C-35DA-497E-AAEF-E8C16E3C88D6}"/>
                </a:ext>
              </a:extLst>
            </p:cNvPr>
            <p:cNvSpPr/>
            <p:nvPr/>
          </p:nvSpPr>
          <p:spPr>
            <a:xfrm>
              <a:off x="5844539" y="3217544"/>
              <a:ext cx="225742" cy="279082"/>
            </a:xfrm>
            <a:custGeom>
              <a:avLst/>
              <a:gdLst>
                <a:gd name="connsiteX0" fmla="*/ 114300 w 225742"/>
                <a:gd name="connsiteY0" fmla="*/ 107633 h 279082"/>
                <a:gd name="connsiteX1" fmla="*/ 164782 w 225742"/>
                <a:gd name="connsiteY1" fmla="*/ 113347 h 279082"/>
                <a:gd name="connsiteX2" fmla="*/ 164782 w 225742"/>
                <a:gd name="connsiteY2" fmla="*/ 103822 h 279082"/>
                <a:gd name="connsiteX3" fmla="*/ 105728 w 225742"/>
                <a:gd name="connsiteY3" fmla="*/ 52388 h 279082"/>
                <a:gd name="connsiteX4" fmla="*/ 38100 w 225742"/>
                <a:gd name="connsiteY4" fmla="*/ 67627 h 279082"/>
                <a:gd name="connsiteX5" fmla="*/ 24765 w 225742"/>
                <a:gd name="connsiteY5" fmla="*/ 15240 h 279082"/>
                <a:gd name="connsiteX6" fmla="*/ 112395 w 225742"/>
                <a:gd name="connsiteY6" fmla="*/ 0 h 279082"/>
                <a:gd name="connsiteX7" fmla="*/ 225742 w 225742"/>
                <a:gd name="connsiteY7" fmla="*/ 102870 h 279082"/>
                <a:gd name="connsiteX8" fmla="*/ 225742 w 225742"/>
                <a:gd name="connsiteY8" fmla="*/ 273367 h 279082"/>
                <a:gd name="connsiteX9" fmla="*/ 166688 w 225742"/>
                <a:gd name="connsiteY9" fmla="*/ 273367 h 279082"/>
                <a:gd name="connsiteX10" fmla="*/ 166688 w 225742"/>
                <a:gd name="connsiteY10" fmla="*/ 244792 h 279082"/>
                <a:gd name="connsiteX11" fmla="*/ 165735 w 225742"/>
                <a:gd name="connsiteY11" fmla="*/ 244792 h 279082"/>
                <a:gd name="connsiteX12" fmla="*/ 87630 w 225742"/>
                <a:gd name="connsiteY12" fmla="*/ 279083 h 279082"/>
                <a:gd name="connsiteX13" fmla="*/ 0 w 225742"/>
                <a:gd name="connsiteY13" fmla="*/ 194310 h 279082"/>
                <a:gd name="connsiteX14" fmla="*/ 114300 w 225742"/>
                <a:gd name="connsiteY14" fmla="*/ 107633 h 279082"/>
                <a:gd name="connsiteX15" fmla="*/ 103822 w 225742"/>
                <a:gd name="connsiteY15" fmla="*/ 232410 h 279082"/>
                <a:gd name="connsiteX16" fmla="*/ 164782 w 225742"/>
                <a:gd name="connsiteY16" fmla="*/ 200025 h 279082"/>
                <a:gd name="connsiteX17" fmla="*/ 164782 w 225742"/>
                <a:gd name="connsiteY17" fmla="*/ 153352 h 279082"/>
                <a:gd name="connsiteX18" fmla="*/ 120967 w 225742"/>
                <a:gd name="connsiteY18" fmla="*/ 148590 h 279082"/>
                <a:gd name="connsiteX19" fmla="*/ 59055 w 225742"/>
                <a:gd name="connsiteY19" fmla="*/ 192405 h 279082"/>
                <a:gd name="connsiteX20" fmla="*/ 103822 w 225742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42" h="279082">
                  <a:moveTo>
                    <a:pt x="114300" y="107633"/>
                  </a:moveTo>
                  <a:cubicBezTo>
                    <a:pt x="131445" y="107633"/>
                    <a:pt x="147638" y="108585"/>
                    <a:pt x="164782" y="113347"/>
                  </a:cubicBezTo>
                  <a:lnTo>
                    <a:pt x="164782" y="103822"/>
                  </a:lnTo>
                  <a:cubicBezTo>
                    <a:pt x="164782" y="69532"/>
                    <a:pt x="144780" y="52388"/>
                    <a:pt x="105728" y="52388"/>
                  </a:cubicBezTo>
                  <a:cubicBezTo>
                    <a:pt x="83820" y="52388"/>
                    <a:pt x="60007" y="58102"/>
                    <a:pt x="38100" y="67627"/>
                  </a:cubicBezTo>
                  <a:lnTo>
                    <a:pt x="24765" y="15240"/>
                  </a:lnTo>
                  <a:cubicBezTo>
                    <a:pt x="49530" y="5715"/>
                    <a:pt x="81915" y="0"/>
                    <a:pt x="112395" y="0"/>
                  </a:cubicBezTo>
                  <a:cubicBezTo>
                    <a:pt x="187642" y="0"/>
                    <a:pt x="225742" y="35242"/>
                    <a:pt x="225742" y="102870"/>
                  </a:cubicBezTo>
                  <a:lnTo>
                    <a:pt x="225742" y="273367"/>
                  </a:lnTo>
                  <a:lnTo>
                    <a:pt x="166688" y="273367"/>
                  </a:lnTo>
                  <a:lnTo>
                    <a:pt x="166688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4300" y="107633"/>
                  </a:cubicBezTo>
                  <a:close/>
                  <a:moveTo>
                    <a:pt x="103822" y="232410"/>
                  </a:moveTo>
                  <a:cubicBezTo>
                    <a:pt x="126682" y="232410"/>
                    <a:pt x="147638" y="220980"/>
                    <a:pt x="164782" y="200025"/>
                  </a:cubicBezTo>
                  <a:lnTo>
                    <a:pt x="164782" y="153352"/>
                  </a:lnTo>
                  <a:cubicBezTo>
                    <a:pt x="150495" y="149542"/>
                    <a:pt x="135255" y="148590"/>
                    <a:pt x="120967" y="148590"/>
                  </a:cubicBezTo>
                  <a:cubicBezTo>
                    <a:pt x="81915" y="148590"/>
                    <a:pt x="59055" y="163830"/>
                    <a:pt x="59055" y="192405"/>
                  </a:cubicBezTo>
                  <a:cubicBezTo>
                    <a:pt x="60007" y="217170"/>
                    <a:pt x="77153" y="232410"/>
                    <a:pt x="103822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7" name="Freihandform: Form 186">
              <a:extLst>
                <a:ext uri="{FF2B5EF4-FFF2-40B4-BE49-F238E27FC236}">
                  <a16:creationId xmlns:a16="http://schemas.microsoft.com/office/drawing/2014/main" id="{8667A68B-9A78-450D-8063-29EB96A7534A}"/>
                </a:ext>
              </a:extLst>
            </p:cNvPr>
            <p:cNvSpPr/>
            <p:nvPr/>
          </p:nvSpPr>
          <p:spPr>
            <a:xfrm>
              <a:off x="6150292" y="3101339"/>
              <a:ext cx="234314" cy="389572"/>
            </a:xfrm>
            <a:custGeom>
              <a:avLst/>
              <a:gdLst>
                <a:gd name="connsiteX0" fmla="*/ 0 w 234314"/>
                <a:gd name="connsiteY0" fmla="*/ 15240 h 389572"/>
                <a:gd name="connsiteX1" fmla="*/ 61913 w 234314"/>
                <a:gd name="connsiteY1" fmla="*/ 0 h 389572"/>
                <a:gd name="connsiteX2" fmla="*/ 61913 w 234314"/>
                <a:gd name="connsiteY2" fmla="*/ 234315 h 389572"/>
                <a:gd name="connsiteX3" fmla="*/ 62865 w 234314"/>
                <a:gd name="connsiteY3" fmla="*/ 234315 h 389572"/>
                <a:gd name="connsiteX4" fmla="*/ 150495 w 234314"/>
                <a:gd name="connsiteY4" fmla="*/ 122873 h 389572"/>
                <a:gd name="connsiteX5" fmla="*/ 224790 w 234314"/>
                <a:gd name="connsiteY5" fmla="*/ 122873 h 389572"/>
                <a:gd name="connsiteX6" fmla="*/ 137160 w 234314"/>
                <a:gd name="connsiteY6" fmla="*/ 227648 h 389572"/>
                <a:gd name="connsiteX7" fmla="*/ 234315 w 234314"/>
                <a:gd name="connsiteY7" fmla="*/ 389573 h 389572"/>
                <a:gd name="connsiteX8" fmla="*/ 160020 w 234314"/>
                <a:gd name="connsiteY8" fmla="*/ 389573 h 389572"/>
                <a:gd name="connsiteX9" fmla="*/ 93345 w 234314"/>
                <a:gd name="connsiteY9" fmla="*/ 274320 h 389572"/>
                <a:gd name="connsiteX10" fmla="*/ 62865 w 234314"/>
                <a:gd name="connsiteY10" fmla="*/ 308610 h 389572"/>
                <a:gd name="connsiteX11" fmla="*/ 62865 w 234314"/>
                <a:gd name="connsiteY11" fmla="*/ 389573 h 389572"/>
                <a:gd name="connsiteX12" fmla="*/ 952 w 234314"/>
                <a:gd name="connsiteY12" fmla="*/ 389573 h 389572"/>
                <a:gd name="connsiteX13" fmla="*/ 952 w 234314"/>
                <a:gd name="connsiteY13" fmla="*/ 1524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4314" h="389572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8" name="Freihandform: Form 187">
              <a:extLst>
                <a:ext uri="{FF2B5EF4-FFF2-40B4-BE49-F238E27FC236}">
                  <a16:creationId xmlns:a16="http://schemas.microsoft.com/office/drawing/2014/main" id="{C277A812-5920-496B-87C7-B393D29BE953}"/>
                </a:ext>
              </a:extLst>
            </p:cNvPr>
            <p:cNvSpPr/>
            <p:nvPr/>
          </p:nvSpPr>
          <p:spPr>
            <a:xfrm>
              <a:off x="6430327" y="3224212"/>
              <a:ext cx="229552" cy="273367"/>
            </a:xfrm>
            <a:custGeom>
              <a:avLst/>
              <a:gdLst>
                <a:gd name="connsiteX0" fmla="*/ 62865 w 229552"/>
                <a:gd name="connsiteY0" fmla="*/ 160020 h 273367"/>
                <a:gd name="connsiteX1" fmla="*/ 116205 w 229552"/>
                <a:gd name="connsiteY1" fmla="*/ 216217 h 273367"/>
                <a:gd name="connsiteX2" fmla="*/ 167640 w 229552"/>
                <a:gd name="connsiteY2" fmla="*/ 160020 h 273367"/>
                <a:gd name="connsiteX3" fmla="*/ 167640 w 229552"/>
                <a:gd name="connsiteY3" fmla="*/ 0 h 273367"/>
                <a:gd name="connsiteX4" fmla="*/ 229553 w 229552"/>
                <a:gd name="connsiteY4" fmla="*/ 0 h 273367"/>
                <a:gd name="connsiteX5" fmla="*/ 229553 w 229552"/>
                <a:gd name="connsiteY5" fmla="*/ 161925 h 273367"/>
                <a:gd name="connsiteX6" fmla="*/ 117157 w 229552"/>
                <a:gd name="connsiteY6" fmla="*/ 273367 h 273367"/>
                <a:gd name="connsiteX7" fmla="*/ 0 w 229552"/>
                <a:gd name="connsiteY7" fmla="*/ 162878 h 273367"/>
                <a:gd name="connsiteX8" fmla="*/ 0 w 229552"/>
                <a:gd name="connsiteY8" fmla="*/ 952 h 273367"/>
                <a:gd name="connsiteX9" fmla="*/ 61913 w 229552"/>
                <a:gd name="connsiteY9" fmla="*/ 952 h 273367"/>
                <a:gd name="connsiteX10" fmla="*/ 61913 w 229552"/>
                <a:gd name="connsiteY10" fmla="*/ 160020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9552" h="273367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9" name="Freihandform: Form 188">
              <a:extLst>
                <a:ext uri="{FF2B5EF4-FFF2-40B4-BE49-F238E27FC236}">
                  <a16:creationId xmlns:a16="http://schemas.microsoft.com/office/drawing/2014/main" id="{19E2AB75-052F-40D2-A9F6-2026DB82E76E}"/>
                </a:ext>
              </a:extLst>
            </p:cNvPr>
            <p:cNvSpPr/>
            <p:nvPr/>
          </p:nvSpPr>
          <p:spPr>
            <a:xfrm>
              <a:off x="6739889" y="3100387"/>
              <a:ext cx="61912" cy="389572"/>
            </a:xfrm>
            <a:custGeom>
              <a:avLst/>
              <a:gdLst>
                <a:gd name="connsiteX0" fmla="*/ 61913 w 61912"/>
                <a:gd name="connsiteY0" fmla="*/ 389572 h 389572"/>
                <a:gd name="connsiteX1" fmla="*/ 0 w 61912"/>
                <a:gd name="connsiteY1" fmla="*/ 389572 h 389572"/>
                <a:gd name="connsiteX2" fmla="*/ 0 w 61912"/>
                <a:gd name="connsiteY2" fmla="*/ 14288 h 389572"/>
                <a:gd name="connsiteX3" fmla="*/ 61913 w 61912"/>
                <a:gd name="connsiteY3" fmla="*/ 0 h 389572"/>
                <a:gd name="connsiteX4" fmla="*/ 61913 w 61912"/>
                <a:gd name="connsiteY4" fmla="*/ 389572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957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0" name="Freihandform: Form 189">
              <a:extLst>
                <a:ext uri="{FF2B5EF4-FFF2-40B4-BE49-F238E27FC236}">
                  <a16:creationId xmlns:a16="http://schemas.microsoft.com/office/drawing/2014/main" id="{42D013DF-4D88-42F7-BA58-EB565F3484AD}"/>
                </a:ext>
              </a:extLst>
            </p:cNvPr>
            <p:cNvSpPr/>
            <p:nvPr/>
          </p:nvSpPr>
          <p:spPr>
            <a:xfrm>
              <a:off x="6856094" y="3138487"/>
              <a:ext cx="165735" cy="358140"/>
            </a:xfrm>
            <a:custGeom>
              <a:avLst/>
              <a:gdLst>
                <a:gd name="connsiteX0" fmla="*/ 165735 w 165735"/>
                <a:gd name="connsiteY0" fmla="*/ 295275 h 358140"/>
                <a:gd name="connsiteX1" fmla="*/ 165735 w 165735"/>
                <a:gd name="connsiteY1" fmla="*/ 348615 h 358140"/>
                <a:gd name="connsiteX2" fmla="*/ 113348 w 165735"/>
                <a:gd name="connsiteY2" fmla="*/ 358140 h 358140"/>
                <a:gd name="connsiteX3" fmla="*/ 40957 w 165735"/>
                <a:gd name="connsiteY3" fmla="*/ 282892 h 358140"/>
                <a:gd name="connsiteX4" fmla="*/ 40957 w 165735"/>
                <a:gd name="connsiteY4" fmla="*/ 137160 h 358140"/>
                <a:gd name="connsiteX5" fmla="*/ 0 w 165735"/>
                <a:gd name="connsiteY5" fmla="*/ 137160 h 358140"/>
                <a:gd name="connsiteX6" fmla="*/ 0 w 165735"/>
                <a:gd name="connsiteY6" fmla="*/ 85725 h 358140"/>
                <a:gd name="connsiteX7" fmla="*/ 40005 w 165735"/>
                <a:gd name="connsiteY7" fmla="*/ 85725 h 358140"/>
                <a:gd name="connsiteX8" fmla="*/ 40005 w 165735"/>
                <a:gd name="connsiteY8" fmla="*/ 13335 h 358140"/>
                <a:gd name="connsiteX9" fmla="*/ 101918 w 165735"/>
                <a:gd name="connsiteY9" fmla="*/ 0 h 358140"/>
                <a:gd name="connsiteX10" fmla="*/ 101918 w 165735"/>
                <a:gd name="connsiteY10" fmla="*/ 86677 h 358140"/>
                <a:gd name="connsiteX11" fmla="*/ 165735 w 165735"/>
                <a:gd name="connsiteY11" fmla="*/ 86677 h 358140"/>
                <a:gd name="connsiteX12" fmla="*/ 165735 w 165735"/>
                <a:gd name="connsiteY12" fmla="*/ 138113 h 358140"/>
                <a:gd name="connsiteX13" fmla="*/ 101918 w 165735"/>
                <a:gd name="connsiteY13" fmla="*/ 138113 h 358140"/>
                <a:gd name="connsiteX14" fmla="*/ 101918 w 165735"/>
                <a:gd name="connsiteY14" fmla="*/ 269558 h 358140"/>
                <a:gd name="connsiteX15" fmla="*/ 130493 w 165735"/>
                <a:gd name="connsiteY15" fmla="*/ 304800 h 358140"/>
                <a:gd name="connsiteX16" fmla="*/ 165735 w 165735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7" y="332422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1" name="Freihandform: Form 190">
              <a:extLst>
                <a:ext uri="{FF2B5EF4-FFF2-40B4-BE49-F238E27FC236}">
                  <a16:creationId xmlns:a16="http://schemas.microsoft.com/office/drawing/2014/main" id="{ADEBF3C4-F570-40D5-B49F-FB772D6610F5}"/>
                </a:ext>
              </a:extLst>
            </p:cNvPr>
            <p:cNvSpPr/>
            <p:nvPr/>
          </p:nvSpPr>
          <p:spPr>
            <a:xfrm>
              <a:off x="7071359" y="3109912"/>
              <a:ext cx="225742" cy="386715"/>
            </a:xfrm>
            <a:custGeom>
              <a:avLst/>
              <a:gdLst>
                <a:gd name="connsiteX0" fmla="*/ 114300 w 225742"/>
                <a:gd name="connsiteY0" fmla="*/ 215265 h 386715"/>
                <a:gd name="connsiteX1" fmla="*/ 164782 w 225742"/>
                <a:gd name="connsiteY1" fmla="*/ 220980 h 386715"/>
                <a:gd name="connsiteX2" fmla="*/ 164782 w 225742"/>
                <a:gd name="connsiteY2" fmla="*/ 211455 h 386715"/>
                <a:gd name="connsiteX3" fmla="*/ 105727 w 225742"/>
                <a:gd name="connsiteY3" fmla="*/ 160020 h 386715"/>
                <a:gd name="connsiteX4" fmla="*/ 38100 w 225742"/>
                <a:gd name="connsiteY4" fmla="*/ 175260 h 386715"/>
                <a:gd name="connsiteX5" fmla="*/ 24765 w 225742"/>
                <a:gd name="connsiteY5" fmla="*/ 122873 h 386715"/>
                <a:gd name="connsiteX6" fmla="*/ 112395 w 225742"/>
                <a:gd name="connsiteY6" fmla="*/ 107633 h 386715"/>
                <a:gd name="connsiteX7" fmla="*/ 225742 w 225742"/>
                <a:gd name="connsiteY7" fmla="*/ 210503 h 386715"/>
                <a:gd name="connsiteX8" fmla="*/ 225742 w 225742"/>
                <a:gd name="connsiteY8" fmla="*/ 381000 h 386715"/>
                <a:gd name="connsiteX9" fmla="*/ 166688 w 225742"/>
                <a:gd name="connsiteY9" fmla="*/ 381000 h 386715"/>
                <a:gd name="connsiteX10" fmla="*/ 166688 w 225742"/>
                <a:gd name="connsiteY10" fmla="*/ 352425 h 386715"/>
                <a:gd name="connsiteX11" fmla="*/ 165735 w 225742"/>
                <a:gd name="connsiteY11" fmla="*/ 352425 h 386715"/>
                <a:gd name="connsiteX12" fmla="*/ 87630 w 225742"/>
                <a:gd name="connsiteY12" fmla="*/ 386715 h 386715"/>
                <a:gd name="connsiteX13" fmla="*/ 0 w 225742"/>
                <a:gd name="connsiteY13" fmla="*/ 301942 h 386715"/>
                <a:gd name="connsiteX14" fmla="*/ 114300 w 225742"/>
                <a:gd name="connsiteY14" fmla="*/ 215265 h 386715"/>
                <a:gd name="connsiteX15" fmla="*/ 63817 w 225742"/>
                <a:gd name="connsiteY15" fmla="*/ 72390 h 386715"/>
                <a:gd name="connsiteX16" fmla="*/ 26670 w 225742"/>
                <a:gd name="connsiteY16" fmla="*/ 36195 h 386715"/>
                <a:gd name="connsiteX17" fmla="*/ 63817 w 225742"/>
                <a:gd name="connsiteY17" fmla="*/ 0 h 386715"/>
                <a:gd name="connsiteX18" fmla="*/ 100965 w 225742"/>
                <a:gd name="connsiteY18" fmla="*/ 36195 h 386715"/>
                <a:gd name="connsiteX19" fmla="*/ 63817 w 225742"/>
                <a:gd name="connsiteY19" fmla="*/ 72390 h 386715"/>
                <a:gd name="connsiteX20" fmla="*/ 103822 w 225742"/>
                <a:gd name="connsiteY20" fmla="*/ 340042 h 386715"/>
                <a:gd name="connsiteX21" fmla="*/ 164782 w 225742"/>
                <a:gd name="connsiteY21" fmla="*/ 307658 h 386715"/>
                <a:gd name="connsiteX22" fmla="*/ 164782 w 225742"/>
                <a:gd name="connsiteY22" fmla="*/ 260985 h 386715"/>
                <a:gd name="connsiteX23" fmla="*/ 120967 w 225742"/>
                <a:gd name="connsiteY23" fmla="*/ 256222 h 386715"/>
                <a:gd name="connsiteX24" fmla="*/ 59055 w 225742"/>
                <a:gd name="connsiteY24" fmla="*/ 300038 h 386715"/>
                <a:gd name="connsiteX25" fmla="*/ 103822 w 225742"/>
                <a:gd name="connsiteY25" fmla="*/ 340042 h 386715"/>
                <a:gd name="connsiteX26" fmla="*/ 172402 w 225742"/>
                <a:gd name="connsiteY26" fmla="*/ 72390 h 386715"/>
                <a:gd name="connsiteX27" fmla="*/ 135255 w 225742"/>
                <a:gd name="connsiteY27" fmla="*/ 36195 h 386715"/>
                <a:gd name="connsiteX28" fmla="*/ 172402 w 225742"/>
                <a:gd name="connsiteY28" fmla="*/ 0 h 386715"/>
                <a:gd name="connsiteX29" fmla="*/ 209550 w 225742"/>
                <a:gd name="connsiteY29" fmla="*/ 36195 h 386715"/>
                <a:gd name="connsiteX30" fmla="*/ 172402 w 225742"/>
                <a:gd name="connsiteY30" fmla="*/ 72390 h 386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5">
                  <a:moveTo>
                    <a:pt x="114300" y="215265"/>
                  </a:moveTo>
                  <a:cubicBezTo>
                    <a:pt x="131445" y="215265"/>
                    <a:pt x="147638" y="216217"/>
                    <a:pt x="164782" y="220980"/>
                  </a:cubicBezTo>
                  <a:lnTo>
                    <a:pt x="164782" y="211455"/>
                  </a:lnTo>
                  <a:cubicBezTo>
                    <a:pt x="164782" y="177165"/>
                    <a:pt x="144780" y="160020"/>
                    <a:pt x="105727" y="160020"/>
                  </a:cubicBezTo>
                  <a:cubicBezTo>
                    <a:pt x="83820" y="160020"/>
                    <a:pt x="60007" y="165735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2" y="340042"/>
                    <a:pt x="147638" y="328613"/>
                    <a:pt x="164782" y="307658"/>
                  </a:cubicBezTo>
                  <a:lnTo>
                    <a:pt x="164782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2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2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2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2" name="Freihandform: Form 191">
              <a:extLst>
                <a:ext uri="{FF2B5EF4-FFF2-40B4-BE49-F238E27FC236}">
                  <a16:creationId xmlns:a16="http://schemas.microsoft.com/office/drawing/2014/main" id="{02E9FAD9-60AD-4C62-9E52-5842A2EDEEE4}"/>
                </a:ext>
              </a:extLst>
            </p:cNvPr>
            <p:cNvSpPr/>
            <p:nvPr/>
          </p:nvSpPr>
          <p:spPr>
            <a:xfrm>
              <a:off x="7345679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8 w 165734"/>
                <a:gd name="connsiteY9" fmla="*/ 0 h 358140"/>
                <a:gd name="connsiteX10" fmla="*/ 101918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8 w 165734"/>
                <a:gd name="connsiteY13" fmla="*/ 138113 h 358140"/>
                <a:gd name="connsiteX14" fmla="*/ 101918 w 165734"/>
                <a:gd name="connsiteY14" fmla="*/ 269558 h 358140"/>
                <a:gd name="connsiteX15" fmla="*/ 130493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2422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53706697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bild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platzhalter 167">
            <a:extLst>
              <a:ext uri="{FF2B5EF4-FFF2-40B4-BE49-F238E27FC236}">
                <a16:creationId xmlns:a16="http://schemas.microsoft.com/office/drawing/2014/main" id="{91CA67B1-C872-42F5-99A5-C31B319F69A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1628775"/>
            <a:ext cx="12192000" cy="5229225"/>
          </a:xfrm>
          <a:gradFill>
            <a:gsLst>
              <a:gs pos="50000">
                <a:schemeClr val="accent4">
                  <a:alpha val="50000"/>
                </a:schemeClr>
              </a:gs>
              <a:gs pos="5000">
                <a:schemeClr val="accent4"/>
              </a:gs>
              <a:gs pos="100000">
                <a:schemeClr val="accent4">
                  <a:alpha val="20000"/>
                </a:schemeClr>
              </a:gs>
            </a:gsLst>
            <a:lin ang="5400000" scaled="1"/>
          </a:gradFill>
        </p:spPr>
        <p:txBody>
          <a:bodyPr vert="horz" wrap="square" lIns="540000" tIns="1188000" rIns="0" bIns="0" rtlCol="0" anchor="t" anchorCtr="0">
            <a:noAutofit/>
          </a:bodyPr>
          <a:lstStyle>
            <a:lvl1pPr>
              <a:defRPr lang="de-DE" sz="4000" b="1" dirty="0"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 </a:t>
            </a:r>
          </a:p>
        </p:txBody>
      </p:sp>
      <p:sp>
        <p:nvSpPr>
          <p:cNvPr id="165" name="Bildplatzhalter 60">
            <a:extLst>
              <a:ext uri="{FF2B5EF4-FFF2-40B4-BE49-F238E27FC236}">
                <a16:creationId xmlns:a16="http://schemas.microsoft.com/office/drawing/2014/main" id="{F018B551-27B5-4B00-BF39-7527999917A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628775"/>
            <a:ext cx="12192000" cy="5229226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r>
              <a:rPr lang="de-DE" dirty="0"/>
              <a:t>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C1DC1BF-B7B9-4143-AFEB-7D1D6C73E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0163" y="2913731"/>
            <a:ext cx="4979505" cy="1030539"/>
          </a:xfrm>
        </p:spPr>
        <p:txBody>
          <a:bodyPr wrap="none" tIns="0" rIns="0"/>
          <a:lstStyle>
            <a:lvl1pPr algn="l">
              <a:lnSpc>
                <a:spcPct val="110000"/>
              </a:lnSpc>
              <a:defRPr sz="66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Willkommen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929994FB-5DBF-40C3-99B7-BCB45F80FCBA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DB0B422D-422E-4796-8EA3-E0C93BC35646}"/>
              </a:ext>
            </a:extLst>
          </p:cNvPr>
          <p:cNvSpPr/>
          <p:nvPr/>
        </p:nvSpPr>
        <p:spPr>
          <a:xfrm>
            <a:off x="10056938" y="300703"/>
            <a:ext cx="1619125" cy="618155"/>
          </a:xfrm>
          <a:custGeom>
            <a:avLst/>
            <a:gdLst>
              <a:gd name="connsiteX0" fmla="*/ 0 w 1456912"/>
              <a:gd name="connsiteY0" fmla="*/ 51854 h 556225"/>
              <a:gd name="connsiteX1" fmla="*/ 28188 w 1456912"/>
              <a:gd name="connsiteY1" fmla="*/ 23666 h 556225"/>
              <a:gd name="connsiteX2" fmla="*/ 28188 w 1456912"/>
              <a:gd name="connsiteY2" fmla="*/ 535557 h 556225"/>
              <a:gd name="connsiteX3" fmla="*/ 0 w 1456912"/>
              <a:gd name="connsiteY3" fmla="*/ 535557 h 556225"/>
              <a:gd name="connsiteX4" fmla="*/ 0 w 1456912"/>
              <a:gd name="connsiteY4" fmla="*/ 51854 h 556225"/>
              <a:gd name="connsiteX5" fmla="*/ 84564 w 1456912"/>
              <a:gd name="connsiteY5" fmla="*/ 28188 h 556225"/>
              <a:gd name="connsiteX6" fmla="*/ 422811 w 1456912"/>
              <a:gd name="connsiteY6" fmla="*/ 28188 h 556225"/>
              <a:gd name="connsiteX7" fmla="*/ 422811 w 1456912"/>
              <a:gd name="connsiteY7" fmla="*/ 0 h 556225"/>
              <a:gd name="connsiteX8" fmla="*/ 56376 w 1456912"/>
              <a:gd name="connsiteY8" fmla="*/ 0 h 556225"/>
              <a:gd name="connsiteX9" fmla="*/ 56376 w 1456912"/>
              <a:gd name="connsiteY9" fmla="*/ 338244 h 556225"/>
              <a:gd name="connsiteX10" fmla="*/ 367711 w 1456912"/>
              <a:gd name="connsiteY10" fmla="*/ 338244 h 556225"/>
              <a:gd name="connsiteX11" fmla="*/ 367711 w 1456912"/>
              <a:gd name="connsiteY11" fmla="*/ 310062 h 556225"/>
              <a:gd name="connsiteX12" fmla="*/ 84564 w 1456912"/>
              <a:gd name="connsiteY12" fmla="*/ 310062 h 556225"/>
              <a:gd name="connsiteX13" fmla="*/ 84564 w 1456912"/>
              <a:gd name="connsiteY13" fmla="*/ 28188 h 556225"/>
              <a:gd name="connsiteX14" fmla="*/ 410152 w 1456912"/>
              <a:gd name="connsiteY14" fmla="*/ 253686 h 556225"/>
              <a:gd name="connsiteX15" fmla="*/ 140937 w 1456912"/>
              <a:gd name="connsiteY15" fmla="*/ 253686 h 556225"/>
              <a:gd name="connsiteX16" fmla="*/ 140937 w 1456912"/>
              <a:gd name="connsiteY16" fmla="*/ 140940 h 556225"/>
              <a:gd name="connsiteX17" fmla="*/ 371171 w 1456912"/>
              <a:gd name="connsiteY17" fmla="*/ 140940 h 556225"/>
              <a:gd name="connsiteX18" fmla="*/ 399359 w 1456912"/>
              <a:gd name="connsiteY18" fmla="*/ 112752 h 556225"/>
              <a:gd name="connsiteX19" fmla="*/ 140937 w 1456912"/>
              <a:gd name="connsiteY19" fmla="*/ 112752 h 556225"/>
              <a:gd name="connsiteX20" fmla="*/ 140937 w 1456912"/>
              <a:gd name="connsiteY20" fmla="*/ 84564 h 556225"/>
              <a:gd name="connsiteX21" fmla="*/ 422811 w 1456912"/>
              <a:gd name="connsiteY21" fmla="*/ 84564 h 556225"/>
              <a:gd name="connsiteX22" fmla="*/ 422811 w 1456912"/>
              <a:gd name="connsiteY22" fmla="*/ 56376 h 556225"/>
              <a:gd name="connsiteX23" fmla="*/ 112749 w 1456912"/>
              <a:gd name="connsiteY23" fmla="*/ 56376 h 556225"/>
              <a:gd name="connsiteX24" fmla="*/ 112749 w 1456912"/>
              <a:gd name="connsiteY24" fmla="*/ 281874 h 556225"/>
              <a:gd name="connsiteX25" fmla="*/ 382334 w 1456912"/>
              <a:gd name="connsiteY25" fmla="*/ 281874 h 556225"/>
              <a:gd name="connsiteX26" fmla="*/ 410152 w 1456912"/>
              <a:gd name="connsiteY26" fmla="*/ 253686 h 556225"/>
              <a:gd name="connsiteX27" fmla="*/ 56376 w 1456912"/>
              <a:gd name="connsiteY27" fmla="*/ 535557 h 556225"/>
              <a:gd name="connsiteX28" fmla="*/ 84564 w 1456912"/>
              <a:gd name="connsiteY28" fmla="*/ 535557 h 556225"/>
              <a:gd name="connsiteX29" fmla="*/ 84564 w 1456912"/>
              <a:gd name="connsiteY29" fmla="*/ 394620 h 556225"/>
              <a:gd name="connsiteX30" fmla="*/ 112752 w 1456912"/>
              <a:gd name="connsiteY30" fmla="*/ 394620 h 556225"/>
              <a:gd name="connsiteX31" fmla="*/ 112752 w 1456912"/>
              <a:gd name="connsiteY31" fmla="*/ 511890 h 556225"/>
              <a:gd name="connsiteX32" fmla="*/ 140940 w 1456912"/>
              <a:gd name="connsiteY32" fmla="*/ 483705 h 556225"/>
              <a:gd name="connsiteX33" fmla="*/ 140940 w 1456912"/>
              <a:gd name="connsiteY33" fmla="*/ 394620 h 556225"/>
              <a:gd name="connsiteX34" fmla="*/ 367714 w 1456912"/>
              <a:gd name="connsiteY34" fmla="*/ 394620 h 556225"/>
              <a:gd name="connsiteX35" fmla="*/ 367714 w 1456912"/>
              <a:gd name="connsiteY35" fmla="*/ 366435 h 556225"/>
              <a:gd name="connsiteX36" fmla="*/ 56376 w 1456912"/>
              <a:gd name="connsiteY36" fmla="*/ 366435 h 556225"/>
              <a:gd name="connsiteX37" fmla="*/ 56376 w 1456912"/>
              <a:gd name="connsiteY37" fmla="*/ 535557 h 556225"/>
              <a:gd name="connsiteX38" fmla="*/ 1428724 w 1456912"/>
              <a:gd name="connsiteY38" fmla="*/ 0 h 556225"/>
              <a:gd name="connsiteX39" fmla="*/ 1428724 w 1456912"/>
              <a:gd name="connsiteY39" fmla="*/ 324156 h 556225"/>
              <a:gd name="connsiteX40" fmla="*/ 1316539 w 1456912"/>
              <a:gd name="connsiteY40" fmla="*/ 514089 h 556225"/>
              <a:gd name="connsiteX41" fmla="*/ 1315903 w 1456912"/>
              <a:gd name="connsiteY41" fmla="*/ 513258 h 556225"/>
              <a:gd name="connsiteX42" fmla="*/ 1400536 w 1456912"/>
              <a:gd name="connsiteY42" fmla="*/ 351869 h 556225"/>
              <a:gd name="connsiteX43" fmla="*/ 1400536 w 1456912"/>
              <a:gd name="connsiteY43" fmla="*/ 3 h 556225"/>
              <a:gd name="connsiteX44" fmla="*/ 1372348 w 1456912"/>
              <a:gd name="connsiteY44" fmla="*/ 3 h 556225"/>
              <a:gd name="connsiteX45" fmla="*/ 1372348 w 1456912"/>
              <a:gd name="connsiteY45" fmla="*/ 351400 h 556225"/>
              <a:gd name="connsiteX46" fmla="*/ 1189132 w 1456912"/>
              <a:gd name="connsiteY46" fmla="*/ 528510 h 556225"/>
              <a:gd name="connsiteX47" fmla="*/ 1005916 w 1456912"/>
              <a:gd name="connsiteY47" fmla="*/ 351400 h 556225"/>
              <a:gd name="connsiteX48" fmla="*/ 1005916 w 1456912"/>
              <a:gd name="connsiteY48" fmla="*/ 23666 h 556225"/>
              <a:gd name="connsiteX49" fmla="*/ 977728 w 1456912"/>
              <a:gd name="connsiteY49" fmla="*/ 51854 h 556225"/>
              <a:gd name="connsiteX50" fmla="*/ 977728 w 1456912"/>
              <a:gd name="connsiteY50" fmla="*/ 351869 h 556225"/>
              <a:gd name="connsiteX51" fmla="*/ 1189132 w 1456912"/>
              <a:gd name="connsiteY51" fmla="*/ 556226 h 556225"/>
              <a:gd name="connsiteX52" fmla="*/ 1217320 w 1456912"/>
              <a:gd name="connsiteY52" fmla="*/ 556226 h 556225"/>
              <a:gd name="connsiteX53" fmla="*/ 1456912 w 1456912"/>
              <a:gd name="connsiteY53" fmla="*/ 324566 h 556225"/>
              <a:gd name="connsiteX54" fmla="*/ 1456912 w 1456912"/>
              <a:gd name="connsiteY54" fmla="*/ 0 h 556225"/>
              <a:gd name="connsiteX55" fmla="*/ 1428724 w 1456912"/>
              <a:gd name="connsiteY55" fmla="*/ 0 h 556225"/>
              <a:gd name="connsiteX56" fmla="*/ 1189132 w 1456912"/>
              <a:gd name="connsiteY56" fmla="*/ 500322 h 556225"/>
              <a:gd name="connsiteX57" fmla="*/ 1344160 w 1456912"/>
              <a:gd name="connsiteY57" fmla="*/ 351400 h 556225"/>
              <a:gd name="connsiteX58" fmla="*/ 1344160 w 1456912"/>
              <a:gd name="connsiteY58" fmla="*/ 351400 h 556225"/>
              <a:gd name="connsiteX59" fmla="*/ 1344160 w 1456912"/>
              <a:gd name="connsiteY59" fmla="*/ 23666 h 556225"/>
              <a:gd name="connsiteX60" fmla="*/ 1315972 w 1456912"/>
              <a:gd name="connsiteY60" fmla="*/ 51854 h 556225"/>
              <a:gd name="connsiteX61" fmla="*/ 1315972 w 1456912"/>
              <a:gd name="connsiteY61" fmla="*/ 324153 h 556225"/>
              <a:gd name="connsiteX62" fmla="*/ 1217317 w 1456912"/>
              <a:gd name="connsiteY62" fmla="*/ 415761 h 556225"/>
              <a:gd name="connsiteX63" fmla="*/ 1118662 w 1456912"/>
              <a:gd name="connsiteY63" fmla="*/ 324153 h 556225"/>
              <a:gd name="connsiteX64" fmla="*/ 1118662 w 1456912"/>
              <a:gd name="connsiteY64" fmla="*/ 3 h 556225"/>
              <a:gd name="connsiteX65" fmla="*/ 1090474 w 1456912"/>
              <a:gd name="connsiteY65" fmla="*/ 3 h 556225"/>
              <a:gd name="connsiteX66" fmla="*/ 1090474 w 1456912"/>
              <a:gd name="connsiteY66" fmla="*/ 324156 h 556225"/>
              <a:gd name="connsiteX67" fmla="*/ 1217317 w 1456912"/>
              <a:gd name="connsiteY67" fmla="*/ 443951 h 556225"/>
              <a:gd name="connsiteX68" fmla="*/ 1304349 w 1456912"/>
              <a:gd name="connsiteY68" fmla="*/ 404889 h 556225"/>
              <a:gd name="connsiteX69" fmla="*/ 1304982 w 1456912"/>
              <a:gd name="connsiteY69" fmla="*/ 405720 h 556225"/>
              <a:gd name="connsiteX70" fmla="*/ 1189129 w 1456912"/>
              <a:gd name="connsiteY70" fmla="*/ 472139 h 556225"/>
              <a:gd name="connsiteX71" fmla="*/ 1062303 w 1456912"/>
              <a:gd name="connsiteY71" fmla="*/ 352344 h 556225"/>
              <a:gd name="connsiteX72" fmla="*/ 1062286 w 1456912"/>
              <a:gd name="connsiteY72" fmla="*/ 352344 h 556225"/>
              <a:gd name="connsiteX73" fmla="*/ 1062286 w 1456912"/>
              <a:gd name="connsiteY73" fmla="*/ 3 h 556225"/>
              <a:gd name="connsiteX74" fmla="*/ 1034098 w 1456912"/>
              <a:gd name="connsiteY74" fmla="*/ 3 h 556225"/>
              <a:gd name="connsiteX75" fmla="*/ 1034098 w 1456912"/>
              <a:gd name="connsiteY75" fmla="*/ 352341 h 556225"/>
              <a:gd name="connsiteX76" fmla="*/ 1034113 w 1456912"/>
              <a:gd name="connsiteY76" fmla="*/ 352341 h 556225"/>
              <a:gd name="connsiteX77" fmla="*/ 1189132 w 1456912"/>
              <a:gd name="connsiteY77" fmla="*/ 500322 h 556225"/>
              <a:gd name="connsiteX78" fmla="*/ 562774 w 1456912"/>
              <a:gd name="connsiteY78" fmla="*/ 366435 h 556225"/>
              <a:gd name="connsiteX79" fmla="*/ 491494 w 1456912"/>
              <a:gd name="connsiteY79" fmla="*/ 535557 h 556225"/>
              <a:gd name="connsiteX80" fmla="*/ 519684 w 1456912"/>
              <a:gd name="connsiteY80" fmla="*/ 535554 h 556225"/>
              <a:gd name="connsiteX81" fmla="*/ 519682 w 1456912"/>
              <a:gd name="connsiteY81" fmla="*/ 535557 h 556225"/>
              <a:gd name="connsiteX82" fmla="*/ 519684 w 1456912"/>
              <a:gd name="connsiteY82" fmla="*/ 535557 h 556225"/>
              <a:gd name="connsiteX83" fmla="*/ 555322 w 1456912"/>
              <a:gd name="connsiteY83" fmla="*/ 450996 h 556225"/>
              <a:gd name="connsiteX84" fmla="*/ 794138 w 1456912"/>
              <a:gd name="connsiteY84" fmla="*/ 450996 h 556225"/>
              <a:gd name="connsiteX85" fmla="*/ 829744 w 1456912"/>
              <a:gd name="connsiteY85" fmla="*/ 535557 h 556225"/>
              <a:gd name="connsiteX86" fmla="*/ 857932 w 1456912"/>
              <a:gd name="connsiteY86" fmla="*/ 535557 h 556225"/>
              <a:gd name="connsiteX87" fmla="*/ 810457 w 1456912"/>
              <a:gd name="connsiteY87" fmla="*/ 422808 h 556225"/>
              <a:gd name="connsiteX88" fmla="*/ 567200 w 1456912"/>
              <a:gd name="connsiteY88" fmla="*/ 422808 h 556225"/>
              <a:gd name="connsiteX89" fmla="*/ 579078 w 1456912"/>
              <a:gd name="connsiteY89" fmla="*/ 394620 h 556225"/>
              <a:gd name="connsiteX90" fmla="*/ 826776 w 1456912"/>
              <a:gd name="connsiteY90" fmla="*/ 394620 h 556225"/>
              <a:gd name="connsiteX91" fmla="*/ 886120 w 1456912"/>
              <a:gd name="connsiteY91" fmla="*/ 535557 h 556225"/>
              <a:gd name="connsiteX92" fmla="*/ 914308 w 1456912"/>
              <a:gd name="connsiteY92" fmla="*/ 535557 h 556225"/>
              <a:gd name="connsiteX93" fmla="*/ 843097 w 1456912"/>
              <a:gd name="connsiteY93" fmla="*/ 366435 h 556225"/>
              <a:gd name="connsiteX94" fmla="*/ 562774 w 1456912"/>
              <a:gd name="connsiteY94" fmla="*/ 366435 h 556225"/>
              <a:gd name="connsiteX95" fmla="*/ 604248 w 1456912"/>
              <a:gd name="connsiteY95" fmla="*/ 0 h 556225"/>
              <a:gd name="connsiteX96" fmla="*/ 397091 w 1456912"/>
              <a:gd name="connsiteY96" fmla="*/ 491374 h 556225"/>
              <a:gd name="connsiteX97" fmla="*/ 415032 w 1456912"/>
              <a:gd name="connsiteY97" fmla="*/ 515732 h 556225"/>
              <a:gd name="connsiteX98" fmla="*/ 632437 w 1456912"/>
              <a:gd name="connsiteY98" fmla="*/ 0 h 556225"/>
              <a:gd name="connsiteX99" fmla="*/ 604248 w 1456912"/>
              <a:gd name="connsiteY99" fmla="*/ 0 h 556225"/>
              <a:gd name="connsiteX100" fmla="*/ 716998 w 1456912"/>
              <a:gd name="connsiteY100" fmla="*/ 3 h 556225"/>
              <a:gd name="connsiteX101" fmla="*/ 934130 w 1456912"/>
              <a:gd name="connsiteY101" fmla="*/ 515735 h 556225"/>
              <a:gd name="connsiteX102" fmla="*/ 952028 w 1456912"/>
              <a:gd name="connsiteY102" fmla="*/ 491377 h 556225"/>
              <a:gd name="connsiteX103" fmla="*/ 745186 w 1456912"/>
              <a:gd name="connsiteY103" fmla="*/ 3 h 556225"/>
              <a:gd name="connsiteX104" fmla="*/ 716998 w 1456912"/>
              <a:gd name="connsiteY104" fmla="*/ 3 h 556225"/>
              <a:gd name="connsiteX105" fmla="*/ 546409 w 1456912"/>
              <a:gd name="connsiteY105" fmla="*/ 338247 h 556225"/>
              <a:gd name="connsiteX106" fmla="*/ 463042 w 1456912"/>
              <a:gd name="connsiteY106" fmla="*/ 535557 h 556225"/>
              <a:gd name="connsiteX107" fmla="*/ 434854 w 1456912"/>
              <a:gd name="connsiteY107" fmla="*/ 535557 h 556225"/>
              <a:gd name="connsiteX108" fmla="*/ 646528 w 1456912"/>
              <a:gd name="connsiteY108" fmla="*/ 33467 h 556225"/>
              <a:gd name="connsiteX109" fmla="*/ 762988 w 1456912"/>
              <a:gd name="connsiteY109" fmla="*/ 310059 h 556225"/>
              <a:gd name="connsiteX110" fmla="*/ 791176 w 1456912"/>
              <a:gd name="connsiteY110" fmla="*/ 310059 h 556225"/>
              <a:gd name="connsiteX111" fmla="*/ 660624 w 1456912"/>
              <a:gd name="connsiteY111" fmla="*/ 3 h 556225"/>
              <a:gd name="connsiteX112" fmla="*/ 688812 w 1456912"/>
              <a:gd name="connsiteY112" fmla="*/ 3 h 556225"/>
              <a:gd name="connsiteX113" fmla="*/ 831231 w 1456912"/>
              <a:gd name="connsiteY113" fmla="*/ 338247 h 556225"/>
              <a:gd name="connsiteX114" fmla="*/ 546409 w 1456912"/>
              <a:gd name="connsiteY114" fmla="*/ 338247 h 556225"/>
              <a:gd name="connsiteX115" fmla="*/ 674788 w 1456912"/>
              <a:gd name="connsiteY115" fmla="*/ 167531 h 556225"/>
              <a:gd name="connsiteX116" fmla="*/ 614721 w 1456912"/>
              <a:gd name="connsiteY116" fmla="*/ 310062 h 556225"/>
              <a:gd name="connsiteX117" fmla="*/ 734800 w 1456912"/>
              <a:gd name="connsiteY117" fmla="*/ 310062 h 556225"/>
              <a:gd name="connsiteX118" fmla="*/ 674788 w 1456912"/>
              <a:gd name="connsiteY118" fmla="*/ 167531 h 556225"/>
              <a:gd name="connsiteX119" fmla="*/ 558275 w 1456912"/>
              <a:gd name="connsiteY119" fmla="*/ 310062 h 556225"/>
              <a:gd name="connsiteX120" fmla="*/ 586535 w 1456912"/>
              <a:gd name="connsiteY120" fmla="*/ 310062 h 556225"/>
              <a:gd name="connsiteX121" fmla="*/ 660703 w 1456912"/>
              <a:gd name="connsiteY121" fmla="*/ 134072 h 556225"/>
              <a:gd name="connsiteX122" fmla="*/ 646588 w 1456912"/>
              <a:gd name="connsiteY122" fmla="*/ 100553 h 556225"/>
              <a:gd name="connsiteX123" fmla="*/ 558275 w 1456912"/>
              <a:gd name="connsiteY123" fmla="*/ 310062 h 55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1456912" h="556225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chemeClr val="tx1"/>
          </a:solidFill>
          <a:ln w="289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A67BB0E1-5E7F-46E5-9D87-74249FA80151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735EC3F0-D52F-43D8-9D20-FC4F70B1922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D73E6E84-A759-4118-9971-2B614D3FE504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F1FCC803-A93B-423F-B835-B52876B2721B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94D29247-DB20-40F1-888F-155F9E5ABC8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5E32A3F3-E989-43F3-A16F-94173C632533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44D22F83-A0F5-4FE2-9D6C-012542F7E2B8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BA2BC1BF-6FE4-4475-BE69-6D37CBD516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88D7DDBE-C865-4F05-B6F5-3E2BBB15FDA7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5BF365C6-4DF1-469F-A081-5BB981472333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67" name="Gerader Verbinder 66">
              <a:extLst>
                <a:ext uri="{FF2B5EF4-FFF2-40B4-BE49-F238E27FC236}">
                  <a16:creationId xmlns:a16="http://schemas.microsoft.com/office/drawing/2014/main" id="{9CA1C573-E95F-4CC5-A4BE-0E74960DBC2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02A35681-195F-407A-BB6C-7E3B4E241132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BF6DC0B3-1B79-4824-B73B-DC9B7AA77A08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439D9EA3-D6F8-4D8A-8C91-B7BCDD4883C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EF8776E0-353D-4DBE-918C-2BE4D9ED22C0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EB1A981A-C15F-48BC-856D-45BFDE402164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3" name="Gerader Verbinder 72">
              <a:extLst>
                <a:ext uri="{FF2B5EF4-FFF2-40B4-BE49-F238E27FC236}">
                  <a16:creationId xmlns:a16="http://schemas.microsoft.com/office/drawing/2014/main" id="{CA1B7D91-52B4-4C4E-9872-DAE627C5BDA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DD5301F3-CDC0-4F62-A7F3-64DF1FAFB6C3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C5363AC9-A7FE-4ED9-A4AE-BF1F41479440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A5C058E5-1B77-4F37-8A90-6C2DB0C9F0D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3F3FD432-7B0C-441D-887D-260F088129D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11D3348D-CD05-48E5-89ED-528A62DA8118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8C904B9B-CFB8-4878-BE89-64B7783A68C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C15810B6-1DFF-43DE-849F-E24988A1AC21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CFDE3FDD-B76C-49E7-81B4-7302EAE01430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CC2966EC-F4C0-41FC-88ED-2E5F725EA0B2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92230FDE-430C-429C-A396-DFCEF2CE147E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53056242-C21F-4347-8E6E-305C959935E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A954A2AB-7A1B-4F20-8556-0C283B584BE2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C31D32E9-A207-4C49-AAE0-5A541EE5B56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Textfeld 86">
              <a:extLst>
                <a:ext uri="{FF2B5EF4-FFF2-40B4-BE49-F238E27FC236}">
                  <a16:creationId xmlns:a16="http://schemas.microsoft.com/office/drawing/2014/main" id="{0027A521-04C3-4807-A55B-38087BBBA705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151" name="Grafik 3">
            <a:extLst>
              <a:ext uri="{FF2B5EF4-FFF2-40B4-BE49-F238E27FC236}">
                <a16:creationId xmlns:a16="http://schemas.microsoft.com/office/drawing/2014/main" id="{5ED2637B-07F7-4775-987A-93DC85F97AFC}"/>
              </a:ext>
            </a:extLst>
          </p:cNvPr>
          <p:cNvGrpSpPr/>
          <p:nvPr userDrawn="1"/>
        </p:nvGrpSpPr>
        <p:grpSpPr>
          <a:xfrm>
            <a:off x="520163" y="293688"/>
            <a:ext cx="2623087" cy="328167"/>
            <a:chOff x="2178367" y="2525076"/>
            <a:chExt cx="7773352" cy="972502"/>
          </a:xfrm>
          <a:solidFill>
            <a:schemeClr val="tx1"/>
          </a:solidFill>
        </p:grpSpPr>
        <p:sp>
          <p:nvSpPr>
            <p:cNvPr id="152" name="Freihandform: Form 151">
              <a:extLst>
                <a:ext uri="{FF2B5EF4-FFF2-40B4-BE49-F238E27FC236}">
                  <a16:creationId xmlns:a16="http://schemas.microsoft.com/office/drawing/2014/main" id="{8EE16B07-A759-4BBC-A314-9BCAD261EF08}"/>
                </a:ext>
              </a:extLst>
            </p:cNvPr>
            <p:cNvSpPr/>
            <p:nvPr/>
          </p:nvSpPr>
          <p:spPr>
            <a:xfrm>
              <a:off x="2178367" y="2545079"/>
              <a:ext cx="232409" cy="369569"/>
            </a:xfrm>
            <a:custGeom>
              <a:avLst/>
              <a:gdLst>
                <a:gd name="connsiteX0" fmla="*/ 232410 w 232409"/>
                <a:gd name="connsiteY0" fmla="*/ 60960 h 369569"/>
                <a:gd name="connsiteX1" fmla="*/ 65722 w 232409"/>
                <a:gd name="connsiteY1" fmla="*/ 60960 h 369569"/>
                <a:gd name="connsiteX2" fmla="*/ 65722 w 232409"/>
                <a:gd name="connsiteY2" fmla="*/ 152400 h 369569"/>
                <a:gd name="connsiteX3" fmla="*/ 189547 w 232409"/>
                <a:gd name="connsiteY3" fmla="*/ 152400 h 369569"/>
                <a:gd name="connsiteX4" fmla="*/ 189547 w 232409"/>
                <a:gd name="connsiteY4" fmla="*/ 212408 h 369569"/>
                <a:gd name="connsiteX5" fmla="*/ 65722 w 232409"/>
                <a:gd name="connsiteY5" fmla="*/ 212408 h 369569"/>
                <a:gd name="connsiteX6" fmla="*/ 65722 w 232409"/>
                <a:gd name="connsiteY6" fmla="*/ 369570 h 369569"/>
                <a:gd name="connsiteX7" fmla="*/ 0 w 232409"/>
                <a:gd name="connsiteY7" fmla="*/ 369570 h 369569"/>
                <a:gd name="connsiteX8" fmla="*/ 0 w 232409"/>
                <a:gd name="connsiteY8" fmla="*/ 0 h 369569"/>
                <a:gd name="connsiteX9" fmla="*/ 231458 w 232409"/>
                <a:gd name="connsiteY9" fmla="*/ 0 h 369569"/>
                <a:gd name="connsiteX10" fmla="*/ 231458 w 232409"/>
                <a:gd name="connsiteY10" fmla="*/ 60960 h 369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2409" h="369569">
                  <a:moveTo>
                    <a:pt x="232410" y="60960"/>
                  </a:moveTo>
                  <a:lnTo>
                    <a:pt x="65722" y="60960"/>
                  </a:lnTo>
                  <a:lnTo>
                    <a:pt x="65722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2" y="212408"/>
                  </a:lnTo>
                  <a:lnTo>
                    <a:pt x="65722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3" name="Freihandform: Form 152">
              <a:extLst>
                <a:ext uri="{FF2B5EF4-FFF2-40B4-BE49-F238E27FC236}">
                  <a16:creationId xmlns:a16="http://schemas.microsoft.com/office/drawing/2014/main" id="{B63840AC-1E7B-4C28-BC2C-1C0296567973}"/>
                </a:ext>
              </a:extLst>
            </p:cNvPr>
            <p:cNvSpPr/>
            <p:nvPr/>
          </p:nvSpPr>
          <p:spPr>
            <a:xfrm>
              <a:off x="2446972" y="2641039"/>
              <a:ext cx="160019" cy="272657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4" name="Freihandform: Form 153">
              <a:extLst>
                <a:ext uri="{FF2B5EF4-FFF2-40B4-BE49-F238E27FC236}">
                  <a16:creationId xmlns:a16="http://schemas.microsoft.com/office/drawing/2014/main" id="{A4DA475E-3745-406F-88D2-74303AA02D0B}"/>
                </a:ext>
              </a:extLst>
            </p:cNvPr>
            <p:cNvSpPr/>
            <p:nvPr/>
          </p:nvSpPr>
          <p:spPr>
            <a:xfrm>
              <a:off x="2651759" y="2528887"/>
              <a:ext cx="79057" cy="384810"/>
            </a:xfrm>
            <a:custGeom>
              <a:avLst/>
              <a:gdLst>
                <a:gd name="connsiteX0" fmla="*/ 79057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7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5" name="Freihandform: Form 154">
              <a:extLst>
                <a:ext uri="{FF2B5EF4-FFF2-40B4-BE49-F238E27FC236}">
                  <a16:creationId xmlns:a16="http://schemas.microsoft.com/office/drawing/2014/main" id="{2524AFF1-A6EF-4725-B777-0C9645F467AE}"/>
                </a:ext>
              </a:extLst>
            </p:cNvPr>
            <p:cNvSpPr/>
            <p:nvPr/>
          </p:nvSpPr>
          <p:spPr>
            <a:xfrm>
              <a:off x="2787966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3 h 279082"/>
                <a:gd name="connsiteX7" fmla="*/ 198120 w 242887"/>
                <a:gd name="connsiteY7" fmla="*/ 194310 h 279082"/>
                <a:gd name="connsiteX8" fmla="*/ 237173 w 242887"/>
                <a:gd name="connsiteY8" fmla="*/ 235268 h 279082"/>
                <a:gd name="connsiteX9" fmla="*/ 132398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2403" y="279083"/>
                    <a:pt x="132398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3" y="74295"/>
                    <a:pt x="159068" y="50482"/>
                    <a:pt x="123825" y="50482"/>
                  </a:cubicBezTo>
                  <a:cubicBezTo>
                    <a:pt x="89535" y="50482"/>
                    <a:pt x="67628" y="74295"/>
                    <a:pt x="61913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6" name="Freihandform: Form 155">
              <a:extLst>
                <a:ext uri="{FF2B5EF4-FFF2-40B4-BE49-F238E27FC236}">
                  <a16:creationId xmlns:a16="http://schemas.microsoft.com/office/drawing/2014/main" id="{31BE8262-CF45-420A-ACA3-A8F39E57A171}"/>
                </a:ext>
              </a:extLst>
            </p:cNvPr>
            <p:cNvSpPr/>
            <p:nvPr/>
          </p:nvSpPr>
          <p:spPr>
            <a:xfrm>
              <a:off x="3086099" y="2525076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2 w 248602"/>
                <a:gd name="connsiteY7" fmla="*/ 389573 h 396239"/>
                <a:gd name="connsiteX8" fmla="*/ 187642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0960 w 248602"/>
                <a:gd name="connsiteY12" fmla="*/ 255270 h 396239"/>
                <a:gd name="connsiteX13" fmla="*/ 122872 w 248602"/>
                <a:gd name="connsiteY13" fmla="*/ 340995 h 396239"/>
                <a:gd name="connsiteX14" fmla="*/ 186690 w 248602"/>
                <a:gd name="connsiteY14" fmla="*/ 305753 h 396239"/>
                <a:gd name="connsiteX15" fmla="*/ 186690 w 248602"/>
                <a:gd name="connsiteY15" fmla="*/ 207645 h 396239"/>
                <a:gd name="connsiteX16" fmla="*/ 122872 w 248602"/>
                <a:gd name="connsiteY16" fmla="*/ 172402 h 396239"/>
                <a:gd name="connsiteX17" fmla="*/ 60960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7" name="Freihandform: Form 156">
              <a:extLst>
                <a:ext uri="{FF2B5EF4-FFF2-40B4-BE49-F238E27FC236}">
                  <a16:creationId xmlns:a16="http://schemas.microsoft.com/office/drawing/2014/main" id="{1855C8A2-06ED-4920-8016-BD619D8D10E1}"/>
                </a:ext>
              </a:extLst>
            </p:cNvPr>
            <p:cNvSpPr/>
            <p:nvPr/>
          </p:nvSpPr>
          <p:spPr>
            <a:xfrm>
              <a:off x="3417569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8" name="Freihandform: Form 157">
              <a:extLst>
                <a:ext uri="{FF2B5EF4-FFF2-40B4-BE49-F238E27FC236}">
                  <a16:creationId xmlns:a16="http://schemas.microsoft.com/office/drawing/2014/main" id="{1A266FFA-D919-4187-9FFE-9F96B3EEA0A8}"/>
                </a:ext>
              </a:extLst>
            </p:cNvPr>
            <p:cNvSpPr/>
            <p:nvPr/>
          </p:nvSpPr>
          <p:spPr>
            <a:xfrm>
              <a:off x="3622357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8 w 79057"/>
                <a:gd name="connsiteY4" fmla="*/ 38100 h 384810"/>
                <a:gd name="connsiteX5" fmla="*/ 70485 w 79057"/>
                <a:gd name="connsiteY5" fmla="*/ 384810 h 384810"/>
                <a:gd name="connsiteX6" fmla="*/ 8572 w 79057"/>
                <a:gd name="connsiteY6" fmla="*/ 384810 h 384810"/>
                <a:gd name="connsiteX7" fmla="*/ 8572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9" name="Freihandform: Form 158">
              <a:extLst>
                <a:ext uri="{FF2B5EF4-FFF2-40B4-BE49-F238E27FC236}">
                  <a16:creationId xmlns:a16="http://schemas.microsoft.com/office/drawing/2014/main" id="{16CA38C7-02DE-42D7-839D-4E104D320881}"/>
                </a:ext>
              </a:extLst>
            </p:cNvPr>
            <p:cNvSpPr/>
            <p:nvPr/>
          </p:nvSpPr>
          <p:spPr>
            <a:xfrm>
              <a:off x="3759516" y="2640329"/>
              <a:ext cx="224790" cy="280034"/>
            </a:xfrm>
            <a:custGeom>
              <a:avLst/>
              <a:gdLst>
                <a:gd name="connsiteX0" fmla="*/ 222885 w 224790"/>
                <a:gd name="connsiteY0" fmla="*/ 237172 h 280034"/>
                <a:gd name="connsiteX1" fmla="*/ 127635 w 224790"/>
                <a:gd name="connsiteY1" fmla="*/ 280035 h 280034"/>
                <a:gd name="connsiteX2" fmla="*/ 0 w 224790"/>
                <a:gd name="connsiteY2" fmla="*/ 140970 h 280034"/>
                <a:gd name="connsiteX3" fmla="*/ 128588 w 224790"/>
                <a:gd name="connsiteY3" fmla="*/ 0 h 280034"/>
                <a:gd name="connsiteX4" fmla="*/ 224790 w 224790"/>
                <a:gd name="connsiteY4" fmla="*/ 45720 h 280034"/>
                <a:gd name="connsiteX5" fmla="*/ 181928 w 224790"/>
                <a:gd name="connsiteY5" fmla="*/ 86678 h 280034"/>
                <a:gd name="connsiteX6" fmla="*/ 128588 w 224790"/>
                <a:gd name="connsiteY6" fmla="*/ 57150 h 280034"/>
                <a:gd name="connsiteX7" fmla="*/ 62865 w 224790"/>
                <a:gd name="connsiteY7" fmla="*/ 140018 h 280034"/>
                <a:gd name="connsiteX8" fmla="*/ 128588 w 224790"/>
                <a:gd name="connsiteY8" fmla="*/ 222885 h 280034"/>
                <a:gd name="connsiteX9" fmla="*/ 183833 w 224790"/>
                <a:gd name="connsiteY9" fmla="*/ 193358 h 280034"/>
                <a:gd name="connsiteX10" fmla="*/ 222885 w 224790"/>
                <a:gd name="connsiteY10" fmla="*/ 237172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4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0" name="Freihandform: Form 159">
              <a:extLst>
                <a:ext uri="{FF2B5EF4-FFF2-40B4-BE49-F238E27FC236}">
                  <a16:creationId xmlns:a16="http://schemas.microsoft.com/office/drawing/2014/main" id="{A7E80BB0-7258-4BCD-AA21-9F28D0E1468E}"/>
                </a:ext>
              </a:extLst>
            </p:cNvPr>
            <p:cNvSpPr/>
            <p:nvPr/>
          </p:nvSpPr>
          <p:spPr>
            <a:xfrm>
              <a:off x="4038599" y="2525076"/>
              <a:ext cx="228600" cy="389572"/>
            </a:xfrm>
            <a:custGeom>
              <a:avLst/>
              <a:gdLst>
                <a:gd name="connsiteX0" fmla="*/ 228600 w 228600"/>
                <a:gd name="connsiteY0" fmla="*/ 388620 h 389572"/>
                <a:gd name="connsiteX1" fmla="*/ 166688 w 228600"/>
                <a:gd name="connsiteY1" fmla="*/ 388620 h 389572"/>
                <a:gd name="connsiteX2" fmla="*/ 166688 w 228600"/>
                <a:gd name="connsiteY2" fmla="*/ 236220 h 389572"/>
                <a:gd name="connsiteX3" fmla="*/ 117158 w 228600"/>
                <a:gd name="connsiteY3" fmla="*/ 171450 h 389572"/>
                <a:gd name="connsiteX4" fmla="*/ 61913 w 228600"/>
                <a:gd name="connsiteY4" fmla="*/ 236220 h 389572"/>
                <a:gd name="connsiteX5" fmla="*/ 61913 w 228600"/>
                <a:gd name="connsiteY5" fmla="*/ 389573 h 389572"/>
                <a:gd name="connsiteX6" fmla="*/ 0 w 228600"/>
                <a:gd name="connsiteY6" fmla="*/ 389573 h 389572"/>
                <a:gd name="connsiteX7" fmla="*/ 0 w 228600"/>
                <a:gd name="connsiteY7" fmla="*/ 15240 h 389572"/>
                <a:gd name="connsiteX8" fmla="*/ 61913 w 228600"/>
                <a:gd name="connsiteY8" fmla="*/ 0 h 389572"/>
                <a:gd name="connsiteX9" fmla="*/ 61913 w 228600"/>
                <a:gd name="connsiteY9" fmla="*/ 155258 h 389572"/>
                <a:gd name="connsiteX10" fmla="*/ 62865 w 228600"/>
                <a:gd name="connsiteY10" fmla="*/ 155258 h 389572"/>
                <a:gd name="connsiteX11" fmla="*/ 140970 w 228600"/>
                <a:gd name="connsiteY11" fmla="*/ 116205 h 389572"/>
                <a:gd name="connsiteX12" fmla="*/ 228600 w 228600"/>
                <a:gd name="connsiteY12" fmla="*/ 223838 h 389572"/>
                <a:gd name="connsiteX13" fmla="*/ 228600 w 228600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89572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1" name="Freihandform: Form 160">
              <a:extLst>
                <a:ext uri="{FF2B5EF4-FFF2-40B4-BE49-F238E27FC236}">
                  <a16:creationId xmlns:a16="http://schemas.microsoft.com/office/drawing/2014/main" id="{1310413C-FD25-48E9-A1EF-86367CAF5262}"/>
                </a:ext>
              </a:extLst>
            </p:cNvPr>
            <p:cNvSpPr/>
            <p:nvPr/>
          </p:nvSpPr>
          <p:spPr>
            <a:xfrm>
              <a:off x="4338637" y="2721291"/>
              <a:ext cx="130492" cy="59055"/>
            </a:xfrm>
            <a:custGeom>
              <a:avLst/>
              <a:gdLst>
                <a:gd name="connsiteX0" fmla="*/ 130493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3 w 130492"/>
                <a:gd name="connsiteY3" fmla="*/ 0 h 59055"/>
                <a:gd name="connsiteX4" fmla="*/ 130493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2" name="Freihandform: Form 161">
              <a:extLst>
                <a:ext uri="{FF2B5EF4-FFF2-40B4-BE49-F238E27FC236}">
                  <a16:creationId xmlns:a16="http://schemas.microsoft.com/office/drawing/2014/main" id="{DB821BE6-5A92-4DD1-99B4-168630F4D42E}"/>
                </a:ext>
              </a:extLst>
            </p:cNvPr>
            <p:cNvSpPr/>
            <p:nvPr/>
          </p:nvSpPr>
          <p:spPr>
            <a:xfrm>
              <a:off x="4502467" y="2545079"/>
              <a:ext cx="342900" cy="368617"/>
            </a:xfrm>
            <a:custGeom>
              <a:avLst/>
              <a:gdLst>
                <a:gd name="connsiteX0" fmla="*/ 136207 w 342900"/>
                <a:gd name="connsiteY0" fmla="*/ 0 h 368617"/>
                <a:gd name="connsiteX1" fmla="*/ 205740 w 342900"/>
                <a:gd name="connsiteY1" fmla="*/ 0 h 368617"/>
                <a:gd name="connsiteX2" fmla="*/ 342900 w 342900"/>
                <a:gd name="connsiteY2" fmla="*/ 368618 h 368617"/>
                <a:gd name="connsiteX3" fmla="*/ 271463 w 342900"/>
                <a:gd name="connsiteY3" fmla="*/ 368618 h 368617"/>
                <a:gd name="connsiteX4" fmla="*/ 244792 w 342900"/>
                <a:gd name="connsiteY4" fmla="*/ 290512 h 368617"/>
                <a:gd name="connsiteX5" fmla="*/ 96202 w 342900"/>
                <a:gd name="connsiteY5" fmla="*/ 290512 h 368617"/>
                <a:gd name="connsiteX6" fmla="*/ 69532 w 342900"/>
                <a:gd name="connsiteY6" fmla="*/ 368618 h 368617"/>
                <a:gd name="connsiteX7" fmla="*/ 0 w 342900"/>
                <a:gd name="connsiteY7" fmla="*/ 368618 h 368617"/>
                <a:gd name="connsiteX8" fmla="*/ 136207 w 342900"/>
                <a:gd name="connsiteY8" fmla="*/ 0 h 368617"/>
                <a:gd name="connsiteX9" fmla="*/ 116205 w 342900"/>
                <a:gd name="connsiteY9" fmla="*/ 231458 h 368617"/>
                <a:gd name="connsiteX10" fmla="*/ 223838 w 342900"/>
                <a:gd name="connsiteY10" fmla="*/ 231458 h 368617"/>
                <a:gd name="connsiteX11" fmla="*/ 170497 w 342900"/>
                <a:gd name="connsiteY11" fmla="*/ 75247 h 368617"/>
                <a:gd name="connsiteX12" fmla="*/ 169545 w 342900"/>
                <a:gd name="connsiteY12" fmla="*/ 75247 h 368617"/>
                <a:gd name="connsiteX13" fmla="*/ 116205 w 342900"/>
                <a:gd name="connsiteY13" fmla="*/ 231458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2900" h="368617">
                  <a:moveTo>
                    <a:pt x="136207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2" y="290512"/>
                  </a:lnTo>
                  <a:lnTo>
                    <a:pt x="96202" y="290512"/>
                  </a:lnTo>
                  <a:lnTo>
                    <a:pt x="69532" y="368618"/>
                  </a:lnTo>
                  <a:lnTo>
                    <a:pt x="0" y="368618"/>
                  </a:lnTo>
                  <a:lnTo>
                    <a:pt x="136207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7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3" name="Freihandform: Form 162">
              <a:extLst>
                <a:ext uri="{FF2B5EF4-FFF2-40B4-BE49-F238E27FC236}">
                  <a16:creationId xmlns:a16="http://schemas.microsoft.com/office/drawing/2014/main" id="{937D8227-F07D-4985-8720-D397D1BABF3C}"/>
                </a:ext>
              </a:extLst>
            </p:cNvPr>
            <p:cNvSpPr/>
            <p:nvPr/>
          </p:nvSpPr>
          <p:spPr>
            <a:xfrm>
              <a:off x="4900612" y="2525076"/>
              <a:ext cx="61912" cy="388620"/>
            </a:xfrm>
            <a:custGeom>
              <a:avLst/>
              <a:gdLst>
                <a:gd name="connsiteX0" fmla="*/ 61913 w 61912"/>
                <a:gd name="connsiteY0" fmla="*/ 388620 h 388620"/>
                <a:gd name="connsiteX1" fmla="*/ 0 w 61912"/>
                <a:gd name="connsiteY1" fmla="*/ 388620 h 388620"/>
                <a:gd name="connsiteX2" fmla="*/ 0 w 61912"/>
                <a:gd name="connsiteY2" fmla="*/ 14288 h 388620"/>
                <a:gd name="connsiteX3" fmla="*/ 61913 w 61912"/>
                <a:gd name="connsiteY3" fmla="*/ 0 h 388620"/>
                <a:gd name="connsiteX4" fmla="*/ 61913 w 61912"/>
                <a:gd name="connsiteY4" fmla="*/ 388620 h 388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8620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4" name="Freihandform: Form 163">
              <a:extLst>
                <a:ext uri="{FF2B5EF4-FFF2-40B4-BE49-F238E27FC236}">
                  <a16:creationId xmlns:a16="http://schemas.microsoft.com/office/drawing/2014/main" id="{D6ECD825-8509-4FC7-8F36-1388F0F441BA}"/>
                </a:ext>
              </a:extLst>
            </p:cNvPr>
            <p:cNvSpPr/>
            <p:nvPr/>
          </p:nvSpPr>
          <p:spPr>
            <a:xfrm>
              <a:off x="502919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6" name="Freihandform: Form 165">
              <a:extLst>
                <a:ext uri="{FF2B5EF4-FFF2-40B4-BE49-F238E27FC236}">
                  <a16:creationId xmlns:a16="http://schemas.microsoft.com/office/drawing/2014/main" id="{556B67C4-1CE4-4FF5-B5B6-35A65D082FC7}"/>
                </a:ext>
              </a:extLst>
            </p:cNvPr>
            <p:cNvSpPr/>
            <p:nvPr/>
          </p:nvSpPr>
          <p:spPr>
            <a:xfrm>
              <a:off x="5306377" y="2646997"/>
              <a:ext cx="255269" cy="266700"/>
            </a:xfrm>
            <a:custGeom>
              <a:avLst/>
              <a:gdLst>
                <a:gd name="connsiteX0" fmla="*/ 255270 w 255269"/>
                <a:gd name="connsiteY0" fmla="*/ 266700 h 266700"/>
                <a:gd name="connsiteX1" fmla="*/ 183832 w 255269"/>
                <a:gd name="connsiteY1" fmla="*/ 266700 h 266700"/>
                <a:gd name="connsiteX2" fmla="*/ 126682 w 255269"/>
                <a:gd name="connsiteY2" fmla="*/ 174307 h 266700"/>
                <a:gd name="connsiteX3" fmla="*/ 125730 w 255269"/>
                <a:gd name="connsiteY3" fmla="*/ 174307 h 266700"/>
                <a:gd name="connsiteX4" fmla="*/ 70485 w 255269"/>
                <a:gd name="connsiteY4" fmla="*/ 266700 h 266700"/>
                <a:gd name="connsiteX5" fmla="*/ 0 w 255269"/>
                <a:gd name="connsiteY5" fmla="*/ 266700 h 266700"/>
                <a:gd name="connsiteX6" fmla="*/ 91440 w 255269"/>
                <a:gd name="connsiteY6" fmla="*/ 128588 h 266700"/>
                <a:gd name="connsiteX7" fmla="*/ 6667 w 255269"/>
                <a:gd name="connsiteY7" fmla="*/ 0 h 266700"/>
                <a:gd name="connsiteX8" fmla="*/ 77153 w 255269"/>
                <a:gd name="connsiteY8" fmla="*/ 0 h 266700"/>
                <a:gd name="connsiteX9" fmla="*/ 127635 w 255269"/>
                <a:gd name="connsiteY9" fmla="*/ 81915 h 266700"/>
                <a:gd name="connsiteX10" fmla="*/ 128588 w 255269"/>
                <a:gd name="connsiteY10" fmla="*/ 81915 h 266700"/>
                <a:gd name="connsiteX11" fmla="*/ 178117 w 255269"/>
                <a:gd name="connsiteY11" fmla="*/ 0 h 266700"/>
                <a:gd name="connsiteX12" fmla="*/ 247650 w 255269"/>
                <a:gd name="connsiteY12" fmla="*/ 0 h 266700"/>
                <a:gd name="connsiteX13" fmla="*/ 163830 w 255269"/>
                <a:gd name="connsiteY13" fmla="*/ 127635 h 266700"/>
                <a:gd name="connsiteX14" fmla="*/ 255270 w 255269"/>
                <a:gd name="connsiteY14" fmla="*/ 26670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5269" h="266700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3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7" name="Freihandform: Form 166">
              <a:extLst>
                <a:ext uri="{FF2B5EF4-FFF2-40B4-BE49-F238E27FC236}">
                  <a16:creationId xmlns:a16="http://schemas.microsoft.com/office/drawing/2014/main" id="{A608E3BC-17FA-490E-98D4-A4EC5ADA8C54}"/>
                </a:ext>
              </a:extLst>
            </p:cNvPr>
            <p:cNvSpPr/>
            <p:nvPr/>
          </p:nvSpPr>
          <p:spPr>
            <a:xfrm>
              <a:off x="5594967" y="2641281"/>
              <a:ext cx="225759" cy="279082"/>
            </a:xfrm>
            <a:custGeom>
              <a:avLst/>
              <a:gdLst>
                <a:gd name="connsiteX0" fmla="*/ 114317 w 225759"/>
                <a:gd name="connsiteY0" fmla="*/ 107632 h 279082"/>
                <a:gd name="connsiteX1" fmla="*/ 164799 w 225759"/>
                <a:gd name="connsiteY1" fmla="*/ 113347 h 279082"/>
                <a:gd name="connsiteX2" fmla="*/ 164799 w 225759"/>
                <a:gd name="connsiteY2" fmla="*/ 103822 h 279082"/>
                <a:gd name="connsiteX3" fmla="*/ 105744 w 225759"/>
                <a:gd name="connsiteY3" fmla="*/ 52388 h 279082"/>
                <a:gd name="connsiteX4" fmla="*/ 38117 w 225759"/>
                <a:gd name="connsiteY4" fmla="*/ 67628 h 279082"/>
                <a:gd name="connsiteX5" fmla="*/ 24782 w 225759"/>
                <a:gd name="connsiteY5" fmla="*/ 15240 h 279082"/>
                <a:gd name="connsiteX6" fmla="*/ 112412 w 225759"/>
                <a:gd name="connsiteY6" fmla="*/ 0 h 279082"/>
                <a:gd name="connsiteX7" fmla="*/ 225759 w 225759"/>
                <a:gd name="connsiteY7" fmla="*/ 102870 h 279082"/>
                <a:gd name="connsiteX8" fmla="*/ 225759 w 225759"/>
                <a:gd name="connsiteY8" fmla="*/ 273368 h 279082"/>
                <a:gd name="connsiteX9" fmla="*/ 166704 w 225759"/>
                <a:gd name="connsiteY9" fmla="*/ 273368 h 279082"/>
                <a:gd name="connsiteX10" fmla="*/ 166704 w 225759"/>
                <a:gd name="connsiteY10" fmla="*/ 244793 h 279082"/>
                <a:gd name="connsiteX11" fmla="*/ 165752 w 225759"/>
                <a:gd name="connsiteY11" fmla="*/ 244793 h 279082"/>
                <a:gd name="connsiteX12" fmla="*/ 87647 w 225759"/>
                <a:gd name="connsiteY12" fmla="*/ 279083 h 279082"/>
                <a:gd name="connsiteX13" fmla="*/ 17 w 225759"/>
                <a:gd name="connsiteY13" fmla="*/ 194310 h 279082"/>
                <a:gd name="connsiteX14" fmla="*/ 114317 w 225759"/>
                <a:gd name="connsiteY14" fmla="*/ 107632 h 279082"/>
                <a:gd name="connsiteX15" fmla="*/ 103839 w 225759"/>
                <a:gd name="connsiteY15" fmla="*/ 232410 h 279082"/>
                <a:gd name="connsiteX16" fmla="*/ 164799 w 225759"/>
                <a:gd name="connsiteY16" fmla="*/ 200025 h 279082"/>
                <a:gd name="connsiteX17" fmla="*/ 164799 w 225759"/>
                <a:gd name="connsiteY17" fmla="*/ 154305 h 279082"/>
                <a:gd name="connsiteX18" fmla="*/ 120984 w 225759"/>
                <a:gd name="connsiteY18" fmla="*/ 149543 h 279082"/>
                <a:gd name="connsiteX19" fmla="*/ 59072 w 225759"/>
                <a:gd name="connsiteY19" fmla="*/ 193358 h 279082"/>
                <a:gd name="connsiteX20" fmla="*/ 103839 w 225759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59" h="279082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5735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9" name="Freihandform: Form 168">
              <a:extLst>
                <a:ext uri="{FF2B5EF4-FFF2-40B4-BE49-F238E27FC236}">
                  <a16:creationId xmlns:a16="http://schemas.microsoft.com/office/drawing/2014/main" id="{6A1B34C9-D7CE-4912-870A-D442BC7AC1C3}"/>
                </a:ext>
              </a:extLst>
            </p:cNvPr>
            <p:cNvSpPr/>
            <p:nvPr/>
          </p:nvSpPr>
          <p:spPr>
            <a:xfrm>
              <a:off x="5900737" y="2641281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7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8 h 273367"/>
                <a:gd name="connsiteX6" fmla="*/ 0 w 228600"/>
                <a:gd name="connsiteY6" fmla="*/ 273368 h 273367"/>
                <a:gd name="connsiteX7" fmla="*/ 0 w 228600"/>
                <a:gd name="connsiteY7" fmla="*/ 6668 h 273367"/>
                <a:gd name="connsiteX8" fmla="*/ 61913 w 228600"/>
                <a:gd name="connsiteY8" fmla="*/ 6668 h 273367"/>
                <a:gd name="connsiteX9" fmla="*/ 61913 w 228600"/>
                <a:gd name="connsiteY9" fmla="*/ 39053 h 273367"/>
                <a:gd name="connsiteX10" fmla="*/ 62865 w 228600"/>
                <a:gd name="connsiteY10" fmla="*/ 39053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0" name="Freihandform: Form 169">
              <a:extLst>
                <a:ext uri="{FF2B5EF4-FFF2-40B4-BE49-F238E27FC236}">
                  <a16:creationId xmlns:a16="http://schemas.microsoft.com/office/drawing/2014/main" id="{DB6BBEE1-67DD-4150-84CA-F44265322768}"/>
                </a:ext>
              </a:extLst>
            </p:cNvPr>
            <p:cNvSpPr/>
            <p:nvPr/>
          </p:nvSpPr>
          <p:spPr>
            <a:xfrm>
              <a:off x="6195059" y="2525076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3 w 248602"/>
                <a:gd name="connsiteY7" fmla="*/ 389573 h 396239"/>
                <a:gd name="connsiteX8" fmla="*/ 187643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1913 w 248602"/>
                <a:gd name="connsiteY12" fmla="*/ 255270 h 396239"/>
                <a:gd name="connsiteX13" fmla="*/ 123825 w 248602"/>
                <a:gd name="connsiteY13" fmla="*/ 340995 h 396239"/>
                <a:gd name="connsiteX14" fmla="*/ 187643 w 248602"/>
                <a:gd name="connsiteY14" fmla="*/ 305753 h 396239"/>
                <a:gd name="connsiteX15" fmla="*/ 187643 w 248602"/>
                <a:gd name="connsiteY15" fmla="*/ 207645 h 396239"/>
                <a:gd name="connsiteX16" fmla="*/ 123825 w 248602"/>
                <a:gd name="connsiteY16" fmla="*/ 172402 h 396239"/>
                <a:gd name="connsiteX17" fmla="*/ 61913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1" name="Freihandform: Form 170">
              <a:extLst>
                <a:ext uri="{FF2B5EF4-FFF2-40B4-BE49-F238E27FC236}">
                  <a16:creationId xmlns:a16="http://schemas.microsoft.com/office/drawing/2014/main" id="{BB36E697-0A79-445E-9543-822501A316D8}"/>
                </a:ext>
              </a:extLst>
            </p:cNvPr>
            <p:cNvSpPr/>
            <p:nvPr/>
          </p:nvSpPr>
          <p:spPr>
            <a:xfrm>
              <a:off x="651128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7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3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7" y="53340"/>
                    <a:pt x="242887" y="135255"/>
                  </a:cubicBezTo>
                  <a:cubicBezTo>
                    <a:pt x="242887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2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3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7628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2" name="Freihandform: Form 171">
              <a:extLst>
                <a:ext uri="{FF2B5EF4-FFF2-40B4-BE49-F238E27FC236}">
                  <a16:creationId xmlns:a16="http://schemas.microsoft.com/office/drawing/2014/main" id="{3D6A5235-4406-49B8-9431-36103C871D41}"/>
                </a:ext>
              </a:extLst>
            </p:cNvPr>
            <p:cNvSpPr/>
            <p:nvPr/>
          </p:nvSpPr>
          <p:spPr>
            <a:xfrm>
              <a:off x="6824662" y="2641039"/>
              <a:ext cx="160019" cy="272657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3" name="Freihandform: Form 172">
              <a:extLst>
                <a:ext uri="{FF2B5EF4-FFF2-40B4-BE49-F238E27FC236}">
                  <a16:creationId xmlns:a16="http://schemas.microsoft.com/office/drawing/2014/main" id="{47C8A01E-4A50-4E72-95E6-1E6C059E4777}"/>
                </a:ext>
              </a:extLst>
            </p:cNvPr>
            <p:cNvSpPr/>
            <p:nvPr/>
          </p:nvSpPr>
          <p:spPr>
            <a:xfrm>
              <a:off x="7023734" y="2721291"/>
              <a:ext cx="130492" cy="59055"/>
            </a:xfrm>
            <a:custGeom>
              <a:avLst/>
              <a:gdLst>
                <a:gd name="connsiteX0" fmla="*/ 130492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2 w 130492"/>
                <a:gd name="connsiteY3" fmla="*/ 0 h 59055"/>
                <a:gd name="connsiteX4" fmla="*/ 130492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4" name="Freihandform: Form 173">
              <a:extLst>
                <a:ext uri="{FF2B5EF4-FFF2-40B4-BE49-F238E27FC236}">
                  <a16:creationId xmlns:a16="http://schemas.microsoft.com/office/drawing/2014/main" id="{9C00FF19-F5E2-41D0-A86A-587D215E4413}"/>
                </a:ext>
              </a:extLst>
            </p:cNvPr>
            <p:cNvSpPr/>
            <p:nvPr/>
          </p:nvSpPr>
          <p:spPr>
            <a:xfrm>
              <a:off x="7233284" y="2545079"/>
              <a:ext cx="288607" cy="375284"/>
            </a:xfrm>
            <a:custGeom>
              <a:avLst/>
              <a:gdLst>
                <a:gd name="connsiteX0" fmla="*/ 288607 w 288607"/>
                <a:gd name="connsiteY0" fmla="*/ 222885 h 375284"/>
                <a:gd name="connsiteX1" fmla="*/ 143827 w 288607"/>
                <a:gd name="connsiteY1" fmla="*/ 375285 h 375284"/>
                <a:gd name="connsiteX2" fmla="*/ 0 w 288607"/>
                <a:gd name="connsiteY2" fmla="*/ 222885 h 375284"/>
                <a:gd name="connsiteX3" fmla="*/ 0 w 288607"/>
                <a:gd name="connsiteY3" fmla="*/ 0 h 375284"/>
                <a:gd name="connsiteX4" fmla="*/ 66675 w 288607"/>
                <a:gd name="connsiteY4" fmla="*/ 0 h 375284"/>
                <a:gd name="connsiteX5" fmla="*/ 66675 w 288607"/>
                <a:gd name="connsiteY5" fmla="*/ 219075 h 375284"/>
                <a:gd name="connsiteX6" fmla="*/ 144780 w 288607"/>
                <a:gd name="connsiteY6" fmla="*/ 312420 h 375284"/>
                <a:gd name="connsiteX7" fmla="*/ 220980 w 288607"/>
                <a:gd name="connsiteY7" fmla="*/ 219075 h 375284"/>
                <a:gd name="connsiteX8" fmla="*/ 220980 w 288607"/>
                <a:gd name="connsiteY8" fmla="*/ 0 h 375284"/>
                <a:gd name="connsiteX9" fmla="*/ 287655 w 288607"/>
                <a:gd name="connsiteY9" fmla="*/ 0 h 375284"/>
                <a:gd name="connsiteX10" fmla="*/ 287655 w 288607"/>
                <a:gd name="connsiteY10" fmla="*/ 222885 h 375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88607" h="375284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2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5" name="Freihandform: Form 174">
              <a:extLst>
                <a:ext uri="{FF2B5EF4-FFF2-40B4-BE49-F238E27FC236}">
                  <a16:creationId xmlns:a16="http://schemas.microsoft.com/office/drawing/2014/main" id="{8965284B-B43E-4869-995E-03E9EF24FED9}"/>
                </a:ext>
              </a:extLst>
            </p:cNvPr>
            <p:cNvSpPr/>
            <p:nvPr/>
          </p:nvSpPr>
          <p:spPr>
            <a:xfrm>
              <a:off x="7605712" y="2641281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7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8 h 273367"/>
                <a:gd name="connsiteX6" fmla="*/ 0 w 228600"/>
                <a:gd name="connsiteY6" fmla="*/ 273368 h 273367"/>
                <a:gd name="connsiteX7" fmla="*/ 0 w 228600"/>
                <a:gd name="connsiteY7" fmla="*/ 6668 h 273367"/>
                <a:gd name="connsiteX8" fmla="*/ 61913 w 228600"/>
                <a:gd name="connsiteY8" fmla="*/ 6668 h 273367"/>
                <a:gd name="connsiteX9" fmla="*/ 61913 w 228600"/>
                <a:gd name="connsiteY9" fmla="*/ 39053 h 273367"/>
                <a:gd name="connsiteX10" fmla="*/ 62865 w 228600"/>
                <a:gd name="connsiteY10" fmla="*/ 39053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6" name="Freihandform: Form 175">
              <a:extLst>
                <a:ext uri="{FF2B5EF4-FFF2-40B4-BE49-F238E27FC236}">
                  <a16:creationId xmlns:a16="http://schemas.microsoft.com/office/drawing/2014/main" id="{1CEDCCDB-6473-4929-A39A-339B891A4342}"/>
                </a:ext>
              </a:extLst>
            </p:cNvPr>
            <p:cNvSpPr/>
            <p:nvPr/>
          </p:nvSpPr>
          <p:spPr>
            <a:xfrm>
              <a:off x="7904797" y="2528887"/>
              <a:ext cx="79057" cy="384810"/>
            </a:xfrm>
            <a:custGeom>
              <a:avLst/>
              <a:gdLst>
                <a:gd name="connsiteX0" fmla="*/ 79057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7 w 79057"/>
                <a:gd name="connsiteY4" fmla="*/ 38100 h 384810"/>
                <a:gd name="connsiteX5" fmla="*/ 70485 w 79057"/>
                <a:gd name="connsiteY5" fmla="*/ 384810 h 384810"/>
                <a:gd name="connsiteX6" fmla="*/ 8572 w 79057"/>
                <a:gd name="connsiteY6" fmla="*/ 384810 h 384810"/>
                <a:gd name="connsiteX7" fmla="*/ 8572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7" name="Freihandform: Form 176">
              <a:extLst>
                <a:ext uri="{FF2B5EF4-FFF2-40B4-BE49-F238E27FC236}">
                  <a16:creationId xmlns:a16="http://schemas.microsoft.com/office/drawing/2014/main" id="{B12897B1-DBCD-4E91-B5A6-A1D097CC016F}"/>
                </a:ext>
              </a:extLst>
            </p:cNvPr>
            <p:cNvSpPr/>
            <p:nvPr/>
          </p:nvSpPr>
          <p:spPr>
            <a:xfrm>
              <a:off x="8027669" y="2647949"/>
              <a:ext cx="259080" cy="266700"/>
            </a:xfrm>
            <a:custGeom>
              <a:avLst/>
              <a:gdLst>
                <a:gd name="connsiteX0" fmla="*/ 259080 w 259080"/>
                <a:gd name="connsiteY0" fmla="*/ 0 h 266700"/>
                <a:gd name="connsiteX1" fmla="*/ 161925 w 259080"/>
                <a:gd name="connsiteY1" fmla="*/ 266700 h 266700"/>
                <a:gd name="connsiteX2" fmla="*/ 97155 w 259080"/>
                <a:gd name="connsiteY2" fmla="*/ 266700 h 266700"/>
                <a:gd name="connsiteX3" fmla="*/ 0 w 259080"/>
                <a:gd name="connsiteY3" fmla="*/ 0 h 266700"/>
                <a:gd name="connsiteX4" fmla="*/ 68580 w 259080"/>
                <a:gd name="connsiteY4" fmla="*/ 0 h 266700"/>
                <a:gd name="connsiteX5" fmla="*/ 129540 w 259080"/>
                <a:gd name="connsiteY5" fmla="*/ 193358 h 266700"/>
                <a:gd name="connsiteX6" fmla="*/ 130493 w 259080"/>
                <a:gd name="connsiteY6" fmla="*/ 193358 h 266700"/>
                <a:gd name="connsiteX7" fmla="*/ 191453 w 259080"/>
                <a:gd name="connsiteY7" fmla="*/ 0 h 266700"/>
                <a:gd name="connsiteX8" fmla="*/ 259080 w 259080"/>
                <a:gd name="connsiteY8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9080" h="266700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3" y="193358"/>
                  </a:lnTo>
                  <a:lnTo>
                    <a:pt x="191453" y="0"/>
                  </a:lnTo>
                  <a:lnTo>
                    <a:pt x="25908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8" name="Freihandform: Form 177">
              <a:extLst>
                <a:ext uri="{FF2B5EF4-FFF2-40B4-BE49-F238E27FC236}">
                  <a16:creationId xmlns:a16="http://schemas.microsoft.com/office/drawing/2014/main" id="{0F992F86-490C-49E8-A49C-EBE355E80549}"/>
                </a:ext>
              </a:extLst>
            </p:cNvPr>
            <p:cNvSpPr/>
            <p:nvPr/>
          </p:nvSpPr>
          <p:spPr>
            <a:xfrm>
              <a:off x="8315324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3 h 279082"/>
                <a:gd name="connsiteX7" fmla="*/ 198120 w 242887"/>
                <a:gd name="connsiteY7" fmla="*/ 194310 h 279082"/>
                <a:gd name="connsiteX8" fmla="*/ 237173 w 242887"/>
                <a:gd name="connsiteY8" fmla="*/ 235268 h 279082"/>
                <a:gd name="connsiteX9" fmla="*/ 132398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7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9" name="Freihandform: Form 178">
              <a:extLst>
                <a:ext uri="{FF2B5EF4-FFF2-40B4-BE49-F238E27FC236}">
                  <a16:creationId xmlns:a16="http://schemas.microsoft.com/office/drawing/2014/main" id="{A382B1E9-D95A-44CD-A2C1-B488EC588946}"/>
                </a:ext>
              </a:extLst>
            </p:cNvPr>
            <p:cNvSpPr/>
            <p:nvPr/>
          </p:nvSpPr>
          <p:spPr>
            <a:xfrm>
              <a:off x="8628697" y="2641039"/>
              <a:ext cx="160019" cy="272657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0" name="Freihandform: Form 179">
              <a:extLst>
                <a:ext uri="{FF2B5EF4-FFF2-40B4-BE49-F238E27FC236}">
                  <a16:creationId xmlns:a16="http://schemas.microsoft.com/office/drawing/2014/main" id="{94A75078-E929-457E-A5DB-126D23196FA2}"/>
                </a:ext>
              </a:extLst>
            </p:cNvPr>
            <p:cNvSpPr/>
            <p:nvPr/>
          </p:nvSpPr>
          <p:spPr>
            <a:xfrm>
              <a:off x="8818244" y="2640329"/>
              <a:ext cx="205740" cy="280034"/>
            </a:xfrm>
            <a:custGeom>
              <a:avLst/>
              <a:gdLst>
                <a:gd name="connsiteX0" fmla="*/ 29528 w 205740"/>
                <a:gd name="connsiteY0" fmla="*/ 198120 h 280034"/>
                <a:gd name="connsiteX1" fmla="*/ 104775 w 205740"/>
                <a:gd name="connsiteY1" fmla="*/ 227647 h 280034"/>
                <a:gd name="connsiteX2" fmla="*/ 143828 w 205740"/>
                <a:gd name="connsiteY2" fmla="*/ 200978 h 280034"/>
                <a:gd name="connsiteX3" fmla="*/ 10478 w 205740"/>
                <a:gd name="connsiteY3" fmla="*/ 82868 h 280034"/>
                <a:gd name="connsiteX4" fmla="*/ 111443 w 205740"/>
                <a:gd name="connsiteY4" fmla="*/ 0 h 280034"/>
                <a:gd name="connsiteX5" fmla="*/ 203835 w 205740"/>
                <a:gd name="connsiteY5" fmla="*/ 27622 h 280034"/>
                <a:gd name="connsiteX6" fmla="*/ 174307 w 205740"/>
                <a:gd name="connsiteY6" fmla="*/ 76200 h 280034"/>
                <a:gd name="connsiteX7" fmla="*/ 110490 w 205740"/>
                <a:gd name="connsiteY7" fmla="*/ 52387 h 280034"/>
                <a:gd name="connsiteX8" fmla="*/ 72390 w 205740"/>
                <a:gd name="connsiteY8" fmla="*/ 77153 h 280034"/>
                <a:gd name="connsiteX9" fmla="*/ 205740 w 205740"/>
                <a:gd name="connsiteY9" fmla="*/ 195262 h 280034"/>
                <a:gd name="connsiteX10" fmla="*/ 102870 w 205740"/>
                <a:gd name="connsiteY10" fmla="*/ 280035 h 280034"/>
                <a:gd name="connsiteX11" fmla="*/ 0 w 205740"/>
                <a:gd name="connsiteY11" fmla="*/ 247650 h 280034"/>
                <a:gd name="connsiteX12" fmla="*/ 29528 w 205740"/>
                <a:gd name="connsiteY12" fmla="*/ 198120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4">
                  <a:moveTo>
                    <a:pt x="29528" y="198120"/>
                  </a:moveTo>
                  <a:cubicBezTo>
                    <a:pt x="56198" y="218122"/>
                    <a:pt x="80963" y="227647"/>
                    <a:pt x="104775" y="227647"/>
                  </a:cubicBezTo>
                  <a:cubicBezTo>
                    <a:pt x="127635" y="227647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3" y="0"/>
                  </a:cubicBezTo>
                  <a:cubicBezTo>
                    <a:pt x="143828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8" y="60007"/>
                    <a:pt x="130493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8" y="280035"/>
                    <a:pt x="31432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1" name="Freihandform: Form 180">
              <a:extLst>
                <a:ext uri="{FF2B5EF4-FFF2-40B4-BE49-F238E27FC236}">
                  <a16:creationId xmlns:a16="http://schemas.microsoft.com/office/drawing/2014/main" id="{6E2FE959-5A44-4879-9A15-7D6AA4FA740D}"/>
                </a:ext>
              </a:extLst>
            </p:cNvPr>
            <p:cNvSpPr/>
            <p:nvPr/>
          </p:nvSpPr>
          <p:spPr>
            <a:xfrm>
              <a:off x="9082087" y="2528887"/>
              <a:ext cx="79057" cy="384810"/>
            </a:xfrm>
            <a:custGeom>
              <a:avLst/>
              <a:gdLst>
                <a:gd name="connsiteX0" fmla="*/ 79057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7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2" name="Freihandform: Form 181">
              <a:extLst>
                <a:ext uri="{FF2B5EF4-FFF2-40B4-BE49-F238E27FC236}">
                  <a16:creationId xmlns:a16="http://schemas.microsoft.com/office/drawing/2014/main" id="{EE630AD0-5153-4382-A12E-AD9144EBE047}"/>
                </a:ext>
              </a:extLst>
            </p:cNvPr>
            <p:cNvSpPr/>
            <p:nvPr/>
          </p:nvSpPr>
          <p:spPr>
            <a:xfrm>
              <a:off x="9205912" y="2562224"/>
              <a:ext cx="165735" cy="358139"/>
            </a:xfrm>
            <a:custGeom>
              <a:avLst/>
              <a:gdLst>
                <a:gd name="connsiteX0" fmla="*/ 165735 w 165735"/>
                <a:gd name="connsiteY0" fmla="*/ 295275 h 358139"/>
                <a:gd name="connsiteX1" fmla="*/ 165735 w 165735"/>
                <a:gd name="connsiteY1" fmla="*/ 348615 h 358139"/>
                <a:gd name="connsiteX2" fmla="*/ 113348 w 165735"/>
                <a:gd name="connsiteY2" fmla="*/ 358140 h 358139"/>
                <a:gd name="connsiteX3" fmla="*/ 40957 w 165735"/>
                <a:gd name="connsiteY3" fmla="*/ 282892 h 358139"/>
                <a:gd name="connsiteX4" fmla="*/ 40957 w 165735"/>
                <a:gd name="connsiteY4" fmla="*/ 137160 h 358139"/>
                <a:gd name="connsiteX5" fmla="*/ 0 w 165735"/>
                <a:gd name="connsiteY5" fmla="*/ 137160 h 358139"/>
                <a:gd name="connsiteX6" fmla="*/ 0 w 165735"/>
                <a:gd name="connsiteY6" fmla="*/ 85725 h 358139"/>
                <a:gd name="connsiteX7" fmla="*/ 40005 w 165735"/>
                <a:gd name="connsiteY7" fmla="*/ 85725 h 358139"/>
                <a:gd name="connsiteX8" fmla="*/ 40005 w 165735"/>
                <a:gd name="connsiteY8" fmla="*/ 13335 h 358139"/>
                <a:gd name="connsiteX9" fmla="*/ 101918 w 165735"/>
                <a:gd name="connsiteY9" fmla="*/ 0 h 358139"/>
                <a:gd name="connsiteX10" fmla="*/ 101918 w 165735"/>
                <a:gd name="connsiteY10" fmla="*/ 86677 h 358139"/>
                <a:gd name="connsiteX11" fmla="*/ 165735 w 165735"/>
                <a:gd name="connsiteY11" fmla="*/ 86677 h 358139"/>
                <a:gd name="connsiteX12" fmla="*/ 165735 w 165735"/>
                <a:gd name="connsiteY12" fmla="*/ 138113 h 358139"/>
                <a:gd name="connsiteX13" fmla="*/ 101918 w 165735"/>
                <a:gd name="connsiteY13" fmla="*/ 138113 h 358139"/>
                <a:gd name="connsiteX14" fmla="*/ 101918 w 165735"/>
                <a:gd name="connsiteY14" fmla="*/ 269558 h 358139"/>
                <a:gd name="connsiteX15" fmla="*/ 130493 w 165735"/>
                <a:gd name="connsiteY15" fmla="*/ 304800 h 358139"/>
                <a:gd name="connsiteX16" fmla="*/ 165735 w 165735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3" name="Freihandform: Form 182">
              <a:extLst>
                <a:ext uri="{FF2B5EF4-FFF2-40B4-BE49-F238E27FC236}">
                  <a16:creationId xmlns:a16="http://schemas.microsoft.com/office/drawing/2014/main" id="{45CD047C-D0DA-46DE-AD6E-93892DEB2DA9}"/>
                </a:ext>
              </a:extLst>
            </p:cNvPr>
            <p:cNvSpPr/>
            <p:nvPr/>
          </p:nvSpPr>
          <p:spPr>
            <a:xfrm>
              <a:off x="9420224" y="2533649"/>
              <a:ext cx="225742" cy="386714"/>
            </a:xfrm>
            <a:custGeom>
              <a:avLst/>
              <a:gdLst>
                <a:gd name="connsiteX0" fmla="*/ 114300 w 225742"/>
                <a:gd name="connsiteY0" fmla="*/ 215265 h 386714"/>
                <a:gd name="connsiteX1" fmla="*/ 164782 w 225742"/>
                <a:gd name="connsiteY1" fmla="*/ 220980 h 386714"/>
                <a:gd name="connsiteX2" fmla="*/ 164782 w 225742"/>
                <a:gd name="connsiteY2" fmla="*/ 211455 h 386714"/>
                <a:gd name="connsiteX3" fmla="*/ 105727 w 225742"/>
                <a:gd name="connsiteY3" fmla="*/ 160020 h 386714"/>
                <a:gd name="connsiteX4" fmla="*/ 38100 w 225742"/>
                <a:gd name="connsiteY4" fmla="*/ 175260 h 386714"/>
                <a:gd name="connsiteX5" fmla="*/ 24765 w 225742"/>
                <a:gd name="connsiteY5" fmla="*/ 122873 h 386714"/>
                <a:gd name="connsiteX6" fmla="*/ 112395 w 225742"/>
                <a:gd name="connsiteY6" fmla="*/ 107632 h 386714"/>
                <a:gd name="connsiteX7" fmla="*/ 225743 w 225742"/>
                <a:gd name="connsiteY7" fmla="*/ 210502 h 386714"/>
                <a:gd name="connsiteX8" fmla="*/ 225743 w 225742"/>
                <a:gd name="connsiteY8" fmla="*/ 381000 h 386714"/>
                <a:gd name="connsiteX9" fmla="*/ 166688 w 225742"/>
                <a:gd name="connsiteY9" fmla="*/ 381000 h 386714"/>
                <a:gd name="connsiteX10" fmla="*/ 166688 w 225742"/>
                <a:gd name="connsiteY10" fmla="*/ 352425 h 386714"/>
                <a:gd name="connsiteX11" fmla="*/ 165735 w 225742"/>
                <a:gd name="connsiteY11" fmla="*/ 352425 h 386714"/>
                <a:gd name="connsiteX12" fmla="*/ 87630 w 225742"/>
                <a:gd name="connsiteY12" fmla="*/ 386715 h 386714"/>
                <a:gd name="connsiteX13" fmla="*/ 0 w 225742"/>
                <a:gd name="connsiteY13" fmla="*/ 301942 h 386714"/>
                <a:gd name="connsiteX14" fmla="*/ 114300 w 225742"/>
                <a:gd name="connsiteY14" fmla="*/ 215265 h 386714"/>
                <a:gd name="connsiteX15" fmla="*/ 63818 w 225742"/>
                <a:gd name="connsiteY15" fmla="*/ 72390 h 386714"/>
                <a:gd name="connsiteX16" fmla="*/ 26670 w 225742"/>
                <a:gd name="connsiteY16" fmla="*/ 36195 h 386714"/>
                <a:gd name="connsiteX17" fmla="*/ 63818 w 225742"/>
                <a:gd name="connsiteY17" fmla="*/ 0 h 386714"/>
                <a:gd name="connsiteX18" fmla="*/ 100965 w 225742"/>
                <a:gd name="connsiteY18" fmla="*/ 36195 h 386714"/>
                <a:gd name="connsiteX19" fmla="*/ 63818 w 225742"/>
                <a:gd name="connsiteY19" fmla="*/ 72390 h 386714"/>
                <a:gd name="connsiteX20" fmla="*/ 103823 w 225742"/>
                <a:gd name="connsiteY20" fmla="*/ 340042 h 386714"/>
                <a:gd name="connsiteX21" fmla="*/ 164782 w 225742"/>
                <a:gd name="connsiteY21" fmla="*/ 307658 h 386714"/>
                <a:gd name="connsiteX22" fmla="*/ 164782 w 225742"/>
                <a:gd name="connsiteY22" fmla="*/ 261938 h 386714"/>
                <a:gd name="connsiteX23" fmla="*/ 120968 w 225742"/>
                <a:gd name="connsiteY23" fmla="*/ 257175 h 386714"/>
                <a:gd name="connsiteX24" fmla="*/ 59055 w 225742"/>
                <a:gd name="connsiteY24" fmla="*/ 300990 h 386714"/>
                <a:gd name="connsiteX25" fmla="*/ 103823 w 225742"/>
                <a:gd name="connsiteY25" fmla="*/ 340042 h 386714"/>
                <a:gd name="connsiteX26" fmla="*/ 172402 w 225742"/>
                <a:gd name="connsiteY26" fmla="*/ 72390 h 386714"/>
                <a:gd name="connsiteX27" fmla="*/ 135255 w 225742"/>
                <a:gd name="connsiteY27" fmla="*/ 36195 h 386714"/>
                <a:gd name="connsiteX28" fmla="*/ 172402 w 225742"/>
                <a:gd name="connsiteY28" fmla="*/ 0 h 386714"/>
                <a:gd name="connsiteX29" fmla="*/ 209550 w 225742"/>
                <a:gd name="connsiteY29" fmla="*/ 36195 h 386714"/>
                <a:gd name="connsiteX30" fmla="*/ 172402 w 225742"/>
                <a:gd name="connsiteY30" fmla="*/ 72390 h 386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4">
                  <a:moveTo>
                    <a:pt x="114300" y="215265"/>
                  </a:moveTo>
                  <a:cubicBezTo>
                    <a:pt x="131445" y="215265"/>
                    <a:pt x="147638" y="216217"/>
                    <a:pt x="164782" y="220980"/>
                  </a:cubicBezTo>
                  <a:lnTo>
                    <a:pt x="164782" y="211455"/>
                  </a:lnTo>
                  <a:cubicBezTo>
                    <a:pt x="164782" y="177165"/>
                    <a:pt x="144780" y="160020"/>
                    <a:pt x="105727" y="160020"/>
                  </a:cubicBezTo>
                  <a:cubicBezTo>
                    <a:pt x="83820" y="160020"/>
                    <a:pt x="60007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2" y="340042"/>
                    <a:pt x="147638" y="328613"/>
                    <a:pt x="164782" y="307658"/>
                  </a:cubicBezTo>
                  <a:lnTo>
                    <a:pt x="164782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3367"/>
                    <a:pt x="59055" y="300990"/>
                  </a:cubicBezTo>
                  <a:cubicBezTo>
                    <a:pt x="59055" y="324803"/>
                    <a:pt x="77152" y="340042"/>
                    <a:pt x="103823" y="340042"/>
                  </a:cubicBezTo>
                  <a:close/>
                  <a:moveTo>
                    <a:pt x="172402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2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2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4" name="Freihandform: Form 183">
              <a:extLst>
                <a:ext uri="{FF2B5EF4-FFF2-40B4-BE49-F238E27FC236}">
                  <a16:creationId xmlns:a16="http://schemas.microsoft.com/office/drawing/2014/main" id="{1DF65D36-B05E-4E89-BDB1-3C2FEE67475E}"/>
                </a:ext>
              </a:extLst>
            </p:cNvPr>
            <p:cNvSpPr/>
            <p:nvPr/>
          </p:nvSpPr>
          <p:spPr>
            <a:xfrm>
              <a:off x="9694544" y="2562224"/>
              <a:ext cx="165735" cy="358139"/>
            </a:xfrm>
            <a:custGeom>
              <a:avLst/>
              <a:gdLst>
                <a:gd name="connsiteX0" fmla="*/ 165735 w 165735"/>
                <a:gd name="connsiteY0" fmla="*/ 295275 h 358139"/>
                <a:gd name="connsiteX1" fmla="*/ 165735 w 165735"/>
                <a:gd name="connsiteY1" fmla="*/ 348615 h 358139"/>
                <a:gd name="connsiteX2" fmla="*/ 113348 w 165735"/>
                <a:gd name="connsiteY2" fmla="*/ 358140 h 358139"/>
                <a:gd name="connsiteX3" fmla="*/ 40957 w 165735"/>
                <a:gd name="connsiteY3" fmla="*/ 282892 h 358139"/>
                <a:gd name="connsiteX4" fmla="*/ 40957 w 165735"/>
                <a:gd name="connsiteY4" fmla="*/ 137160 h 358139"/>
                <a:gd name="connsiteX5" fmla="*/ 0 w 165735"/>
                <a:gd name="connsiteY5" fmla="*/ 137160 h 358139"/>
                <a:gd name="connsiteX6" fmla="*/ 0 w 165735"/>
                <a:gd name="connsiteY6" fmla="*/ 85725 h 358139"/>
                <a:gd name="connsiteX7" fmla="*/ 40005 w 165735"/>
                <a:gd name="connsiteY7" fmla="*/ 85725 h 358139"/>
                <a:gd name="connsiteX8" fmla="*/ 40005 w 165735"/>
                <a:gd name="connsiteY8" fmla="*/ 13335 h 358139"/>
                <a:gd name="connsiteX9" fmla="*/ 101918 w 165735"/>
                <a:gd name="connsiteY9" fmla="*/ 0 h 358139"/>
                <a:gd name="connsiteX10" fmla="*/ 101918 w 165735"/>
                <a:gd name="connsiteY10" fmla="*/ 86677 h 358139"/>
                <a:gd name="connsiteX11" fmla="*/ 165735 w 165735"/>
                <a:gd name="connsiteY11" fmla="*/ 86677 h 358139"/>
                <a:gd name="connsiteX12" fmla="*/ 165735 w 165735"/>
                <a:gd name="connsiteY12" fmla="*/ 138113 h 358139"/>
                <a:gd name="connsiteX13" fmla="*/ 101918 w 165735"/>
                <a:gd name="connsiteY13" fmla="*/ 138113 h 358139"/>
                <a:gd name="connsiteX14" fmla="*/ 101918 w 165735"/>
                <a:gd name="connsiteY14" fmla="*/ 269558 h 358139"/>
                <a:gd name="connsiteX15" fmla="*/ 130493 w 165735"/>
                <a:gd name="connsiteY15" fmla="*/ 304800 h 358139"/>
                <a:gd name="connsiteX16" fmla="*/ 165735 w 165735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5" name="Freihandform: Form 184">
              <a:extLst>
                <a:ext uri="{FF2B5EF4-FFF2-40B4-BE49-F238E27FC236}">
                  <a16:creationId xmlns:a16="http://schemas.microsoft.com/office/drawing/2014/main" id="{EB490D5D-4736-4339-925F-F285DEBE385C}"/>
                </a:ext>
              </a:extLst>
            </p:cNvPr>
            <p:cNvSpPr/>
            <p:nvPr/>
          </p:nvSpPr>
          <p:spPr>
            <a:xfrm>
              <a:off x="2179319" y="3121341"/>
              <a:ext cx="292417" cy="369570"/>
            </a:xfrm>
            <a:custGeom>
              <a:avLst/>
              <a:gdLst>
                <a:gd name="connsiteX0" fmla="*/ 0 w 292417"/>
                <a:gd name="connsiteY0" fmla="*/ 0 h 369570"/>
                <a:gd name="connsiteX1" fmla="*/ 66675 w 292417"/>
                <a:gd name="connsiteY1" fmla="*/ 0 h 369570"/>
                <a:gd name="connsiteX2" fmla="*/ 230505 w 292417"/>
                <a:gd name="connsiteY2" fmla="*/ 257175 h 369570"/>
                <a:gd name="connsiteX3" fmla="*/ 231458 w 292417"/>
                <a:gd name="connsiteY3" fmla="*/ 257175 h 369570"/>
                <a:gd name="connsiteX4" fmla="*/ 229553 w 292417"/>
                <a:gd name="connsiteY4" fmla="*/ 0 h 369570"/>
                <a:gd name="connsiteX5" fmla="*/ 292418 w 292417"/>
                <a:gd name="connsiteY5" fmla="*/ 0 h 369570"/>
                <a:gd name="connsiteX6" fmla="*/ 292418 w 292417"/>
                <a:gd name="connsiteY6" fmla="*/ 368617 h 369570"/>
                <a:gd name="connsiteX7" fmla="*/ 227647 w 292417"/>
                <a:gd name="connsiteY7" fmla="*/ 368617 h 369570"/>
                <a:gd name="connsiteX8" fmla="*/ 63818 w 292417"/>
                <a:gd name="connsiteY8" fmla="*/ 110490 h 369570"/>
                <a:gd name="connsiteX9" fmla="*/ 62865 w 292417"/>
                <a:gd name="connsiteY9" fmla="*/ 110490 h 369570"/>
                <a:gd name="connsiteX10" fmla="*/ 63818 w 292417"/>
                <a:gd name="connsiteY10" fmla="*/ 369570 h 369570"/>
                <a:gd name="connsiteX11" fmla="*/ 0 w 292417"/>
                <a:gd name="connsiteY11" fmla="*/ 369570 h 369570"/>
                <a:gd name="connsiteX12" fmla="*/ 0 w 292417"/>
                <a:gd name="connsiteY12" fmla="*/ 0 h 369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92417" h="369570">
                  <a:moveTo>
                    <a:pt x="0" y="0"/>
                  </a:moveTo>
                  <a:lnTo>
                    <a:pt x="66675" y="0"/>
                  </a:lnTo>
                  <a:lnTo>
                    <a:pt x="230505" y="257175"/>
                  </a:lnTo>
                  <a:lnTo>
                    <a:pt x="231458" y="257175"/>
                  </a:lnTo>
                  <a:lnTo>
                    <a:pt x="229553" y="0"/>
                  </a:lnTo>
                  <a:lnTo>
                    <a:pt x="292418" y="0"/>
                  </a:lnTo>
                  <a:lnTo>
                    <a:pt x="292418" y="368617"/>
                  </a:lnTo>
                  <a:lnTo>
                    <a:pt x="227647" y="368617"/>
                  </a:lnTo>
                  <a:lnTo>
                    <a:pt x="63818" y="110490"/>
                  </a:lnTo>
                  <a:lnTo>
                    <a:pt x="62865" y="110490"/>
                  </a:lnTo>
                  <a:lnTo>
                    <a:pt x="63818" y="369570"/>
                  </a:lnTo>
                  <a:lnTo>
                    <a:pt x="0" y="36957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6" name="Freihandform: Form 185">
              <a:extLst>
                <a:ext uri="{FF2B5EF4-FFF2-40B4-BE49-F238E27FC236}">
                  <a16:creationId xmlns:a16="http://schemas.microsoft.com/office/drawing/2014/main" id="{73411A6E-3B6F-4024-9CE6-F6370472904D}"/>
                </a:ext>
              </a:extLst>
            </p:cNvPr>
            <p:cNvSpPr/>
            <p:nvPr/>
          </p:nvSpPr>
          <p:spPr>
            <a:xfrm>
              <a:off x="2543174" y="3217544"/>
              <a:ext cx="225742" cy="279082"/>
            </a:xfrm>
            <a:custGeom>
              <a:avLst/>
              <a:gdLst>
                <a:gd name="connsiteX0" fmla="*/ 114300 w 225742"/>
                <a:gd name="connsiteY0" fmla="*/ 107633 h 279082"/>
                <a:gd name="connsiteX1" fmla="*/ 164783 w 225742"/>
                <a:gd name="connsiteY1" fmla="*/ 113347 h 279082"/>
                <a:gd name="connsiteX2" fmla="*/ 164783 w 225742"/>
                <a:gd name="connsiteY2" fmla="*/ 103822 h 279082"/>
                <a:gd name="connsiteX3" fmla="*/ 105727 w 225742"/>
                <a:gd name="connsiteY3" fmla="*/ 52388 h 279082"/>
                <a:gd name="connsiteX4" fmla="*/ 38100 w 225742"/>
                <a:gd name="connsiteY4" fmla="*/ 67627 h 279082"/>
                <a:gd name="connsiteX5" fmla="*/ 24765 w 225742"/>
                <a:gd name="connsiteY5" fmla="*/ 15240 h 279082"/>
                <a:gd name="connsiteX6" fmla="*/ 112395 w 225742"/>
                <a:gd name="connsiteY6" fmla="*/ 0 h 279082"/>
                <a:gd name="connsiteX7" fmla="*/ 225742 w 225742"/>
                <a:gd name="connsiteY7" fmla="*/ 102870 h 279082"/>
                <a:gd name="connsiteX8" fmla="*/ 225742 w 225742"/>
                <a:gd name="connsiteY8" fmla="*/ 273367 h 279082"/>
                <a:gd name="connsiteX9" fmla="*/ 166688 w 225742"/>
                <a:gd name="connsiteY9" fmla="*/ 273367 h 279082"/>
                <a:gd name="connsiteX10" fmla="*/ 166688 w 225742"/>
                <a:gd name="connsiteY10" fmla="*/ 244792 h 279082"/>
                <a:gd name="connsiteX11" fmla="*/ 165735 w 225742"/>
                <a:gd name="connsiteY11" fmla="*/ 244792 h 279082"/>
                <a:gd name="connsiteX12" fmla="*/ 87630 w 225742"/>
                <a:gd name="connsiteY12" fmla="*/ 279083 h 279082"/>
                <a:gd name="connsiteX13" fmla="*/ 0 w 225742"/>
                <a:gd name="connsiteY13" fmla="*/ 194310 h 279082"/>
                <a:gd name="connsiteX14" fmla="*/ 114300 w 225742"/>
                <a:gd name="connsiteY14" fmla="*/ 107633 h 279082"/>
                <a:gd name="connsiteX15" fmla="*/ 103823 w 225742"/>
                <a:gd name="connsiteY15" fmla="*/ 232410 h 279082"/>
                <a:gd name="connsiteX16" fmla="*/ 164783 w 225742"/>
                <a:gd name="connsiteY16" fmla="*/ 200025 h 279082"/>
                <a:gd name="connsiteX17" fmla="*/ 164783 w 225742"/>
                <a:gd name="connsiteY17" fmla="*/ 153352 h 279082"/>
                <a:gd name="connsiteX18" fmla="*/ 120967 w 225742"/>
                <a:gd name="connsiteY18" fmla="*/ 148590 h 279082"/>
                <a:gd name="connsiteX19" fmla="*/ 59055 w 225742"/>
                <a:gd name="connsiteY19" fmla="*/ 192405 h 279082"/>
                <a:gd name="connsiteX20" fmla="*/ 103823 w 225742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42" h="279082">
                  <a:moveTo>
                    <a:pt x="114300" y="107633"/>
                  </a:moveTo>
                  <a:cubicBezTo>
                    <a:pt x="131445" y="107633"/>
                    <a:pt x="147638" y="108585"/>
                    <a:pt x="164783" y="113347"/>
                  </a:cubicBezTo>
                  <a:lnTo>
                    <a:pt x="164783" y="103822"/>
                  </a:lnTo>
                  <a:cubicBezTo>
                    <a:pt x="164783" y="69532"/>
                    <a:pt x="144780" y="52388"/>
                    <a:pt x="105727" y="52388"/>
                  </a:cubicBezTo>
                  <a:cubicBezTo>
                    <a:pt x="83820" y="52388"/>
                    <a:pt x="60008" y="57150"/>
                    <a:pt x="38100" y="67627"/>
                  </a:cubicBezTo>
                  <a:lnTo>
                    <a:pt x="24765" y="15240"/>
                  </a:lnTo>
                  <a:cubicBezTo>
                    <a:pt x="49530" y="5715"/>
                    <a:pt x="81915" y="0"/>
                    <a:pt x="112395" y="0"/>
                  </a:cubicBezTo>
                  <a:cubicBezTo>
                    <a:pt x="187642" y="0"/>
                    <a:pt x="225742" y="35242"/>
                    <a:pt x="225742" y="102870"/>
                  </a:cubicBezTo>
                  <a:lnTo>
                    <a:pt x="225742" y="273367"/>
                  </a:lnTo>
                  <a:lnTo>
                    <a:pt x="166688" y="273367"/>
                  </a:lnTo>
                  <a:lnTo>
                    <a:pt x="166688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4300" y="107633"/>
                  </a:cubicBezTo>
                  <a:close/>
                  <a:moveTo>
                    <a:pt x="103823" y="232410"/>
                  </a:moveTo>
                  <a:cubicBezTo>
                    <a:pt x="126683" y="232410"/>
                    <a:pt x="147638" y="220980"/>
                    <a:pt x="164783" y="200025"/>
                  </a:cubicBezTo>
                  <a:lnTo>
                    <a:pt x="164783" y="153352"/>
                  </a:lnTo>
                  <a:cubicBezTo>
                    <a:pt x="150495" y="149542"/>
                    <a:pt x="135255" y="148590"/>
                    <a:pt x="120967" y="148590"/>
                  </a:cubicBezTo>
                  <a:cubicBezTo>
                    <a:pt x="81915" y="148590"/>
                    <a:pt x="59055" y="164783"/>
                    <a:pt x="59055" y="192405"/>
                  </a:cubicBezTo>
                  <a:cubicBezTo>
                    <a:pt x="59055" y="217170"/>
                    <a:pt x="76200" y="232410"/>
                    <a:pt x="103823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7" name="Freihandform: Form 186">
              <a:extLst>
                <a:ext uri="{FF2B5EF4-FFF2-40B4-BE49-F238E27FC236}">
                  <a16:creationId xmlns:a16="http://schemas.microsoft.com/office/drawing/2014/main" id="{F5951FAF-F82F-4540-9DD6-D917FDD30674}"/>
                </a:ext>
              </a:extLst>
            </p:cNvPr>
            <p:cNvSpPr/>
            <p:nvPr/>
          </p:nvSpPr>
          <p:spPr>
            <a:xfrm>
              <a:off x="2817494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7 w 165734"/>
                <a:gd name="connsiteY9" fmla="*/ 0 h 358140"/>
                <a:gd name="connsiteX10" fmla="*/ 101917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7 w 165734"/>
                <a:gd name="connsiteY13" fmla="*/ 138113 h 358140"/>
                <a:gd name="connsiteX14" fmla="*/ 101917 w 165734"/>
                <a:gd name="connsiteY14" fmla="*/ 269558 h 358140"/>
                <a:gd name="connsiteX15" fmla="*/ 130492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2"/>
                    <a:pt x="110490" y="304800"/>
                    <a:pt x="130492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8" name="Freihandform: Form 187">
              <a:extLst>
                <a:ext uri="{FF2B5EF4-FFF2-40B4-BE49-F238E27FC236}">
                  <a16:creationId xmlns:a16="http://schemas.microsoft.com/office/drawing/2014/main" id="{EFCD3DA8-AF7F-4089-9A63-F59C7F1E0A37}"/>
                </a:ext>
              </a:extLst>
            </p:cNvPr>
            <p:cNvSpPr/>
            <p:nvPr/>
          </p:nvSpPr>
          <p:spPr>
            <a:xfrm>
              <a:off x="3038474" y="3224212"/>
              <a:ext cx="229552" cy="273367"/>
            </a:xfrm>
            <a:custGeom>
              <a:avLst/>
              <a:gdLst>
                <a:gd name="connsiteX0" fmla="*/ 62865 w 229552"/>
                <a:gd name="connsiteY0" fmla="*/ 160020 h 273367"/>
                <a:gd name="connsiteX1" fmla="*/ 116205 w 229552"/>
                <a:gd name="connsiteY1" fmla="*/ 216217 h 273367"/>
                <a:gd name="connsiteX2" fmla="*/ 167640 w 229552"/>
                <a:gd name="connsiteY2" fmla="*/ 160020 h 273367"/>
                <a:gd name="connsiteX3" fmla="*/ 167640 w 229552"/>
                <a:gd name="connsiteY3" fmla="*/ 0 h 273367"/>
                <a:gd name="connsiteX4" fmla="*/ 229553 w 229552"/>
                <a:gd name="connsiteY4" fmla="*/ 0 h 273367"/>
                <a:gd name="connsiteX5" fmla="*/ 229553 w 229552"/>
                <a:gd name="connsiteY5" fmla="*/ 161925 h 273367"/>
                <a:gd name="connsiteX6" fmla="*/ 117158 w 229552"/>
                <a:gd name="connsiteY6" fmla="*/ 273367 h 273367"/>
                <a:gd name="connsiteX7" fmla="*/ 0 w 229552"/>
                <a:gd name="connsiteY7" fmla="*/ 162878 h 273367"/>
                <a:gd name="connsiteX8" fmla="*/ 0 w 229552"/>
                <a:gd name="connsiteY8" fmla="*/ 952 h 273367"/>
                <a:gd name="connsiteX9" fmla="*/ 61913 w 229552"/>
                <a:gd name="connsiteY9" fmla="*/ 952 h 273367"/>
                <a:gd name="connsiteX10" fmla="*/ 61913 w 229552"/>
                <a:gd name="connsiteY10" fmla="*/ 160020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9552" h="273367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8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9" name="Freihandform: Form 188">
              <a:extLst>
                <a:ext uri="{FF2B5EF4-FFF2-40B4-BE49-F238E27FC236}">
                  <a16:creationId xmlns:a16="http://schemas.microsoft.com/office/drawing/2014/main" id="{4F0E0CC6-4E11-4938-B832-2AA66A5C786A}"/>
                </a:ext>
              </a:extLst>
            </p:cNvPr>
            <p:cNvSpPr/>
            <p:nvPr/>
          </p:nvSpPr>
          <p:spPr>
            <a:xfrm>
              <a:off x="3348989" y="3216591"/>
              <a:ext cx="160019" cy="273367"/>
            </a:xfrm>
            <a:custGeom>
              <a:avLst/>
              <a:gdLst>
                <a:gd name="connsiteX0" fmla="*/ 160020 w 160019"/>
                <a:gd name="connsiteY0" fmla="*/ 5715 h 273367"/>
                <a:gd name="connsiteX1" fmla="*/ 150495 w 160019"/>
                <a:gd name="connsiteY1" fmla="*/ 69533 h 273367"/>
                <a:gd name="connsiteX2" fmla="*/ 116205 w 160019"/>
                <a:gd name="connsiteY2" fmla="*/ 60960 h 273367"/>
                <a:gd name="connsiteX3" fmla="*/ 61913 w 160019"/>
                <a:gd name="connsiteY3" fmla="*/ 136208 h 273367"/>
                <a:gd name="connsiteX4" fmla="*/ 61913 w 160019"/>
                <a:gd name="connsiteY4" fmla="*/ 273367 h 273367"/>
                <a:gd name="connsiteX5" fmla="*/ 0 w 160019"/>
                <a:gd name="connsiteY5" fmla="*/ 273367 h 273367"/>
                <a:gd name="connsiteX6" fmla="*/ 0 w 160019"/>
                <a:gd name="connsiteY6" fmla="*/ 6668 h 273367"/>
                <a:gd name="connsiteX7" fmla="*/ 60960 w 160019"/>
                <a:gd name="connsiteY7" fmla="*/ 6668 h 273367"/>
                <a:gd name="connsiteX8" fmla="*/ 60960 w 160019"/>
                <a:gd name="connsiteY8" fmla="*/ 40005 h 273367"/>
                <a:gd name="connsiteX9" fmla="*/ 61913 w 160019"/>
                <a:gd name="connsiteY9" fmla="*/ 40005 h 273367"/>
                <a:gd name="connsiteX10" fmla="*/ 131445 w 160019"/>
                <a:gd name="connsiteY10" fmla="*/ 0 h 273367"/>
                <a:gd name="connsiteX11" fmla="*/ 160020 w 160019"/>
                <a:gd name="connsiteY11" fmla="*/ 57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3367">
                  <a:moveTo>
                    <a:pt x="160020" y="5715"/>
                  </a:moveTo>
                  <a:lnTo>
                    <a:pt x="150495" y="69533"/>
                  </a:lnTo>
                  <a:cubicBezTo>
                    <a:pt x="140970" y="64770"/>
                    <a:pt x="129540" y="60960"/>
                    <a:pt x="116205" y="60960"/>
                  </a:cubicBezTo>
                  <a:cubicBezTo>
                    <a:pt x="73342" y="60960"/>
                    <a:pt x="61913" y="95250"/>
                    <a:pt x="61913" y="136208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8"/>
                  </a:lnTo>
                  <a:lnTo>
                    <a:pt x="60960" y="6668"/>
                  </a:lnTo>
                  <a:lnTo>
                    <a:pt x="60960" y="40005"/>
                  </a:lnTo>
                  <a:lnTo>
                    <a:pt x="61913" y="40005"/>
                  </a:lnTo>
                  <a:cubicBezTo>
                    <a:pt x="76200" y="15240"/>
                    <a:pt x="100965" y="0"/>
                    <a:pt x="131445" y="0"/>
                  </a:cubicBezTo>
                  <a:cubicBezTo>
                    <a:pt x="139065" y="0"/>
                    <a:pt x="150495" y="1905"/>
                    <a:pt x="160020" y="57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0" name="Freihandform: Form 189">
              <a:extLst>
                <a:ext uri="{FF2B5EF4-FFF2-40B4-BE49-F238E27FC236}">
                  <a16:creationId xmlns:a16="http://schemas.microsoft.com/office/drawing/2014/main" id="{485FDD9B-14C1-4F9F-BB48-D94CA292EF5C}"/>
                </a:ext>
              </a:extLst>
            </p:cNvPr>
            <p:cNvSpPr/>
            <p:nvPr/>
          </p:nvSpPr>
          <p:spPr>
            <a:xfrm>
              <a:off x="3548062" y="3224212"/>
              <a:ext cx="376237" cy="266700"/>
            </a:xfrm>
            <a:custGeom>
              <a:avLst/>
              <a:gdLst>
                <a:gd name="connsiteX0" fmla="*/ 376238 w 376237"/>
                <a:gd name="connsiteY0" fmla="*/ 0 h 266700"/>
                <a:gd name="connsiteX1" fmla="*/ 297180 w 376237"/>
                <a:gd name="connsiteY1" fmla="*/ 266700 h 266700"/>
                <a:gd name="connsiteX2" fmla="*/ 237172 w 376237"/>
                <a:gd name="connsiteY2" fmla="*/ 266700 h 266700"/>
                <a:gd name="connsiteX3" fmla="*/ 188595 w 376237"/>
                <a:gd name="connsiteY3" fmla="*/ 81915 h 266700"/>
                <a:gd name="connsiteX4" fmla="*/ 187642 w 376237"/>
                <a:gd name="connsiteY4" fmla="*/ 81915 h 266700"/>
                <a:gd name="connsiteX5" fmla="*/ 139065 w 376237"/>
                <a:gd name="connsiteY5" fmla="*/ 266700 h 266700"/>
                <a:gd name="connsiteX6" fmla="*/ 79058 w 376237"/>
                <a:gd name="connsiteY6" fmla="*/ 266700 h 266700"/>
                <a:gd name="connsiteX7" fmla="*/ 0 w 376237"/>
                <a:gd name="connsiteY7" fmla="*/ 0 h 266700"/>
                <a:gd name="connsiteX8" fmla="*/ 65722 w 376237"/>
                <a:gd name="connsiteY8" fmla="*/ 0 h 266700"/>
                <a:gd name="connsiteX9" fmla="*/ 111442 w 376237"/>
                <a:gd name="connsiteY9" fmla="*/ 180022 h 266700"/>
                <a:gd name="connsiteX10" fmla="*/ 112395 w 376237"/>
                <a:gd name="connsiteY10" fmla="*/ 180022 h 266700"/>
                <a:gd name="connsiteX11" fmla="*/ 160020 w 376237"/>
                <a:gd name="connsiteY11" fmla="*/ 0 h 266700"/>
                <a:gd name="connsiteX12" fmla="*/ 217170 w 376237"/>
                <a:gd name="connsiteY12" fmla="*/ 0 h 266700"/>
                <a:gd name="connsiteX13" fmla="*/ 265747 w 376237"/>
                <a:gd name="connsiteY13" fmla="*/ 180022 h 266700"/>
                <a:gd name="connsiteX14" fmla="*/ 266700 w 376237"/>
                <a:gd name="connsiteY14" fmla="*/ 180022 h 266700"/>
                <a:gd name="connsiteX15" fmla="*/ 311467 w 376237"/>
                <a:gd name="connsiteY15" fmla="*/ 0 h 266700"/>
                <a:gd name="connsiteX16" fmla="*/ 376238 w 376237"/>
                <a:gd name="connsiteY16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76237" h="266700">
                  <a:moveTo>
                    <a:pt x="376238" y="0"/>
                  </a:moveTo>
                  <a:lnTo>
                    <a:pt x="297180" y="266700"/>
                  </a:lnTo>
                  <a:lnTo>
                    <a:pt x="237172" y="266700"/>
                  </a:lnTo>
                  <a:lnTo>
                    <a:pt x="188595" y="81915"/>
                  </a:lnTo>
                  <a:lnTo>
                    <a:pt x="187642" y="81915"/>
                  </a:lnTo>
                  <a:lnTo>
                    <a:pt x="139065" y="266700"/>
                  </a:lnTo>
                  <a:lnTo>
                    <a:pt x="79058" y="266700"/>
                  </a:lnTo>
                  <a:lnTo>
                    <a:pt x="0" y="0"/>
                  </a:lnTo>
                  <a:lnTo>
                    <a:pt x="65722" y="0"/>
                  </a:lnTo>
                  <a:lnTo>
                    <a:pt x="111442" y="180022"/>
                  </a:lnTo>
                  <a:lnTo>
                    <a:pt x="112395" y="180022"/>
                  </a:lnTo>
                  <a:lnTo>
                    <a:pt x="160020" y="0"/>
                  </a:lnTo>
                  <a:lnTo>
                    <a:pt x="217170" y="0"/>
                  </a:lnTo>
                  <a:lnTo>
                    <a:pt x="265747" y="180022"/>
                  </a:lnTo>
                  <a:lnTo>
                    <a:pt x="266700" y="180022"/>
                  </a:lnTo>
                  <a:lnTo>
                    <a:pt x="311467" y="0"/>
                  </a:lnTo>
                  <a:lnTo>
                    <a:pt x="3762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1" name="Freihandform: Form 190">
              <a:extLst>
                <a:ext uri="{FF2B5EF4-FFF2-40B4-BE49-F238E27FC236}">
                  <a16:creationId xmlns:a16="http://schemas.microsoft.com/office/drawing/2014/main" id="{AA31B10F-FD3B-48BC-9E7D-ED8D4E8246E4}"/>
                </a:ext>
              </a:extLst>
            </p:cNvPr>
            <p:cNvSpPr/>
            <p:nvPr/>
          </p:nvSpPr>
          <p:spPr>
            <a:xfrm>
              <a:off x="3970971" y="3105149"/>
              <a:ext cx="79057" cy="384809"/>
            </a:xfrm>
            <a:custGeom>
              <a:avLst/>
              <a:gdLst>
                <a:gd name="connsiteX0" fmla="*/ 79058 w 79057"/>
                <a:gd name="connsiteY0" fmla="*/ 38100 h 384809"/>
                <a:gd name="connsiteX1" fmla="*/ 39053 w 79057"/>
                <a:gd name="connsiteY1" fmla="*/ 76200 h 384809"/>
                <a:gd name="connsiteX2" fmla="*/ 0 w 79057"/>
                <a:gd name="connsiteY2" fmla="*/ 38100 h 384809"/>
                <a:gd name="connsiteX3" fmla="*/ 39053 w 79057"/>
                <a:gd name="connsiteY3" fmla="*/ 0 h 384809"/>
                <a:gd name="connsiteX4" fmla="*/ 79058 w 79057"/>
                <a:gd name="connsiteY4" fmla="*/ 38100 h 384809"/>
                <a:gd name="connsiteX5" fmla="*/ 70485 w 79057"/>
                <a:gd name="connsiteY5" fmla="*/ 384810 h 384809"/>
                <a:gd name="connsiteX6" fmla="*/ 8573 w 79057"/>
                <a:gd name="connsiteY6" fmla="*/ 384810 h 384809"/>
                <a:gd name="connsiteX7" fmla="*/ 8573 w 79057"/>
                <a:gd name="connsiteY7" fmla="*/ 118110 h 384809"/>
                <a:gd name="connsiteX8" fmla="*/ 70485 w 79057"/>
                <a:gd name="connsiteY8" fmla="*/ 118110 h 384809"/>
                <a:gd name="connsiteX9" fmla="*/ 70485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8" y="38100"/>
                  </a:moveTo>
                  <a:cubicBezTo>
                    <a:pt x="79058" y="60008"/>
                    <a:pt x="60960" y="76200"/>
                    <a:pt x="39053" y="76200"/>
                  </a:cubicBezTo>
                  <a:cubicBezTo>
                    <a:pt x="17145" y="76200"/>
                    <a:pt x="0" y="60008"/>
                    <a:pt x="0" y="38100"/>
                  </a:cubicBezTo>
                  <a:cubicBezTo>
                    <a:pt x="0" y="16192"/>
                    <a:pt x="18098" y="0"/>
                    <a:pt x="39053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2" name="Freihandform: Form 191">
              <a:extLst>
                <a:ext uri="{FF2B5EF4-FFF2-40B4-BE49-F238E27FC236}">
                  <a16:creationId xmlns:a16="http://schemas.microsoft.com/office/drawing/2014/main" id="{D4E63FFB-C322-4D48-BAC4-F9F4CE9CC98F}"/>
                </a:ext>
              </a:extLst>
            </p:cNvPr>
            <p:cNvSpPr/>
            <p:nvPr/>
          </p:nvSpPr>
          <p:spPr>
            <a:xfrm>
              <a:off x="4099559" y="3216591"/>
              <a:ext cx="205740" cy="280035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3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3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7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3" name="Freihandform: Form 192">
              <a:extLst>
                <a:ext uri="{FF2B5EF4-FFF2-40B4-BE49-F238E27FC236}">
                  <a16:creationId xmlns:a16="http://schemas.microsoft.com/office/drawing/2014/main" id="{9831F038-E584-4260-8C9F-E79A896D20C4}"/>
                </a:ext>
              </a:extLst>
            </p:cNvPr>
            <p:cNvSpPr/>
            <p:nvPr/>
          </p:nvSpPr>
          <p:spPr>
            <a:xfrm>
              <a:off x="4346256" y="3216591"/>
              <a:ext cx="205740" cy="280035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3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6198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3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4" name="Freihandform: Form 193">
              <a:extLst>
                <a:ext uri="{FF2B5EF4-FFF2-40B4-BE49-F238E27FC236}">
                  <a16:creationId xmlns:a16="http://schemas.microsoft.com/office/drawing/2014/main" id="{D7315109-6E9F-48C3-898F-C1C492D1DEAB}"/>
                </a:ext>
              </a:extLst>
            </p:cNvPr>
            <p:cNvSpPr/>
            <p:nvPr/>
          </p:nvSpPr>
          <p:spPr>
            <a:xfrm>
              <a:off x="4601527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8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3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89535" y="50482"/>
                    <a:pt x="67628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5" name="Freihandform: Form 194">
              <a:extLst>
                <a:ext uri="{FF2B5EF4-FFF2-40B4-BE49-F238E27FC236}">
                  <a16:creationId xmlns:a16="http://schemas.microsoft.com/office/drawing/2014/main" id="{700FBD3F-6E1D-4AFC-9AAA-788473C4FF35}"/>
                </a:ext>
              </a:extLst>
            </p:cNvPr>
            <p:cNvSpPr/>
            <p:nvPr/>
          </p:nvSpPr>
          <p:spPr>
            <a:xfrm>
              <a:off x="4913946" y="3217544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8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3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6" name="Freihandform: Form 195">
              <a:extLst>
                <a:ext uri="{FF2B5EF4-FFF2-40B4-BE49-F238E27FC236}">
                  <a16:creationId xmlns:a16="http://schemas.microsoft.com/office/drawing/2014/main" id="{91DD09B0-F370-4FAF-9908-33E0C9A5A1BC}"/>
                </a:ext>
              </a:extLst>
            </p:cNvPr>
            <p:cNvSpPr/>
            <p:nvPr/>
          </p:nvSpPr>
          <p:spPr>
            <a:xfrm>
              <a:off x="5198744" y="3216591"/>
              <a:ext cx="205740" cy="280035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3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6198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3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7" name="Freihandform: Form 196">
              <a:extLst>
                <a:ext uri="{FF2B5EF4-FFF2-40B4-BE49-F238E27FC236}">
                  <a16:creationId xmlns:a16="http://schemas.microsoft.com/office/drawing/2014/main" id="{CFC69081-2BBF-4A0F-8D5E-7C499C54182A}"/>
                </a:ext>
              </a:extLst>
            </p:cNvPr>
            <p:cNvSpPr/>
            <p:nvPr/>
          </p:nvSpPr>
          <p:spPr>
            <a:xfrm>
              <a:off x="5454967" y="3216591"/>
              <a:ext cx="224789" cy="280035"/>
            </a:xfrm>
            <a:custGeom>
              <a:avLst/>
              <a:gdLst>
                <a:gd name="connsiteX0" fmla="*/ 222885 w 224789"/>
                <a:gd name="connsiteY0" fmla="*/ 237173 h 280035"/>
                <a:gd name="connsiteX1" fmla="*/ 127635 w 224789"/>
                <a:gd name="connsiteY1" fmla="*/ 280035 h 280035"/>
                <a:gd name="connsiteX2" fmla="*/ 0 w 224789"/>
                <a:gd name="connsiteY2" fmla="*/ 140970 h 280035"/>
                <a:gd name="connsiteX3" fmla="*/ 128588 w 224789"/>
                <a:gd name="connsiteY3" fmla="*/ 0 h 280035"/>
                <a:gd name="connsiteX4" fmla="*/ 224790 w 224789"/>
                <a:gd name="connsiteY4" fmla="*/ 45720 h 280035"/>
                <a:gd name="connsiteX5" fmla="*/ 181927 w 224789"/>
                <a:gd name="connsiteY5" fmla="*/ 86678 h 280035"/>
                <a:gd name="connsiteX6" fmla="*/ 128588 w 224789"/>
                <a:gd name="connsiteY6" fmla="*/ 57150 h 280035"/>
                <a:gd name="connsiteX7" fmla="*/ 62865 w 224789"/>
                <a:gd name="connsiteY7" fmla="*/ 140017 h 280035"/>
                <a:gd name="connsiteX8" fmla="*/ 128588 w 224789"/>
                <a:gd name="connsiteY8" fmla="*/ 222885 h 280035"/>
                <a:gd name="connsiteX9" fmla="*/ 183832 w 224789"/>
                <a:gd name="connsiteY9" fmla="*/ 193358 h 280035"/>
                <a:gd name="connsiteX10" fmla="*/ 222885 w 224789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8" name="Freihandform: Form 197">
              <a:extLst>
                <a:ext uri="{FF2B5EF4-FFF2-40B4-BE49-F238E27FC236}">
                  <a16:creationId xmlns:a16="http://schemas.microsoft.com/office/drawing/2014/main" id="{C0D0C467-BF24-415D-A20C-A4B322A30D34}"/>
                </a:ext>
              </a:extLst>
            </p:cNvPr>
            <p:cNvSpPr/>
            <p:nvPr/>
          </p:nvSpPr>
          <p:spPr>
            <a:xfrm>
              <a:off x="5733096" y="3101339"/>
              <a:ext cx="228600" cy="389572"/>
            </a:xfrm>
            <a:custGeom>
              <a:avLst/>
              <a:gdLst>
                <a:gd name="connsiteX0" fmla="*/ 228600 w 228600"/>
                <a:gd name="connsiteY0" fmla="*/ 388620 h 389572"/>
                <a:gd name="connsiteX1" fmla="*/ 166688 w 228600"/>
                <a:gd name="connsiteY1" fmla="*/ 388620 h 389572"/>
                <a:gd name="connsiteX2" fmla="*/ 166688 w 228600"/>
                <a:gd name="connsiteY2" fmla="*/ 236220 h 389572"/>
                <a:gd name="connsiteX3" fmla="*/ 117158 w 228600"/>
                <a:gd name="connsiteY3" fmla="*/ 171450 h 389572"/>
                <a:gd name="connsiteX4" fmla="*/ 61913 w 228600"/>
                <a:gd name="connsiteY4" fmla="*/ 236220 h 389572"/>
                <a:gd name="connsiteX5" fmla="*/ 61913 w 228600"/>
                <a:gd name="connsiteY5" fmla="*/ 389573 h 389572"/>
                <a:gd name="connsiteX6" fmla="*/ 0 w 228600"/>
                <a:gd name="connsiteY6" fmla="*/ 389573 h 389572"/>
                <a:gd name="connsiteX7" fmla="*/ 0 w 228600"/>
                <a:gd name="connsiteY7" fmla="*/ 15240 h 389572"/>
                <a:gd name="connsiteX8" fmla="*/ 61913 w 228600"/>
                <a:gd name="connsiteY8" fmla="*/ 0 h 389572"/>
                <a:gd name="connsiteX9" fmla="*/ 61913 w 228600"/>
                <a:gd name="connsiteY9" fmla="*/ 155258 h 389572"/>
                <a:gd name="connsiteX10" fmla="*/ 62865 w 228600"/>
                <a:gd name="connsiteY10" fmla="*/ 155258 h 389572"/>
                <a:gd name="connsiteX11" fmla="*/ 140970 w 228600"/>
                <a:gd name="connsiteY11" fmla="*/ 116205 h 389572"/>
                <a:gd name="connsiteX12" fmla="*/ 228600 w 228600"/>
                <a:gd name="connsiteY12" fmla="*/ 223838 h 389572"/>
                <a:gd name="connsiteX13" fmla="*/ 228600 w 228600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89572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9" name="Freihandform: Form 198">
              <a:extLst>
                <a:ext uri="{FF2B5EF4-FFF2-40B4-BE49-F238E27FC236}">
                  <a16:creationId xmlns:a16="http://schemas.microsoft.com/office/drawing/2014/main" id="{2CCB0406-1162-417D-A7B5-56D204B932B7}"/>
                </a:ext>
              </a:extLst>
            </p:cNvPr>
            <p:cNvSpPr/>
            <p:nvPr/>
          </p:nvSpPr>
          <p:spPr>
            <a:xfrm>
              <a:off x="6023609" y="3217544"/>
              <a:ext cx="225742" cy="279082"/>
            </a:xfrm>
            <a:custGeom>
              <a:avLst/>
              <a:gdLst>
                <a:gd name="connsiteX0" fmla="*/ 114300 w 225742"/>
                <a:gd name="connsiteY0" fmla="*/ 107633 h 279082"/>
                <a:gd name="connsiteX1" fmla="*/ 164783 w 225742"/>
                <a:gd name="connsiteY1" fmla="*/ 113347 h 279082"/>
                <a:gd name="connsiteX2" fmla="*/ 164783 w 225742"/>
                <a:gd name="connsiteY2" fmla="*/ 103822 h 279082"/>
                <a:gd name="connsiteX3" fmla="*/ 105728 w 225742"/>
                <a:gd name="connsiteY3" fmla="*/ 52388 h 279082"/>
                <a:gd name="connsiteX4" fmla="*/ 38100 w 225742"/>
                <a:gd name="connsiteY4" fmla="*/ 67627 h 279082"/>
                <a:gd name="connsiteX5" fmla="*/ 24765 w 225742"/>
                <a:gd name="connsiteY5" fmla="*/ 15240 h 279082"/>
                <a:gd name="connsiteX6" fmla="*/ 112395 w 225742"/>
                <a:gd name="connsiteY6" fmla="*/ 0 h 279082"/>
                <a:gd name="connsiteX7" fmla="*/ 225743 w 225742"/>
                <a:gd name="connsiteY7" fmla="*/ 102870 h 279082"/>
                <a:gd name="connsiteX8" fmla="*/ 225743 w 225742"/>
                <a:gd name="connsiteY8" fmla="*/ 273367 h 279082"/>
                <a:gd name="connsiteX9" fmla="*/ 166688 w 225742"/>
                <a:gd name="connsiteY9" fmla="*/ 273367 h 279082"/>
                <a:gd name="connsiteX10" fmla="*/ 166688 w 225742"/>
                <a:gd name="connsiteY10" fmla="*/ 244792 h 279082"/>
                <a:gd name="connsiteX11" fmla="*/ 165735 w 225742"/>
                <a:gd name="connsiteY11" fmla="*/ 244792 h 279082"/>
                <a:gd name="connsiteX12" fmla="*/ 87630 w 225742"/>
                <a:gd name="connsiteY12" fmla="*/ 279083 h 279082"/>
                <a:gd name="connsiteX13" fmla="*/ 0 w 225742"/>
                <a:gd name="connsiteY13" fmla="*/ 194310 h 279082"/>
                <a:gd name="connsiteX14" fmla="*/ 114300 w 225742"/>
                <a:gd name="connsiteY14" fmla="*/ 107633 h 279082"/>
                <a:gd name="connsiteX15" fmla="*/ 103822 w 225742"/>
                <a:gd name="connsiteY15" fmla="*/ 232410 h 279082"/>
                <a:gd name="connsiteX16" fmla="*/ 164783 w 225742"/>
                <a:gd name="connsiteY16" fmla="*/ 200025 h 279082"/>
                <a:gd name="connsiteX17" fmla="*/ 164783 w 225742"/>
                <a:gd name="connsiteY17" fmla="*/ 153352 h 279082"/>
                <a:gd name="connsiteX18" fmla="*/ 120968 w 225742"/>
                <a:gd name="connsiteY18" fmla="*/ 148590 h 279082"/>
                <a:gd name="connsiteX19" fmla="*/ 59055 w 225742"/>
                <a:gd name="connsiteY19" fmla="*/ 192405 h 279082"/>
                <a:gd name="connsiteX20" fmla="*/ 103822 w 225742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42" h="279082">
                  <a:moveTo>
                    <a:pt x="114300" y="107633"/>
                  </a:moveTo>
                  <a:cubicBezTo>
                    <a:pt x="131445" y="107633"/>
                    <a:pt x="147638" y="108585"/>
                    <a:pt x="164783" y="113347"/>
                  </a:cubicBezTo>
                  <a:lnTo>
                    <a:pt x="164783" y="103822"/>
                  </a:lnTo>
                  <a:cubicBezTo>
                    <a:pt x="164783" y="69532"/>
                    <a:pt x="144780" y="52388"/>
                    <a:pt x="105728" y="52388"/>
                  </a:cubicBezTo>
                  <a:cubicBezTo>
                    <a:pt x="83820" y="52388"/>
                    <a:pt x="60008" y="57150"/>
                    <a:pt x="38100" y="67627"/>
                  </a:cubicBezTo>
                  <a:lnTo>
                    <a:pt x="24765" y="15240"/>
                  </a:lnTo>
                  <a:cubicBezTo>
                    <a:pt x="49530" y="5715"/>
                    <a:pt x="81915" y="0"/>
                    <a:pt x="112395" y="0"/>
                  </a:cubicBezTo>
                  <a:cubicBezTo>
                    <a:pt x="187643" y="0"/>
                    <a:pt x="225743" y="35242"/>
                    <a:pt x="225743" y="102870"/>
                  </a:cubicBezTo>
                  <a:lnTo>
                    <a:pt x="225743" y="273367"/>
                  </a:lnTo>
                  <a:lnTo>
                    <a:pt x="166688" y="273367"/>
                  </a:lnTo>
                  <a:lnTo>
                    <a:pt x="166688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4300" y="107633"/>
                  </a:cubicBezTo>
                  <a:close/>
                  <a:moveTo>
                    <a:pt x="103822" y="232410"/>
                  </a:moveTo>
                  <a:cubicBezTo>
                    <a:pt x="126683" y="232410"/>
                    <a:pt x="147638" y="220980"/>
                    <a:pt x="164783" y="200025"/>
                  </a:cubicBezTo>
                  <a:lnTo>
                    <a:pt x="164783" y="153352"/>
                  </a:lnTo>
                  <a:cubicBezTo>
                    <a:pt x="150495" y="149542"/>
                    <a:pt x="135255" y="148590"/>
                    <a:pt x="120968" y="148590"/>
                  </a:cubicBezTo>
                  <a:cubicBezTo>
                    <a:pt x="81915" y="148590"/>
                    <a:pt x="59055" y="164783"/>
                    <a:pt x="59055" y="192405"/>
                  </a:cubicBezTo>
                  <a:cubicBezTo>
                    <a:pt x="60008" y="217170"/>
                    <a:pt x="77153" y="232410"/>
                    <a:pt x="103822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0" name="Freihandform: Form 199">
              <a:extLst>
                <a:ext uri="{FF2B5EF4-FFF2-40B4-BE49-F238E27FC236}">
                  <a16:creationId xmlns:a16="http://schemas.microsoft.com/office/drawing/2014/main" id="{E1F5B04D-004B-4501-8B0F-D976156E7753}"/>
                </a:ext>
              </a:extLst>
            </p:cNvPr>
            <p:cNvSpPr/>
            <p:nvPr/>
          </p:nvSpPr>
          <p:spPr>
            <a:xfrm>
              <a:off x="6299834" y="3097529"/>
              <a:ext cx="162877" cy="391477"/>
            </a:xfrm>
            <a:custGeom>
              <a:avLst/>
              <a:gdLst>
                <a:gd name="connsiteX0" fmla="*/ 162878 w 162877"/>
                <a:gd name="connsiteY0" fmla="*/ 58103 h 391477"/>
                <a:gd name="connsiteX1" fmla="*/ 135255 w 162877"/>
                <a:gd name="connsiteY1" fmla="*/ 52388 h 391477"/>
                <a:gd name="connsiteX2" fmla="*/ 101918 w 162877"/>
                <a:gd name="connsiteY2" fmla="*/ 89535 h 391477"/>
                <a:gd name="connsiteX3" fmla="*/ 101918 w 162877"/>
                <a:gd name="connsiteY3" fmla="*/ 125730 h 391477"/>
                <a:gd name="connsiteX4" fmla="*/ 155258 w 162877"/>
                <a:gd name="connsiteY4" fmla="*/ 125730 h 391477"/>
                <a:gd name="connsiteX5" fmla="*/ 155258 w 162877"/>
                <a:gd name="connsiteY5" fmla="*/ 177165 h 391477"/>
                <a:gd name="connsiteX6" fmla="*/ 102870 w 162877"/>
                <a:gd name="connsiteY6" fmla="*/ 177165 h 391477"/>
                <a:gd name="connsiteX7" fmla="*/ 102870 w 162877"/>
                <a:gd name="connsiteY7" fmla="*/ 391478 h 391477"/>
                <a:gd name="connsiteX8" fmla="*/ 40958 w 162877"/>
                <a:gd name="connsiteY8" fmla="*/ 391478 h 391477"/>
                <a:gd name="connsiteX9" fmla="*/ 40958 w 162877"/>
                <a:gd name="connsiteY9" fmla="*/ 177165 h 391477"/>
                <a:gd name="connsiteX10" fmla="*/ 0 w 162877"/>
                <a:gd name="connsiteY10" fmla="*/ 177165 h 391477"/>
                <a:gd name="connsiteX11" fmla="*/ 0 w 162877"/>
                <a:gd name="connsiteY11" fmla="*/ 126683 h 391477"/>
                <a:gd name="connsiteX12" fmla="*/ 40958 w 162877"/>
                <a:gd name="connsiteY12" fmla="*/ 126683 h 391477"/>
                <a:gd name="connsiteX13" fmla="*/ 40958 w 162877"/>
                <a:gd name="connsiteY13" fmla="*/ 88583 h 391477"/>
                <a:gd name="connsiteX14" fmla="*/ 125730 w 162877"/>
                <a:gd name="connsiteY14" fmla="*/ 0 h 391477"/>
                <a:gd name="connsiteX15" fmla="*/ 162878 w 162877"/>
                <a:gd name="connsiteY15" fmla="*/ 5715 h 391477"/>
                <a:gd name="connsiteX16" fmla="*/ 162878 w 162877"/>
                <a:gd name="connsiteY16" fmla="*/ 58103 h 391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2877" h="391477">
                  <a:moveTo>
                    <a:pt x="162878" y="58103"/>
                  </a:moveTo>
                  <a:cubicBezTo>
                    <a:pt x="154305" y="54293"/>
                    <a:pt x="144780" y="52388"/>
                    <a:pt x="135255" y="52388"/>
                  </a:cubicBezTo>
                  <a:cubicBezTo>
                    <a:pt x="111443" y="52388"/>
                    <a:pt x="101918" y="64770"/>
                    <a:pt x="101918" y="89535"/>
                  </a:cubicBezTo>
                  <a:lnTo>
                    <a:pt x="101918" y="125730"/>
                  </a:lnTo>
                  <a:lnTo>
                    <a:pt x="155258" y="125730"/>
                  </a:lnTo>
                  <a:lnTo>
                    <a:pt x="155258" y="177165"/>
                  </a:lnTo>
                  <a:lnTo>
                    <a:pt x="102870" y="177165"/>
                  </a:lnTo>
                  <a:lnTo>
                    <a:pt x="102870" y="391478"/>
                  </a:lnTo>
                  <a:lnTo>
                    <a:pt x="40958" y="391478"/>
                  </a:lnTo>
                  <a:lnTo>
                    <a:pt x="40958" y="177165"/>
                  </a:lnTo>
                  <a:lnTo>
                    <a:pt x="0" y="177165"/>
                  </a:lnTo>
                  <a:lnTo>
                    <a:pt x="0" y="126683"/>
                  </a:lnTo>
                  <a:lnTo>
                    <a:pt x="40958" y="126683"/>
                  </a:lnTo>
                  <a:lnTo>
                    <a:pt x="40958" y="88583"/>
                  </a:lnTo>
                  <a:cubicBezTo>
                    <a:pt x="40958" y="33338"/>
                    <a:pt x="65722" y="0"/>
                    <a:pt x="125730" y="0"/>
                  </a:cubicBezTo>
                  <a:cubicBezTo>
                    <a:pt x="139065" y="0"/>
                    <a:pt x="152400" y="1905"/>
                    <a:pt x="162878" y="5715"/>
                  </a:cubicBezTo>
                  <a:lnTo>
                    <a:pt x="162878" y="5810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1" name="Freihandform: Form 200">
              <a:extLst>
                <a:ext uri="{FF2B5EF4-FFF2-40B4-BE49-F238E27FC236}">
                  <a16:creationId xmlns:a16="http://schemas.microsoft.com/office/drawing/2014/main" id="{2F5B88F3-1DD0-4AFC-9094-44C73671622C}"/>
                </a:ext>
              </a:extLst>
            </p:cNvPr>
            <p:cNvSpPr/>
            <p:nvPr/>
          </p:nvSpPr>
          <p:spPr>
            <a:xfrm>
              <a:off x="6497002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7 w 165734"/>
                <a:gd name="connsiteY9" fmla="*/ 0 h 358140"/>
                <a:gd name="connsiteX10" fmla="*/ 101917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7 w 165734"/>
                <a:gd name="connsiteY13" fmla="*/ 138113 h 358140"/>
                <a:gd name="connsiteX14" fmla="*/ 101917 w 165734"/>
                <a:gd name="connsiteY14" fmla="*/ 269558 h 358140"/>
                <a:gd name="connsiteX15" fmla="*/ 130492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2"/>
                    <a:pt x="110490" y="304800"/>
                    <a:pt x="130492" y="304800"/>
                  </a:cubicBezTo>
                  <a:cubicBezTo>
                    <a:pt x="141922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2" name="Freihandform: Form 201">
              <a:extLst>
                <a:ext uri="{FF2B5EF4-FFF2-40B4-BE49-F238E27FC236}">
                  <a16:creationId xmlns:a16="http://schemas.microsoft.com/office/drawing/2014/main" id="{5D3857D6-3A80-453A-A07D-657071631618}"/>
                </a:ext>
              </a:extLst>
            </p:cNvPr>
            <p:cNvSpPr/>
            <p:nvPr/>
          </p:nvSpPr>
          <p:spPr>
            <a:xfrm>
              <a:off x="6725601" y="3100387"/>
              <a:ext cx="61912" cy="389572"/>
            </a:xfrm>
            <a:custGeom>
              <a:avLst/>
              <a:gdLst>
                <a:gd name="connsiteX0" fmla="*/ 61913 w 61912"/>
                <a:gd name="connsiteY0" fmla="*/ 389572 h 389572"/>
                <a:gd name="connsiteX1" fmla="*/ 0 w 61912"/>
                <a:gd name="connsiteY1" fmla="*/ 389572 h 389572"/>
                <a:gd name="connsiteX2" fmla="*/ 0 w 61912"/>
                <a:gd name="connsiteY2" fmla="*/ 14288 h 389572"/>
                <a:gd name="connsiteX3" fmla="*/ 61913 w 61912"/>
                <a:gd name="connsiteY3" fmla="*/ 0 h 389572"/>
                <a:gd name="connsiteX4" fmla="*/ 61913 w 61912"/>
                <a:gd name="connsiteY4" fmla="*/ 389572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957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3" name="Freihandform: Form 202">
              <a:extLst>
                <a:ext uri="{FF2B5EF4-FFF2-40B4-BE49-F238E27FC236}">
                  <a16:creationId xmlns:a16="http://schemas.microsoft.com/office/drawing/2014/main" id="{F2B45F15-F1EA-4568-BD85-4A2DE314BC3E}"/>
                </a:ext>
              </a:extLst>
            </p:cNvPr>
            <p:cNvSpPr/>
            <p:nvPr/>
          </p:nvSpPr>
          <p:spPr>
            <a:xfrm>
              <a:off x="6861809" y="3105149"/>
              <a:ext cx="79057" cy="384809"/>
            </a:xfrm>
            <a:custGeom>
              <a:avLst/>
              <a:gdLst>
                <a:gd name="connsiteX0" fmla="*/ 79057 w 79057"/>
                <a:gd name="connsiteY0" fmla="*/ 38100 h 384809"/>
                <a:gd name="connsiteX1" fmla="*/ 39052 w 79057"/>
                <a:gd name="connsiteY1" fmla="*/ 76200 h 384809"/>
                <a:gd name="connsiteX2" fmla="*/ 0 w 79057"/>
                <a:gd name="connsiteY2" fmla="*/ 38100 h 384809"/>
                <a:gd name="connsiteX3" fmla="*/ 39052 w 79057"/>
                <a:gd name="connsiteY3" fmla="*/ 0 h 384809"/>
                <a:gd name="connsiteX4" fmla="*/ 79057 w 79057"/>
                <a:gd name="connsiteY4" fmla="*/ 38100 h 384809"/>
                <a:gd name="connsiteX5" fmla="*/ 70485 w 79057"/>
                <a:gd name="connsiteY5" fmla="*/ 384810 h 384809"/>
                <a:gd name="connsiteX6" fmla="*/ 8572 w 79057"/>
                <a:gd name="connsiteY6" fmla="*/ 384810 h 384809"/>
                <a:gd name="connsiteX7" fmla="*/ 8572 w 79057"/>
                <a:gd name="connsiteY7" fmla="*/ 118110 h 384809"/>
                <a:gd name="connsiteX8" fmla="*/ 70485 w 79057"/>
                <a:gd name="connsiteY8" fmla="*/ 118110 h 384809"/>
                <a:gd name="connsiteX9" fmla="*/ 70485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7" y="38100"/>
                  </a:moveTo>
                  <a:cubicBezTo>
                    <a:pt x="79057" y="60008"/>
                    <a:pt x="60960" y="76200"/>
                    <a:pt x="39052" y="76200"/>
                  </a:cubicBezTo>
                  <a:cubicBezTo>
                    <a:pt x="17145" y="76200"/>
                    <a:pt x="0" y="60008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7" y="16192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4" name="Freihandform: Form 203">
              <a:extLst>
                <a:ext uri="{FF2B5EF4-FFF2-40B4-BE49-F238E27FC236}">
                  <a16:creationId xmlns:a16="http://schemas.microsoft.com/office/drawing/2014/main" id="{CCCBC40A-98D6-42A9-80B9-5DC279BC5859}"/>
                </a:ext>
              </a:extLst>
            </p:cNvPr>
            <p:cNvSpPr/>
            <p:nvPr/>
          </p:nvSpPr>
          <p:spPr>
            <a:xfrm>
              <a:off x="6998969" y="3216591"/>
              <a:ext cx="224790" cy="280035"/>
            </a:xfrm>
            <a:custGeom>
              <a:avLst/>
              <a:gdLst>
                <a:gd name="connsiteX0" fmla="*/ 222885 w 224790"/>
                <a:gd name="connsiteY0" fmla="*/ 237173 h 280035"/>
                <a:gd name="connsiteX1" fmla="*/ 127635 w 224790"/>
                <a:gd name="connsiteY1" fmla="*/ 280035 h 280035"/>
                <a:gd name="connsiteX2" fmla="*/ 0 w 224790"/>
                <a:gd name="connsiteY2" fmla="*/ 140970 h 280035"/>
                <a:gd name="connsiteX3" fmla="*/ 128588 w 224790"/>
                <a:gd name="connsiteY3" fmla="*/ 0 h 280035"/>
                <a:gd name="connsiteX4" fmla="*/ 224790 w 224790"/>
                <a:gd name="connsiteY4" fmla="*/ 45720 h 280035"/>
                <a:gd name="connsiteX5" fmla="*/ 181928 w 224790"/>
                <a:gd name="connsiteY5" fmla="*/ 86678 h 280035"/>
                <a:gd name="connsiteX6" fmla="*/ 128588 w 224790"/>
                <a:gd name="connsiteY6" fmla="*/ 57150 h 280035"/>
                <a:gd name="connsiteX7" fmla="*/ 62865 w 224790"/>
                <a:gd name="connsiteY7" fmla="*/ 140017 h 280035"/>
                <a:gd name="connsiteX8" fmla="*/ 128588 w 224790"/>
                <a:gd name="connsiteY8" fmla="*/ 222885 h 280035"/>
                <a:gd name="connsiteX9" fmla="*/ 183832 w 224790"/>
                <a:gd name="connsiteY9" fmla="*/ 193358 h 280035"/>
                <a:gd name="connsiteX10" fmla="*/ 222885 w 224790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5" name="Freihandform: Form 204">
              <a:extLst>
                <a:ext uri="{FF2B5EF4-FFF2-40B4-BE49-F238E27FC236}">
                  <a16:creationId xmlns:a16="http://schemas.microsoft.com/office/drawing/2014/main" id="{04D48BDA-2032-4C6E-B507-3F893B02206E}"/>
                </a:ext>
              </a:extLst>
            </p:cNvPr>
            <p:cNvSpPr/>
            <p:nvPr/>
          </p:nvSpPr>
          <p:spPr>
            <a:xfrm>
              <a:off x="7277099" y="3101339"/>
              <a:ext cx="229552" cy="389572"/>
            </a:xfrm>
            <a:custGeom>
              <a:avLst/>
              <a:gdLst>
                <a:gd name="connsiteX0" fmla="*/ 229552 w 229552"/>
                <a:gd name="connsiteY0" fmla="*/ 388620 h 389572"/>
                <a:gd name="connsiteX1" fmla="*/ 166688 w 229552"/>
                <a:gd name="connsiteY1" fmla="*/ 388620 h 389572"/>
                <a:gd name="connsiteX2" fmla="*/ 166688 w 229552"/>
                <a:gd name="connsiteY2" fmla="*/ 236220 h 389572"/>
                <a:gd name="connsiteX3" fmla="*/ 117157 w 229552"/>
                <a:gd name="connsiteY3" fmla="*/ 171450 h 389572"/>
                <a:gd name="connsiteX4" fmla="*/ 61913 w 229552"/>
                <a:gd name="connsiteY4" fmla="*/ 236220 h 389572"/>
                <a:gd name="connsiteX5" fmla="*/ 61913 w 229552"/>
                <a:gd name="connsiteY5" fmla="*/ 389573 h 389572"/>
                <a:gd name="connsiteX6" fmla="*/ 0 w 229552"/>
                <a:gd name="connsiteY6" fmla="*/ 389573 h 389572"/>
                <a:gd name="connsiteX7" fmla="*/ 0 w 229552"/>
                <a:gd name="connsiteY7" fmla="*/ 15240 h 389572"/>
                <a:gd name="connsiteX8" fmla="*/ 61913 w 229552"/>
                <a:gd name="connsiteY8" fmla="*/ 0 h 389572"/>
                <a:gd name="connsiteX9" fmla="*/ 61913 w 229552"/>
                <a:gd name="connsiteY9" fmla="*/ 155258 h 389572"/>
                <a:gd name="connsiteX10" fmla="*/ 62865 w 229552"/>
                <a:gd name="connsiteY10" fmla="*/ 155258 h 389572"/>
                <a:gd name="connsiteX11" fmla="*/ 140970 w 229552"/>
                <a:gd name="connsiteY11" fmla="*/ 116205 h 389572"/>
                <a:gd name="connsiteX12" fmla="*/ 228600 w 229552"/>
                <a:gd name="connsiteY12" fmla="*/ 223838 h 389572"/>
                <a:gd name="connsiteX13" fmla="*/ 228600 w 229552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52" h="389572">
                  <a:moveTo>
                    <a:pt x="229552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7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7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6" name="Freihandform: Form 205">
              <a:extLst>
                <a:ext uri="{FF2B5EF4-FFF2-40B4-BE49-F238E27FC236}">
                  <a16:creationId xmlns:a16="http://schemas.microsoft.com/office/drawing/2014/main" id="{F0C9D7CF-6834-48B2-8EDC-25AF0FF9957E}"/>
                </a:ext>
              </a:extLst>
            </p:cNvPr>
            <p:cNvSpPr/>
            <p:nvPr/>
          </p:nvSpPr>
          <p:spPr>
            <a:xfrm>
              <a:off x="7571422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7" name="Freihandform: Form 206">
              <a:extLst>
                <a:ext uri="{FF2B5EF4-FFF2-40B4-BE49-F238E27FC236}">
                  <a16:creationId xmlns:a16="http://schemas.microsoft.com/office/drawing/2014/main" id="{7FAD7038-7556-4322-B088-027FF5EA7129}"/>
                </a:ext>
              </a:extLst>
            </p:cNvPr>
            <p:cNvSpPr/>
            <p:nvPr/>
          </p:nvSpPr>
          <p:spPr>
            <a:xfrm>
              <a:off x="8041956" y="3122294"/>
              <a:ext cx="231457" cy="368617"/>
            </a:xfrm>
            <a:custGeom>
              <a:avLst/>
              <a:gdLst>
                <a:gd name="connsiteX0" fmla="*/ 231457 w 231457"/>
                <a:gd name="connsiteY0" fmla="*/ 60007 h 368617"/>
                <a:gd name="connsiteX1" fmla="*/ 65723 w 231457"/>
                <a:gd name="connsiteY1" fmla="*/ 60007 h 368617"/>
                <a:gd name="connsiteX2" fmla="*/ 65723 w 231457"/>
                <a:gd name="connsiteY2" fmla="*/ 151447 h 368617"/>
                <a:gd name="connsiteX3" fmla="*/ 189548 w 231457"/>
                <a:gd name="connsiteY3" fmla="*/ 151447 h 368617"/>
                <a:gd name="connsiteX4" fmla="*/ 189548 w 231457"/>
                <a:gd name="connsiteY4" fmla="*/ 211455 h 368617"/>
                <a:gd name="connsiteX5" fmla="*/ 65723 w 231457"/>
                <a:gd name="connsiteY5" fmla="*/ 211455 h 368617"/>
                <a:gd name="connsiteX6" fmla="*/ 65723 w 231457"/>
                <a:gd name="connsiteY6" fmla="*/ 368617 h 368617"/>
                <a:gd name="connsiteX7" fmla="*/ 0 w 231457"/>
                <a:gd name="connsiteY7" fmla="*/ 368617 h 368617"/>
                <a:gd name="connsiteX8" fmla="*/ 0 w 231457"/>
                <a:gd name="connsiteY8" fmla="*/ 0 h 368617"/>
                <a:gd name="connsiteX9" fmla="*/ 231457 w 231457"/>
                <a:gd name="connsiteY9" fmla="*/ 0 h 368617"/>
                <a:gd name="connsiteX10" fmla="*/ 231457 w 231457"/>
                <a:gd name="connsiteY10" fmla="*/ 60007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1457" h="368617">
                  <a:moveTo>
                    <a:pt x="231457" y="60007"/>
                  </a:moveTo>
                  <a:lnTo>
                    <a:pt x="65723" y="60007"/>
                  </a:lnTo>
                  <a:lnTo>
                    <a:pt x="65723" y="151447"/>
                  </a:lnTo>
                  <a:lnTo>
                    <a:pt x="189548" y="151447"/>
                  </a:lnTo>
                  <a:lnTo>
                    <a:pt x="189548" y="211455"/>
                  </a:lnTo>
                  <a:lnTo>
                    <a:pt x="65723" y="211455"/>
                  </a:lnTo>
                  <a:lnTo>
                    <a:pt x="65723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8" name="Freihandform: Form 207">
              <a:extLst>
                <a:ext uri="{FF2B5EF4-FFF2-40B4-BE49-F238E27FC236}">
                  <a16:creationId xmlns:a16="http://schemas.microsoft.com/office/drawing/2014/main" id="{FD69EC3A-6073-41F6-BB94-809D254546F0}"/>
                </a:ext>
              </a:extLst>
            </p:cNvPr>
            <p:cNvSpPr/>
            <p:nvPr/>
          </p:nvSpPr>
          <p:spPr>
            <a:xfrm>
              <a:off x="8285780" y="3217544"/>
              <a:ext cx="225758" cy="279082"/>
            </a:xfrm>
            <a:custGeom>
              <a:avLst/>
              <a:gdLst>
                <a:gd name="connsiteX0" fmla="*/ 114317 w 225758"/>
                <a:gd name="connsiteY0" fmla="*/ 107633 h 279082"/>
                <a:gd name="connsiteX1" fmla="*/ 164799 w 225758"/>
                <a:gd name="connsiteY1" fmla="*/ 113347 h 279082"/>
                <a:gd name="connsiteX2" fmla="*/ 164799 w 225758"/>
                <a:gd name="connsiteY2" fmla="*/ 103822 h 279082"/>
                <a:gd name="connsiteX3" fmla="*/ 105744 w 225758"/>
                <a:gd name="connsiteY3" fmla="*/ 52388 h 279082"/>
                <a:gd name="connsiteX4" fmla="*/ 38117 w 225758"/>
                <a:gd name="connsiteY4" fmla="*/ 67627 h 279082"/>
                <a:gd name="connsiteX5" fmla="*/ 24781 w 225758"/>
                <a:gd name="connsiteY5" fmla="*/ 15240 h 279082"/>
                <a:gd name="connsiteX6" fmla="*/ 112412 w 225758"/>
                <a:gd name="connsiteY6" fmla="*/ 0 h 279082"/>
                <a:gd name="connsiteX7" fmla="*/ 225759 w 225758"/>
                <a:gd name="connsiteY7" fmla="*/ 102870 h 279082"/>
                <a:gd name="connsiteX8" fmla="*/ 225759 w 225758"/>
                <a:gd name="connsiteY8" fmla="*/ 273367 h 279082"/>
                <a:gd name="connsiteX9" fmla="*/ 166704 w 225758"/>
                <a:gd name="connsiteY9" fmla="*/ 273367 h 279082"/>
                <a:gd name="connsiteX10" fmla="*/ 166704 w 225758"/>
                <a:gd name="connsiteY10" fmla="*/ 244792 h 279082"/>
                <a:gd name="connsiteX11" fmla="*/ 165751 w 225758"/>
                <a:gd name="connsiteY11" fmla="*/ 244792 h 279082"/>
                <a:gd name="connsiteX12" fmla="*/ 87646 w 225758"/>
                <a:gd name="connsiteY12" fmla="*/ 279083 h 279082"/>
                <a:gd name="connsiteX13" fmla="*/ 17 w 225758"/>
                <a:gd name="connsiteY13" fmla="*/ 194310 h 279082"/>
                <a:gd name="connsiteX14" fmla="*/ 114317 w 225758"/>
                <a:gd name="connsiteY14" fmla="*/ 107633 h 279082"/>
                <a:gd name="connsiteX15" fmla="*/ 103839 w 225758"/>
                <a:gd name="connsiteY15" fmla="*/ 232410 h 279082"/>
                <a:gd name="connsiteX16" fmla="*/ 164799 w 225758"/>
                <a:gd name="connsiteY16" fmla="*/ 200025 h 279082"/>
                <a:gd name="connsiteX17" fmla="*/ 164799 w 225758"/>
                <a:gd name="connsiteY17" fmla="*/ 153352 h 279082"/>
                <a:gd name="connsiteX18" fmla="*/ 120984 w 225758"/>
                <a:gd name="connsiteY18" fmla="*/ 148590 h 279082"/>
                <a:gd name="connsiteX19" fmla="*/ 59071 w 225758"/>
                <a:gd name="connsiteY19" fmla="*/ 192405 h 279082"/>
                <a:gd name="connsiteX20" fmla="*/ 103839 w 225758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58" h="279082">
                  <a:moveTo>
                    <a:pt x="114317" y="107633"/>
                  </a:moveTo>
                  <a:cubicBezTo>
                    <a:pt x="131462" y="107633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6" y="52388"/>
                    <a:pt x="105744" y="52388"/>
                  </a:cubicBezTo>
                  <a:cubicBezTo>
                    <a:pt x="83837" y="52388"/>
                    <a:pt x="60024" y="57150"/>
                    <a:pt x="38117" y="67627"/>
                  </a:cubicBezTo>
                  <a:lnTo>
                    <a:pt x="24781" y="15240"/>
                  </a:lnTo>
                  <a:cubicBezTo>
                    <a:pt x="49546" y="5715"/>
                    <a:pt x="81931" y="0"/>
                    <a:pt x="112412" y="0"/>
                  </a:cubicBezTo>
                  <a:cubicBezTo>
                    <a:pt x="187659" y="0"/>
                    <a:pt x="225759" y="35242"/>
                    <a:pt x="225759" y="102870"/>
                  </a:cubicBezTo>
                  <a:lnTo>
                    <a:pt x="225759" y="273367"/>
                  </a:lnTo>
                  <a:lnTo>
                    <a:pt x="166704" y="273367"/>
                  </a:lnTo>
                  <a:lnTo>
                    <a:pt x="166704" y="244792"/>
                  </a:lnTo>
                  <a:lnTo>
                    <a:pt x="165751" y="244792"/>
                  </a:lnTo>
                  <a:cubicBezTo>
                    <a:pt x="142892" y="268605"/>
                    <a:pt x="119079" y="279083"/>
                    <a:pt x="87646" y="279083"/>
                  </a:cubicBezTo>
                  <a:cubicBezTo>
                    <a:pt x="34306" y="279083"/>
                    <a:pt x="17" y="245745"/>
                    <a:pt x="17" y="194310"/>
                  </a:cubicBezTo>
                  <a:cubicBezTo>
                    <a:pt x="-936" y="138113"/>
                    <a:pt x="39069" y="107633"/>
                    <a:pt x="114317" y="107633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3352"/>
                  </a:lnTo>
                  <a:cubicBezTo>
                    <a:pt x="150512" y="149542"/>
                    <a:pt x="135271" y="148590"/>
                    <a:pt x="120984" y="148590"/>
                  </a:cubicBezTo>
                  <a:cubicBezTo>
                    <a:pt x="81931" y="148590"/>
                    <a:pt x="59071" y="164783"/>
                    <a:pt x="59071" y="192405"/>
                  </a:cubicBezTo>
                  <a:cubicBezTo>
                    <a:pt x="59071" y="217170"/>
                    <a:pt x="76217" y="232410"/>
                    <a:pt x="103839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9" name="Freihandform: Form 208">
              <a:extLst>
                <a:ext uri="{FF2B5EF4-FFF2-40B4-BE49-F238E27FC236}">
                  <a16:creationId xmlns:a16="http://schemas.microsoft.com/office/drawing/2014/main" id="{722DEE24-7892-4493-8701-609CCE42CEA0}"/>
                </a:ext>
              </a:extLst>
            </p:cNvPr>
            <p:cNvSpPr/>
            <p:nvPr/>
          </p:nvSpPr>
          <p:spPr>
            <a:xfrm>
              <a:off x="8590597" y="3101339"/>
              <a:ext cx="234314" cy="389572"/>
            </a:xfrm>
            <a:custGeom>
              <a:avLst/>
              <a:gdLst>
                <a:gd name="connsiteX0" fmla="*/ 0 w 234314"/>
                <a:gd name="connsiteY0" fmla="*/ 15240 h 389572"/>
                <a:gd name="connsiteX1" fmla="*/ 61913 w 234314"/>
                <a:gd name="connsiteY1" fmla="*/ 0 h 389572"/>
                <a:gd name="connsiteX2" fmla="*/ 61913 w 234314"/>
                <a:gd name="connsiteY2" fmla="*/ 234315 h 389572"/>
                <a:gd name="connsiteX3" fmla="*/ 62865 w 234314"/>
                <a:gd name="connsiteY3" fmla="*/ 234315 h 389572"/>
                <a:gd name="connsiteX4" fmla="*/ 150495 w 234314"/>
                <a:gd name="connsiteY4" fmla="*/ 122873 h 389572"/>
                <a:gd name="connsiteX5" fmla="*/ 224790 w 234314"/>
                <a:gd name="connsiteY5" fmla="*/ 122873 h 389572"/>
                <a:gd name="connsiteX6" fmla="*/ 137160 w 234314"/>
                <a:gd name="connsiteY6" fmla="*/ 227648 h 389572"/>
                <a:gd name="connsiteX7" fmla="*/ 234315 w 234314"/>
                <a:gd name="connsiteY7" fmla="*/ 389573 h 389572"/>
                <a:gd name="connsiteX8" fmla="*/ 160020 w 234314"/>
                <a:gd name="connsiteY8" fmla="*/ 389573 h 389572"/>
                <a:gd name="connsiteX9" fmla="*/ 93345 w 234314"/>
                <a:gd name="connsiteY9" fmla="*/ 274320 h 389572"/>
                <a:gd name="connsiteX10" fmla="*/ 62865 w 234314"/>
                <a:gd name="connsiteY10" fmla="*/ 308610 h 389572"/>
                <a:gd name="connsiteX11" fmla="*/ 62865 w 234314"/>
                <a:gd name="connsiteY11" fmla="*/ 389573 h 389572"/>
                <a:gd name="connsiteX12" fmla="*/ 952 w 234314"/>
                <a:gd name="connsiteY12" fmla="*/ 389573 h 389572"/>
                <a:gd name="connsiteX13" fmla="*/ 952 w 234314"/>
                <a:gd name="connsiteY13" fmla="*/ 1524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4314" h="389572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0" name="Freihandform: Form 209">
              <a:extLst>
                <a:ext uri="{FF2B5EF4-FFF2-40B4-BE49-F238E27FC236}">
                  <a16:creationId xmlns:a16="http://schemas.microsoft.com/office/drawing/2014/main" id="{3D93E693-26D8-4770-BECA-F0D3FF0C4A87}"/>
                </a:ext>
              </a:extLst>
            </p:cNvPr>
            <p:cNvSpPr/>
            <p:nvPr/>
          </p:nvSpPr>
          <p:spPr>
            <a:xfrm>
              <a:off x="8870631" y="3224212"/>
              <a:ext cx="229552" cy="273367"/>
            </a:xfrm>
            <a:custGeom>
              <a:avLst/>
              <a:gdLst>
                <a:gd name="connsiteX0" fmla="*/ 62865 w 229552"/>
                <a:gd name="connsiteY0" fmla="*/ 160020 h 273367"/>
                <a:gd name="connsiteX1" fmla="*/ 116205 w 229552"/>
                <a:gd name="connsiteY1" fmla="*/ 216217 h 273367"/>
                <a:gd name="connsiteX2" fmla="*/ 167640 w 229552"/>
                <a:gd name="connsiteY2" fmla="*/ 160020 h 273367"/>
                <a:gd name="connsiteX3" fmla="*/ 167640 w 229552"/>
                <a:gd name="connsiteY3" fmla="*/ 0 h 273367"/>
                <a:gd name="connsiteX4" fmla="*/ 229553 w 229552"/>
                <a:gd name="connsiteY4" fmla="*/ 0 h 273367"/>
                <a:gd name="connsiteX5" fmla="*/ 229553 w 229552"/>
                <a:gd name="connsiteY5" fmla="*/ 161925 h 273367"/>
                <a:gd name="connsiteX6" fmla="*/ 117157 w 229552"/>
                <a:gd name="connsiteY6" fmla="*/ 273367 h 273367"/>
                <a:gd name="connsiteX7" fmla="*/ 0 w 229552"/>
                <a:gd name="connsiteY7" fmla="*/ 162878 h 273367"/>
                <a:gd name="connsiteX8" fmla="*/ 0 w 229552"/>
                <a:gd name="connsiteY8" fmla="*/ 952 h 273367"/>
                <a:gd name="connsiteX9" fmla="*/ 61913 w 229552"/>
                <a:gd name="connsiteY9" fmla="*/ 952 h 273367"/>
                <a:gd name="connsiteX10" fmla="*/ 61913 w 229552"/>
                <a:gd name="connsiteY10" fmla="*/ 160020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9552" h="273367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8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1" name="Freihandform: Form 210">
              <a:extLst>
                <a:ext uri="{FF2B5EF4-FFF2-40B4-BE49-F238E27FC236}">
                  <a16:creationId xmlns:a16="http://schemas.microsoft.com/office/drawing/2014/main" id="{A2C34963-C2BA-4B9E-837E-0092D92ABBE4}"/>
                </a:ext>
              </a:extLst>
            </p:cNvPr>
            <p:cNvSpPr/>
            <p:nvPr/>
          </p:nvSpPr>
          <p:spPr>
            <a:xfrm>
              <a:off x="9180194" y="3100387"/>
              <a:ext cx="61912" cy="389572"/>
            </a:xfrm>
            <a:custGeom>
              <a:avLst/>
              <a:gdLst>
                <a:gd name="connsiteX0" fmla="*/ 61913 w 61912"/>
                <a:gd name="connsiteY0" fmla="*/ 389572 h 389572"/>
                <a:gd name="connsiteX1" fmla="*/ 0 w 61912"/>
                <a:gd name="connsiteY1" fmla="*/ 389572 h 389572"/>
                <a:gd name="connsiteX2" fmla="*/ 0 w 61912"/>
                <a:gd name="connsiteY2" fmla="*/ 14288 h 389572"/>
                <a:gd name="connsiteX3" fmla="*/ 61913 w 61912"/>
                <a:gd name="connsiteY3" fmla="*/ 0 h 389572"/>
                <a:gd name="connsiteX4" fmla="*/ 61913 w 61912"/>
                <a:gd name="connsiteY4" fmla="*/ 389572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957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2" name="Freihandform: Form 211">
              <a:extLst>
                <a:ext uri="{FF2B5EF4-FFF2-40B4-BE49-F238E27FC236}">
                  <a16:creationId xmlns:a16="http://schemas.microsoft.com/office/drawing/2014/main" id="{7750F881-A269-49B0-81B9-8BEB26E0D0A4}"/>
                </a:ext>
              </a:extLst>
            </p:cNvPr>
            <p:cNvSpPr/>
            <p:nvPr/>
          </p:nvSpPr>
          <p:spPr>
            <a:xfrm>
              <a:off x="9297351" y="3138487"/>
              <a:ext cx="165735" cy="358140"/>
            </a:xfrm>
            <a:custGeom>
              <a:avLst/>
              <a:gdLst>
                <a:gd name="connsiteX0" fmla="*/ 165735 w 165735"/>
                <a:gd name="connsiteY0" fmla="*/ 295275 h 358140"/>
                <a:gd name="connsiteX1" fmla="*/ 165735 w 165735"/>
                <a:gd name="connsiteY1" fmla="*/ 348615 h 358140"/>
                <a:gd name="connsiteX2" fmla="*/ 113348 w 165735"/>
                <a:gd name="connsiteY2" fmla="*/ 358140 h 358140"/>
                <a:gd name="connsiteX3" fmla="*/ 40958 w 165735"/>
                <a:gd name="connsiteY3" fmla="*/ 282892 h 358140"/>
                <a:gd name="connsiteX4" fmla="*/ 40958 w 165735"/>
                <a:gd name="connsiteY4" fmla="*/ 137160 h 358140"/>
                <a:gd name="connsiteX5" fmla="*/ 0 w 165735"/>
                <a:gd name="connsiteY5" fmla="*/ 137160 h 358140"/>
                <a:gd name="connsiteX6" fmla="*/ 0 w 165735"/>
                <a:gd name="connsiteY6" fmla="*/ 85725 h 358140"/>
                <a:gd name="connsiteX7" fmla="*/ 40005 w 165735"/>
                <a:gd name="connsiteY7" fmla="*/ 85725 h 358140"/>
                <a:gd name="connsiteX8" fmla="*/ 40005 w 165735"/>
                <a:gd name="connsiteY8" fmla="*/ 13335 h 358140"/>
                <a:gd name="connsiteX9" fmla="*/ 101918 w 165735"/>
                <a:gd name="connsiteY9" fmla="*/ 0 h 358140"/>
                <a:gd name="connsiteX10" fmla="*/ 101918 w 165735"/>
                <a:gd name="connsiteY10" fmla="*/ 86677 h 358140"/>
                <a:gd name="connsiteX11" fmla="*/ 165735 w 165735"/>
                <a:gd name="connsiteY11" fmla="*/ 86677 h 358140"/>
                <a:gd name="connsiteX12" fmla="*/ 165735 w 165735"/>
                <a:gd name="connsiteY12" fmla="*/ 138113 h 358140"/>
                <a:gd name="connsiteX13" fmla="*/ 101918 w 165735"/>
                <a:gd name="connsiteY13" fmla="*/ 138113 h 358140"/>
                <a:gd name="connsiteX14" fmla="*/ 101918 w 165735"/>
                <a:gd name="connsiteY14" fmla="*/ 269558 h 358140"/>
                <a:gd name="connsiteX15" fmla="*/ 130493 w 165735"/>
                <a:gd name="connsiteY15" fmla="*/ 304800 h 358140"/>
                <a:gd name="connsiteX16" fmla="*/ 165735 w 165735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3" y="303847"/>
                    <a:pt x="155258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3" name="Freihandform: Form 212">
              <a:extLst>
                <a:ext uri="{FF2B5EF4-FFF2-40B4-BE49-F238E27FC236}">
                  <a16:creationId xmlns:a16="http://schemas.microsoft.com/office/drawing/2014/main" id="{79C228C4-1ACD-43EA-AFEB-3E65945F1EA5}"/>
                </a:ext>
              </a:extLst>
            </p:cNvPr>
            <p:cNvSpPr/>
            <p:nvPr/>
          </p:nvSpPr>
          <p:spPr>
            <a:xfrm>
              <a:off x="9511664" y="3109912"/>
              <a:ext cx="225742" cy="386715"/>
            </a:xfrm>
            <a:custGeom>
              <a:avLst/>
              <a:gdLst>
                <a:gd name="connsiteX0" fmla="*/ 114300 w 225742"/>
                <a:gd name="connsiteY0" fmla="*/ 215265 h 386715"/>
                <a:gd name="connsiteX1" fmla="*/ 164783 w 225742"/>
                <a:gd name="connsiteY1" fmla="*/ 220980 h 386715"/>
                <a:gd name="connsiteX2" fmla="*/ 164783 w 225742"/>
                <a:gd name="connsiteY2" fmla="*/ 211455 h 386715"/>
                <a:gd name="connsiteX3" fmla="*/ 105728 w 225742"/>
                <a:gd name="connsiteY3" fmla="*/ 160020 h 386715"/>
                <a:gd name="connsiteX4" fmla="*/ 38100 w 225742"/>
                <a:gd name="connsiteY4" fmla="*/ 175260 h 386715"/>
                <a:gd name="connsiteX5" fmla="*/ 24765 w 225742"/>
                <a:gd name="connsiteY5" fmla="*/ 122873 h 386715"/>
                <a:gd name="connsiteX6" fmla="*/ 112395 w 225742"/>
                <a:gd name="connsiteY6" fmla="*/ 107633 h 386715"/>
                <a:gd name="connsiteX7" fmla="*/ 225743 w 225742"/>
                <a:gd name="connsiteY7" fmla="*/ 210503 h 386715"/>
                <a:gd name="connsiteX8" fmla="*/ 225743 w 225742"/>
                <a:gd name="connsiteY8" fmla="*/ 381000 h 386715"/>
                <a:gd name="connsiteX9" fmla="*/ 166688 w 225742"/>
                <a:gd name="connsiteY9" fmla="*/ 381000 h 386715"/>
                <a:gd name="connsiteX10" fmla="*/ 166688 w 225742"/>
                <a:gd name="connsiteY10" fmla="*/ 352425 h 386715"/>
                <a:gd name="connsiteX11" fmla="*/ 165735 w 225742"/>
                <a:gd name="connsiteY11" fmla="*/ 352425 h 386715"/>
                <a:gd name="connsiteX12" fmla="*/ 87630 w 225742"/>
                <a:gd name="connsiteY12" fmla="*/ 386715 h 386715"/>
                <a:gd name="connsiteX13" fmla="*/ 0 w 225742"/>
                <a:gd name="connsiteY13" fmla="*/ 301942 h 386715"/>
                <a:gd name="connsiteX14" fmla="*/ 114300 w 225742"/>
                <a:gd name="connsiteY14" fmla="*/ 215265 h 386715"/>
                <a:gd name="connsiteX15" fmla="*/ 63818 w 225742"/>
                <a:gd name="connsiteY15" fmla="*/ 72390 h 386715"/>
                <a:gd name="connsiteX16" fmla="*/ 26670 w 225742"/>
                <a:gd name="connsiteY16" fmla="*/ 36195 h 386715"/>
                <a:gd name="connsiteX17" fmla="*/ 63818 w 225742"/>
                <a:gd name="connsiteY17" fmla="*/ 0 h 386715"/>
                <a:gd name="connsiteX18" fmla="*/ 100965 w 225742"/>
                <a:gd name="connsiteY18" fmla="*/ 36195 h 386715"/>
                <a:gd name="connsiteX19" fmla="*/ 63818 w 225742"/>
                <a:gd name="connsiteY19" fmla="*/ 72390 h 386715"/>
                <a:gd name="connsiteX20" fmla="*/ 103823 w 225742"/>
                <a:gd name="connsiteY20" fmla="*/ 340042 h 386715"/>
                <a:gd name="connsiteX21" fmla="*/ 164783 w 225742"/>
                <a:gd name="connsiteY21" fmla="*/ 307658 h 386715"/>
                <a:gd name="connsiteX22" fmla="*/ 164783 w 225742"/>
                <a:gd name="connsiteY22" fmla="*/ 260985 h 386715"/>
                <a:gd name="connsiteX23" fmla="*/ 120968 w 225742"/>
                <a:gd name="connsiteY23" fmla="*/ 256222 h 386715"/>
                <a:gd name="connsiteX24" fmla="*/ 59055 w 225742"/>
                <a:gd name="connsiteY24" fmla="*/ 300038 h 386715"/>
                <a:gd name="connsiteX25" fmla="*/ 103823 w 225742"/>
                <a:gd name="connsiteY25" fmla="*/ 340042 h 386715"/>
                <a:gd name="connsiteX26" fmla="*/ 172403 w 225742"/>
                <a:gd name="connsiteY26" fmla="*/ 72390 h 386715"/>
                <a:gd name="connsiteX27" fmla="*/ 135255 w 225742"/>
                <a:gd name="connsiteY27" fmla="*/ 36195 h 386715"/>
                <a:gd name="connsiteX28" fmla="*/ 172403 w 225742"/>
                <a:gd name="connsiteY28" fmla="*/ 0 h 386715"/>
                <a:gd name="connsiteX29" fmla="*/ 209550 w 225742"/>
                <a:gd name="connsiteY29" fmla="*/ 36195 h 386715"/>
                <a:gd name="connsiteX30" fmla="*/ 172403 w 225742"/>
                <a:gd name="connsiteY30" fmla="*/ 72390 h 386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5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3" y="107633"/>
                    <a:pt x="225743" y="142875"/>
                    <a:pt x="225743" y="210503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8" y="256222"/>
                  </a:cubicBezTo>
                  <a:cubicBezTo>
                    <a:pt x="81915" y="256222"/>
                    <a:pt x="59055" y="272415"/>
                    <a:pt x="59055" y="300038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4" name="Freihandform: Form 213">
              <a:extLst>
                <a:ext uri="{FF2B5EF4-FFF2-40B4-BE49-F238E27FC236}">
                  <a16:creationId xmlns:a16="http://schemas.microsoft.com/office/drawing/2014/main" id="{82E970C3-AE5B-41B5-ABD0-8EA1D1EA3FEE}"/>
                </a:ext>
              </a:extLst>
            </p:cNvPr>
            <p:cNvSpPr/>
            <p:nvPr/>
          </p:nvSpPr>
          <p:spPr>
            <a:xfrm>
              <a:off x="9785984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7 w 165734"/>
                <a:gd name="connsiteY9" fmla="*/ 0 h 358140"/>
                <a:gd name="connsiteX10" fmla="*/ 101917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7 w 165734"/>
                <a:gd name="connsiteY13" fmla="*/ 138113 h 358140"/>
                <a:gd name="connsiteX14" fmla="*/ 101917 w 165734"/>
                <a:gd name="connsiteY14" fmla="*/ 269558 h 358140"/>
                <a:gd name="connsiteX15" fmla="*/ 130492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2"/>
                    <a:pt x="110490" y="304800"/>
                    <a:pt x="130492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3425794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450684-F7F2-47EE-B3E7-EE006132D9D6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BF8056C4-F1A1-4860-B863-70A38CCE20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8060" y="235471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A4B92765-C038-4DB7-B6CF-33827BB8741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8318" y="235471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02 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B48DD939-0764-4598-B8A8-5EF7FD589A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8060" y="452537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0169AC75-2D8F-414A-A2F5-470DEC8B533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18" y="452537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05 </a:t>
            </a:r>
          </a:p>
        </p:txBody>
      </p:sp>
      <p:sp>
        <p:nvSpPr>
          <p:cNvPr id="17" name="Textplatzhalter 6">
            <a:extLst>
              <a:ext uri="{FF2B5EF4-FFF2-40B4-BE49-F238E27FC236}">
                <a16:creationId xmlns:a16="http://schemas.microsoft.com/office/drawing/2014/main" id="{78F9E3F2-C660-4ABB-83AF-3F5B3E2F77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8060" y="307826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CAB2683D-D5E7-45B9-9133-F4CFD483FA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8318" y="307826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03 </a:t>
            </a:r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952E3AD3-9675-4713-A437-FEFA1B54002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48060" y="380182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1" name="Textplatzhalter 6">
            <a:extLst>
              <a:ext uri="{FF2B5EF4-FFF2-40B4-BE49-F238E27FC236}">
                <a16:creationId xmlns:a16="http://schemas.microsoft.com/office/drawing/2014/main" id="{1852432A-5FDF-42C2-BC07-F1752012B84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8318" y="380182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04 </a:t>
            </a:r>
          </a:p>
        </p:txBody>
      </p:sp>
      <p:sp>
        <p:nvSpPr>
          <p:cNvPr id="24" name="Textplatzhalter 6">
            <a:extLst>
              <a:ext uri="{FF2B5EF4-FFF2-40B4-BE49-F238E27FC236}">
                <a16:creationId xmlns:a16="http://schemas.microsoft.com/office/drawing/2014/main" id="{B2468A8B-4816-458C-AEB6-53AB9CF88AF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8060" y="5248930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5" name="Textplatzhalter 6">
            <a:extLst>
              <a:ext uri="{FF2B5EF4-FFF2-40B4-BE49-F238E27FC236}">
                <a16:creationId xmlns:a16="http://schemas.microsoft.com/office/drawing/2014/main" id="{F92C0AC2-BCD1-47F5-99DB-35823E79AB9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8318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06 </a:t>
            </a:r>
          </a:p>
        </p:txBody>
      </p:sp>
      <p:sp>
        <p:nvSpPr>
          <p:cNvPr id="26" name="Textplatzhalter 6">
            <a:extLst>
              <a:ext uri="{FF2B5EF4-FFF2-40B4-BE49-F238E27FC236}">
                <a16:creationId xmlns:a16="http://schemas.microsoft.com/office/drawing/2014/main" id="{6E5C8951-ED83-4B8D-A041-11DC6291DD8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636190" y="1632184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27" name="Textplatzhalter 6">
            <a:extLst>
              <a:ext uri="{FF2B5EF4-FFF2-40B4-BE49-F238E27FC236}">
                <a16:creationId xmlns:a16="http://schemas.microsoft.com/office/drawing/2014/main" id="{7D6B79FA-8C76-4CA9-AF55-F7541503ECB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06332" y="1632184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07 </a:t>
            </a:r>
          </a:p>
        </p:txBody>
      </p:sp>
      <p:sp>
        <p:nvSpPr>
          <p:cNvPr id="28" name="Textplatzhalter 6">
            <a:extLst>
              <a:ext uri="{FF2B5EF4-FFF2-40B4-BE49-F238E27FC236}">
                <a16:creationId xmlns:a16="http://schemas.microsoft.com/office/drawing/2014/main" id="{89249A36-CB58-4007-8E81-30FA75194BA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36190" y="2355533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29" name="Textplatzhalter 6">
            <a:extLst>
              <a:ext uri="{FF2B5EF4-FFF2-40B4-BE49-F238E27FC236}">
                <a16:creationId xmlns:a16="http://schemas.microsoft.com/office/drawing/2014/main" id="{953A9A61-99D0-44B5-89EB-1D1035F914B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06332" y="2355533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08 </a:t>
            </a:r>
          </a:p>
        </p:txBody>
      </p:sp>
      <p:sp>
        <p:nvSpPr>
          <p:cNvPr id="30" name="Textplatzhalter 6">
            <a:extLst>
              <a:ext uri="{FF2B5EF4-FFF2-40B4-BE49-F238E27FC236}">
                <a16:creationId xmlns:a16="http://schemas.microsoft.com/office/drawing/2014/main" id="{E80B7F99-D2A6-486E-BB92-8192AB563EF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636190" y="4525580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1" name="Textplatzhalter 6">
            <a:extLst>
              <a:ext uri="{FF2B5EF4-FFF2-40B4-BE49-F238E27FC236}">
                <a16:creationId xmlns:a16="http://schemas.microsoft.com/office/drawing/2014/main" id="{C08D70F6-D151-42E1-8F5E-DD5ADD0927D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206332" y="4525580"/>
            <a:ext cx="30784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11 </a:t>
            </a:r>
          </a:p>
        </p:txBody>
      </p:sp>
      <p:sp>
        <p:nvSpPr>
          <p:cNvPr id="32" name="Textplatzhalter 6">
            <a:extLst>
              <a:ext uri="{FF2B5EF4-FFF2-40B4-BE49-F238E27FC236}">
                <a16:creationId xmlns:a16="http://schemas.microsoft.com/office/drawing/2014/main" id="{34991AD2-EBFD-4358-9611-2BE7F693C7F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636190" y="3078882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3" name="Textplatzhalter 6">
            <a:extLst>
              <a:ext uri="{FF2B5EF4-FFF2-40B4-BE49-F238E27FC236}">
                <a16:creationId xmlns:a16="http://schemas.microsoft.com/office/drawing/2014/main" id="{E6132B6E-46AD-4F19-ACEF-FC5E2EBEEE7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06332" y="3078882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09 </a:t>
            </a:r>
          </a:p>
        </p:txBody>
      </p:sp>
      <p:sp>
        <p:nvSpPr>
          <p:cNvPr id="34" name="Textplatzhalter 6">
            <a:extLst>
              <a:ext uri="{FF2B5EF4-FFF2-40B4-BE49-F238E27FC236}">
                <a16:creationId xmlns:a16="http://schemas.microsoft.com/office/drawing/2014/main" id="{5B29B58B-9C14-4145-95A8-C62AC51F1A6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36190" y="3802231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5" name="Textplatzhalter 6">
            <a:extLst>
              <a:ext uri="{FF2B5EF4-FFF2-40B4-BE49-F238E27FC236}">
                <a16:creationId xmlns:a16="http://schemas.microsoft.com/office/drawing/2014/main" id="{5E6DB4F9-1F61-4B1E-8694-CF32F6ABEB8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6332" y="380223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10 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F139CCA6-FA40-4FAD-991E-8F0D932F40B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636190" y="5248930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7" name="Textplatzhalter 6">
            <a:extLst>
              <a:ext uri="{FF2B5EF4-FFF2-40B4-BE49-F238E27FC236}">
                <a16:creationId xmlns:a16="http://schemas.microsoft.com/office/drawing/2014/main" id="{4ABC58A4-2FF6-4DD6-B7CE-07D57A9854B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06332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12 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83D1D4D-3108-48AF-9002-E2787CA11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332399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8" name="Textplatzhalter 9">
            <a:extLst>
              <a:ext uri="{FF2B5EF4-FFF2-40B4-BE49-F238E27FC236}">
                <a16:creationId xmlns:a16="http://schemas.microsoft.com/office/drawing/2014/main" id="{37A4DE60-6537-42AA-B80E-663634EF66B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9" name="Textplatzhalter 6">
            <a:extLst>
              <a:ext uri="{FF2B5EF4-FFF2-40B4-BE49-F238E27FC236}">
                <a16:creationId xmlns:a16="http://schemas.microsoft.com/office/drawing/2014/main" id="{D6F3326C-A71E-4096-84A9-CBF2623C8C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8060" y="163115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40" name="Textplatzhalter 6">
            <a:extLst>
              <a:ext uri="{FF2B5EF4-FFF2-40B4-BE49-F238E27FC236}">
                <a16:creationId xmlns:a16="http://schemas.microsoft.com/office/drawing/2014/main" id="{E6C7796D-6ED1-4B91-AD58-8FB5EA6F6F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18" y="163115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01 </a:t>
            </a:r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86D31599-AF4C-4469-80F6-AA369A20BF0B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</p:spTree>
    <p:extLst>
      <p:ext uri="{BB962C8B-B14F-4D97-AF65-F5344CB8AC3E}">
        <p14:creationId xmlns:p14="http://schemas.microsoft.com/office/powerpoint/2010/main" val="330454164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|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D19A2-CB31-4C12-9277-9DEF6CB956FC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39" name="Bildplatzhalter 8">
            <a:extLst>
              <a:ext uri="{FF2B5EF4-FFF2-40B4-BE49-F238E27FC236}">
                <a16:creationId xmlns:a16="http://schemas.microsoft.com/office/drawing/2014/main" id="{C307E1A8-BB91-4A01-9481-49FD8B5663F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206329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40" name="Textplatzhalter 10">
            <a:extLst>
              <a:ext uri="{FF2B5EF4-FFF2-40B4-BE49-F238E27FC236}">
                <a16:creationId xmlns:a16="http://schemas.microsoft.com/office/drawing/2014/main" id="{7ADEC47A-086D-40D0-ACA4-69135933812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06329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Textplatzhalter 6">
            <a:extLst>
              <a:ext uri="{FF2B5EF4-FFF2-40B4-BE49-F238E27FC236}">
                <a16:creationId xmlns:a16="http://schemas.microsoft.com/office/drawing/2014/main" id="{814385D7-3CBE-40E3-B67F-C8C515F3C0E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8060" y="235471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6" name="Textplatzhalter 6">
            <a:extLst>
              <a:ext uri="{FF2B5EF4-FFF2-40B4-BE49-F238E27FC236}">
                <a16:creationId xmlns:a16="http://schemas.microsoft.com/office/drawing/2014/main" id="{BF0108A6-83E5-4EB1-9FFE-599D1B8CC3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8318" y="235471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02 </a:t>
            </a:r>
          </a:p>
        </p:txBody>
      </p:sp>
      <p:sp>
        <p:nvSpPr>
          <p:cNvPr id="27" name="Textplatzhalter 6">
            <a:extLst>
              <a:ext uri="{FF2B5EF4-FFF2-40B4-BE49-F238E27FC236}">
                <a16:creationId xmlns:a16="http://schemas.microsoft.com/office/drawing/2014/main" id="{267C2477-3228-475F-AFD7-A441A08AAE5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8060" y="452537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8" name="Textplatzhalter 6">
            <a:extLst>
              <a:ext uri="{FF2B5EF4-FFF2-40B4-BE49-F238E27FC236}">
                <a16:creationId xmlns:a16="http://schemas.microsoft.com/office/drawing/2014/main" id="{372EDABB-0CB3-495E-B38E-EBB187C3F00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18" y="452537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05 </a:t>
            </a:r>
          </a:p>
        </p:txBody>
      </p:sp>
      <p:sp>
        <p:nvSpPr>
          <p:cNvPr id="29" name="Textplatzhalter 6">
            <a:extLst>
              <a:ext uri="{FF2B5EF4-FFF2-40B4-BE49-F238E27FC236}">
                <a16:creationId xmlns:a16="http://schemas.microsoft.com/office/drawing/2014/main" id="{F8DE391A-D3CD-46A0-9DA6-BE18B632C97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8060" y="307826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0" name="Textplatzhalter 6">
            <a:extLst>
              <a:ext uri="{FF2B5EF4-FFF2-40B4-BE49-F238E27FC236}">
                <a16:creationId xmlns:a16="http://schemas.microsoft.com/office/drawing/2014/main" id="{6D22FFA5-3E37-4F35-A696-49186B6B111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8318" y="307826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03 </a:t>
            </a:r>
          </a:p>
        </p:txBody>
      </p:sp>
      <p:sp>
        <p:nvSpPr>
          <p:cNvPr id="31" name="Textplatzhalter 6">
            <a:extLst>
              <a:ext uri="{FF2B5EF4-FFF2-40B4-BE49-F238E27FC236}">
                <a16:creationId xmlns:a16="http://schemas.microsoft.com/office/drawing/2014/main" id="{BFD50D54-7BD1-4F76-8C9C-C2D77E59243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48060" y="380182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2" name="Textplatzhalter 6">
            <a:extLst>
              <a:ext uri="{FF2B5EF4-FFF2-40B4-BE49-F238E27FC236}">
                <a16:creationId xmlns:a16="http://schemas.microsoft.com/office/drawing/2014/main" id="{1CB17604-E112-4197-B54C-292891529DF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8318" y="380182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04 </a:t>
            </a:r>
          </a:p>
        </p:txBody>
      </p:sp>
      <p:sp>
        <p:nvSpPr>
          <p:cNvPr id="33" name="Textplatzhalter 6">
            <a:extLst>
              <a:ext uri="{FF2B5EF4-FFF2-40B4-BE49-F238E27FC236}">
                <a16:creationId xmlns:a16="http://schemas.microsoft.com/office/drawing/2014/main" id="{D30B4D90-1B5E-403E-AD31-C3200403209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8060" y="5248930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4" name="Textplatzhalter 6">
            <a:extLst>
              <a:ext uri="{FF2B5EF4-FFF2-40B4-BE49-F238E27FC236}">
                <a16:creationId xmlns:a16="http://schemas.microsoft.com/office/drawing/2014/main" id="{72B1944A-640B-4200-A785-CFA163F7181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8318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06 </a:t>
            </a:r>
          </a:p>
        </p:txBody>
      </p:sp>
      <p:sp>
        <p:nvSpPr>
          <p:cNvPr id="35" name="Textplatzhalter 6">
            <a:extLst>
              <a:ext uri="{FF2B5EF4-FFF2-40B4-BE49-F238E27FC236}">
                <a16:creationId xmlns:a16="http://schemas.microsoft.com/office/drawing/2014/main" id="{5ECB7BBA-6A53-45DD-882E-1DF6A99780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8060" y="163115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FE56B6C1-047C-44D7-B1DD-8B723581E0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18" y="163115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01 </a:t>
            </a:r>
          </a:p>
        </p:txBody>
      </p:sp>
      <p:sp>
        <p:nvSpPr>
          <p:cNvPr id="21" name="Bildplatzhalter 6">
            <a:extLst>
              <a:ext uri="{FF2B5EF4-FFF2-40B4-BE49-F238E27FC236}">
                <a16:creationId xmlns:a16="http://schemas.microsoft.com/office/drawing/2014/main" id="{8F4DFED6-EBAA-4D0C-A5C6-CD2902883FB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65D3C98-AF8F-400F-858D-1D6CD4B95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24" name="Textplatzhalter 9">
            <a:extLst>
              <a:ext uri="{FF2B5EF4-FFF2-40B4-BE49-F238E27FC236}">
                <a16:creationId xmlns:a16="http://schemas.microsoft.com/office/drawing/2014/main" id="{36C1D058-784C-4D36-B8A1-0A562AEA816D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81001247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trenn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318" y="2875002"/>
            <a:ext cx="11157743" cy="1107996"/>
          </a:xfrm>
        </p:spPr>
        <p:txBody>
          <a:bodyPr anchor="ctr" anchorCtr="0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Kapiteltrenner</a:t>
            </a:r>
            <a:br>
              <a:rPr lang="de-DE" dirty="0"/>
            </a:br>
            <a:r>
              <a:rPr lang="de-DE" dirty="0"/>
              <a:t>Mehrzeilig möglich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C390BD4-93A7-4458-BF00-3B6A08C36512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87F00BE4-512D-4F35-B132-4E5C5CF1413D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F7987594-F169-42FB-8839-77BF8D405E37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Freihandform: Form 59">
            <a:extLst>
              <a:ext uri="{FF2B5EF4-FFF2-40B4-BE49-F238E27FC236}">
                <a16:creationId xmlns:a16="http://schemas.microsoft.com/office/drawing/2014/main" id="{40F781E3-735A-4333-AF8D-7842FE86295B}"/>
              </a:ext>
            </a:extLst>
          </p:cNvPr>
          <p:cNvSpPr/>
          <p:nvPr userDrawn="1"/>
        </p:nvSpPr>
        <p:spPr>
          <a:xfrm>
            <a:off x="10056938" y="300703"/>
            <a:ext cx="1619125" cy="618155"/>
          </a:xfrm>
          <a:custGeom>
            <a:avLst/>
            <a:gdLst>
              <a:gd name="connsiteX0" fmla="*/ 0 w 1456912"/>
              <a:gd name="connsiteY0" fmla="*/ 51854 h 556225"/>
              <a:gd name="connsiteX1" fmla="*/ 28188 w 1456912"/>
              <a:gd name="connsiteY1" fmla="*/ 23666 h 556225"/>
              <a:gd name="connsiteX2" fmla="*/ 28188 w 1456912"/>
              <a:gd name="connsiteY2" fmla="*/ 535557 h 556225"/>
              <a:gd name="connsiteX3" fmla="*/ 0 w 1456912"/>
              <a:gd name="connsiteY3" fmla="*/ 535557 h 556225"/>
              <a:gd name="connsiteX4" fmla="*/ 0 w 1456912"/>
              <a:gd name="connsiteY4" fmla="*/ 51854 h 556225"/>
              <a:gd name="connsiteX5" fmla="*/ 84564 w 1456912"/>
              <a:gd name="connsiteY5" fmla="*/ 28188 h 556225"/>
              <a:gd name="connsiteX6" fmla="*/ 422811 w 1456912"/>
              <a:gd name="connsiteY6" fmla="*/ 28188 h 556225"/>
              <a:gd name="connsiteX7" fmla="*/ 422811 w 1456912"/>
              <a:gd name="connsiteY7" fmla="*/ 0 h 556225"/>
              <a:gd name="connsiteX8" fmla="*/ 56376 w 1456912"/>
              <a:gd name="connsiteY8" fmla="*/ 0 h 556225"/>
              <a:gd name="connsiteX9" fmla="*/ 56376 w 1456912"/>
              <a:gd name="connsiteY9" fmla="*/ 338244 h 556225"/>
              <a:gd name="connsiteX10" fmla="*/ 367711 w 1456912"/>
              <a:gd name="connsiteY10" fmla="*/ 338244 h 556225"/>
              <a:gd name="connsiteX11" fmla="*/ 367711 w 1456912"/>
              <a:gd name="connsiteY11" fmla="*/ 310062 h 556225"/>
              <a:gd name="connsiteX12" fmla="*/ 84564 w 1456912"/>
              <a:gd name="connsiteY12" fmla="*/ 310062 h 556225"/>
              <a:gd name="connsiteX13" fmla="*/ 84564 w 1456912"/>
              <a:gd name="connsiteY13" fmla="*/ 28188 h 556225"/>
              <a:gd name="connsiteX14" fmla="*/ 410152 w 1456912"/>
              <a:gd name="connsiteY14" fmla="*/ 253686 h 556225"/>
              <a:gd name="connsiteX15" fmla="*/ 140937 w 1456912"/>
              <a:gd name="connsiteY15" fmla="*/ 253686 h 556225"/>
              <a:gd name="connsiteX16" fmla="*/ 140937 w 1456912"/>
              <a:gd name="connsiteY16" fmla="*/ 140940 h 556225"/>
              <a:gd name="connsiteX17" fmla="*/ 371171 w 1456912"/>
              <a:gd name="connsiteY17" fmla="*/ 140940 h 556225"/>
              <a:gd name="connsiteX18" fmla="*/ 399359 w 1456912"/>
              <a:gd name="connsiteY18" fmla="*/ 112752 h 556225"/>
              <a:gd name="connsiteX19" fmla="*/ 140937 w 1456912"/>
              <a:gd name="connsiteY19" fmla="*/ 112752 h 556225"/>
              <a:gd name="connsiteX20" fmla="*/ 140937 w 1456912"/>
              <a:gd name="connsiteY20" fmla="*/ 84564 h 556225"/>
              <a:gd name="connsiteX21" fmla="*/ 422811 w 1456912"/>
              <a:gd name="connsiteY21" fmla="*/ 84564 h 556225"/>
              <a:gd name="connsiteX22" fmla="*/ 422811 w 1456912"/>
              <a:gd name="connsiteY22" fmla="*/ 56376 h 556225"/>
              <a:gd name="connsiteX23" fmla="*/ 112749 w 1456912"/>
              <a:gd name="connsiteY23" fmla="*/ 56376 h 556225"/>
              <a:gd name="connsiteX24" fmla="*/ 112749 w 1456912"/>
              <a:gd name="connsiteY24" fmla="*/ 281874 h 556225"/>
              <a:gd name="connsiteX25" fmla="*/ 382334 w 1456912"/>
              <a:gd name="connsiteY25" fmla="*/ 281874 h 556225"/>
              <a:gd name="connsiteX26" fmla="*/ 410152 w 1456912"/>
              <a:gd name="connsiteY26" fmla="*/ 253686 h 556225"/>
              <a:gd name="connsiteX27" fmla="*/ 56376 w 1456912"/>
              <a:gd name="connsiteY27" fmla="*/ 535557 h 556225"/>
              <a:gd name="connsiteX28" fmla="*/ 84564 w 1456912"/>
              <a:gd name="connsiteY28" fmla="*/ 535557 h 556225"/>
              <a:gd name="connsiteX29" fmla="*/ 84564 w 1456912"/>
              <a:gd name="connsiteY29" fmla="*/ 394620 h 556225"/>
              <a:gd name="connsiteX30" fmla="*/ 112752 w 1456912"/>
              <a:gd name="connsiteY30" fmla="*/ 394620 h 556225"/>
              <a:gd name="connsiteX31" fmla="*/ 112752 w 1456912"/>
              <a:gd name="connsiteY31" fmla="*/ 511890 h 556225"/>
              <a:gd name="connsiteX32" fmla="*/ 140940 w 1456912"/>
              <a:gd name="connsiteY32" fmla="*/ 483705 h 556225"/>
              <a:gd name="connsiteX33" fmla="*/ 140940 w 1456912"/>
              <a:gd name="connsiteY33" fmla="*/ 394620 h 556225"/>
              <a:gd name="connsiteX34" fmla="*/ 367714 w 1456912"/>
              <a:gd name="connsiteY34" fmla="*/ 394620 h 556225"/>
              <a:gd name="connsiteX35" fmla="*/ 367714 w 1456912"/>
              <a:gd name="connsiteY35" fmla="*/ 366435 h 556225"/>
              <a:gd name="connsiteX36" fmla="*/ 56376 w 1456912"/>
              <a:gd name="connsiteY36" fmla="*/ 366435 h 556225"/>
              <a:gd name="connsiteX37" fmla="*/ 56376 w 1456912"/>
              <a:gd name="connsiteY37" fmla="*/ 535557 h 556225"/>
              <a:gd name="connsiteX38" fmla="*/ 1428724 w 1456912"/>
              <a:gd name="connsiteY38" fmla="*/ 0 h 556225"/>
              <a:gd name="connsiteX39" fmla="*/ 1428724 w 1456912"/>
              <a:gd name="connsiteY39" fmla="*/ 324156 h 556225"/>
              <a:gd name="connsiteX40" fmla="*/ 1316539 w 1456912"/>
              <a:gd name="connsiteY40" fmla="*/ 514089 h 556225"/>
              <a:gd name="connsiteX41" fmla="*/ 1315903 w 1456912"/>
              <a:gd name="connsiteY41" fmla="*/ 513258 h 556225"/>
              <a:gd name="connsiteX42" fmla="*/ 1400536 w 1456912"/>
              <a:gd name="connsiteY42" fmla="*/ 351869 h 556225"/>
              <a:gd name="connsiteX43" fmla="*/ 1400536 w 1456912"/>
              <a:gd name="connsiteY43" fmla="*/ 3 h 556225"/>
              <a:gd name="connsiteX44" fmla="*/ 1372348 w 1456912"/>
              <a:gd name="connsiteY44" fmla="*/ 3 h 556225"/>
              <a:gd name="connsiteX45" fmla="*/ 1372348 w 1456912"/>
              <a:gd name="connsiteY45" fmla="*/ 351400 h 556225"/>
              <a:gd name="connsiteX46" fmla="*/ 1189132 w 1456912"/>
              <a:gd name="connsiteY46" fmla="*/ 528510 h 556225"/>
              <a:gd name="connsiteX47" fmla="*/ 1005916 w 1456912"/>
              <a:gd name="connsiteY47" fmla="*/ 351400 h 556225"/>
              <a:gd name="connsiteX48" fmla="*/ 1005916 w 1456912"/>
              <a:gd name="connsiteY48" fmla="*/ 23666 h 556225"/>
              <a:gd name="connsiteX49" fmla="*/ 977728 w 1456912"/>
              <a:gd name="connsiteY49" fmla="*/ 51854 h 556225"/>
              <a:gd name="connsiteX50" fmla="*/ 977728 w 1456912"/>
              <a:gd name="connsiteY50" fmla="*/ 351869 h 556225"/>
              <a:gd name="connsiteX51" fmla="*/ 1189132 w 1456912"/>
              <a:gd name="connsiteY51" fmla="*/ 556226 h 556225"/>
              <a:gd name="connsiteX52" fmla="*/ 1217320 w 1456912"/>
              <a:gd name="connsiteY52" fmla="*/ 556226 h 556225"/>
              <a:gd name="connsiteX53" fmla="*/ 1456912 w 1456912"/>
              <a:gd name="connsiteY53" fmla="*/ 324566 h 556225"/>
              <a:gd name="connsiteX54" fmla="*/ 1456912 w 1456912"/>
              <a:gd name="connsiteY54" fmla="*/ 0 h 556225"/>
              <a:gd name="connsiteX55" fmla="*/ 1428724 w 1456912"/>
              <a:gd name="connsiteY55" fmla="*/ 0 h 556225"/>
              <a:gd name="connsiteX56" fmla="*/ 1189132 w 1456912"/>
              <a:gd name="connsiteY56" fmla="*/ 500322 h 556225"/>
              <a:gd name="connsiteX57" fmla="*/ 1344160 w 1456912"/>
              <a:gd name="connsiteY57" fmla="*/ 351400 h 556225"/>
              <a:gd name="connsiteX58" fmla="*/ 1344160 w 1456912"/>
              <a:gd name="connsiteY58" fmla="*/ 351400 h 556225"/>
              <a:gd name="connsiteX59" fmla="*/ 1344160 w 1456912"/>
              <a:gd name="connsiteY59" fmla="*/ 23666 h 556225"/>
              <a:gd name="connsiteX60" fmla="*/ 1315972 w 1456912"/>
              <a:gd name="connsiteY60" fmla="*/ 51854 h 556225"/>
              <a:gd name="connsiteX61" fmla="*/ 1315972 w 1456912"/>
              <a:gd name="connsiteY61" fmla="*/ 324153 h 556225"/>
              <a:gd name="connsiteX62" fmla="*/ 1217317 w 1456912"/>
              <a:gd name="connsiteY62" fmla="*/ 415761 h 556225"/>
              <a:gd name="connsiteX63" fmla="*/ 1118662 w 1456912"/>
              <a:gd name="connsiteY63" fmla="*/ 324153 h 556225"/>
              <a:gd name="connsiteX64" fmla="*/ 1118662 w 1456912"/>
              <a:gd name="connsiteY64" fmla="*/ 3 h 556225"/>
              <a:gd name="connsiteX65" fmla="*/ 1090474 w 1456912"/>
              <a:gd name="connsiteY65" fmla="*/ 3 h 556225"/>
              <a:gd name="connsiteX66" fmla="*/ 1090474 w 1456912"/>
              <a:gd name="connsiteY66" fmla="*/ 324156 h 556225"/>
              <a:gd name="connsiteX67" fmla="*/ 1217317 w 1456912"/>
              <a:gd name="connsiteY67" fmla="*/ 443951 h 556225"/>
              <a:gd name="connsiteX68" fmla="*/ 1304349 w 1456912"/>
              <a:gd name="connsiteY68" fmla="*/ 404889 h 556225"/>
              <a:gd name="connsiteX69" fmla="*/ 1304982 w 1456912"/>
              <a:gd name="connsiteY69" fmla="*/ 405720 h 556225"/>
              <a:gd name="connsiteX70" fmla="*/ 1189129 w 1456912"/>
              <a:gd name="connsiteY70" fmla="*/ 472139 h 556225"/>
              <a:gd name="connsiteX71" fmla="*/ 1062303 w 1456912"/>
              <a:gd name="connsiteY71" fmla="*/ 352344 h 556225"/>
              <a:gd name="connsiteX72" fmla="*/ 1062286 w 1456912"/>
              <a:gd name="connsiteY72" fmla="*/ 352344 h 556225"/>
              <a:gd name="connsiteX73" fmla="*/ 1062286 w 1456912"/>
              <a:gd name="connsiteY73" fmla="*/ 3 h 556225"/>
              <a:gd name="connsiteX74" fmla="*/ 1034098 w 1456912"/>
              <a:gd name="connsiteY74" fmla="*/ 3 h 556225"/>
              <a:gd name="connsiteX75" fmla="*/ 1034098 w 1456912"/>
              <a:gd name="connsiteY75" fmla="*/ 352341 h 556225"/>
              <a:gd name="connsiteX76" fmla="*/ 1034113 w 1456912"/>
              <a:gd name="connsiteY76" fmla="*/ 352341 h 556225"/>
              <a:gd name="connsiteX77" fmla="*/ 1189132 w 1456912"/>
              <a:gd name="connsiteY77" fmla="*/ 500322 h 556225"/>
              <a:gd name="connsiteX78" fmla="*/ 562774 w 1456912"/>
              <a:gd name="connsiteY78" fmla="*/ 366435 h 556225"/>
              <a:gd name="connsiteX79" fmla="*/ 491494 w 1456912"/>
              <a:gd name="connsiteY79" fmla="*/ 535557 h 556225"/>
              <a:gd name="connsiteX80" fmla="*/ 519684 w 1456912"/>
              <a:gd name="connsiteY80" fmla="*/ 535554 h 556225"/>
              <a:gd name="connsiteX81" fmla="*/ 519682 w 1456912"/>
              <a:gd name="connsiteY81" fmla="*/ 535557 h 556225"/>
              <a:gd name="connsiteX82" fmla="*/ 519684 w 1456912"/>
              <a:gd name="connsiteY82" fmla="*/ 535557 h 556225"/>
              <a:gd name="connsiteX83" fmla="*/ 555322 w 1456912"/>
              <a:gd name="connsiteY83" fmla="*/ 450996 h 556225"/>
              <a:gd name="connsiteX84" fmla="*/ 794138 w 1456912"/>
              <a:gd name="connsiteY84" fmla="*/ 450996 h 556225"/>
              <a:gd name="connsiteX85" fmla="*/ 829744 w 1456912"/>
              <a:gd name="connsiteY85" fmla="*/ 535557 h 556225"/>
              <a:gd name="connsiteX86" fmla="*/ 857932 w 1456912"/>
              <a:gd name="connsiteY86" fmla="*/ 535557 h 556225"/>
              <a:gd name="connsiteX87" fmla="*/ 810457 w 1456912"/>
              <a:gd name="connsiteY87" fmla="*/ 422808 h 556225"/>
              <a:gd name="connsiteX88" fmla="*/ 567200 w 1456912"/>
              <a:gd name="connsiteY88" fmla="*/ 422808 h 556225"/>
              <a:gd name="connsiteX89" fmla="*/ 579078 w 1456912"/>
              <a:gd name="connsiteY89" fmla="*/ 394620 h 556225"/>
              <a:gd name="connsiteX90" fmla="*/ 826776 w 1456912"/>
              <a:gd name="connsiteY90" fmla="*/ 394620 h 556225"/>
              <a:gd name="connsiteX91" fmla="*/ 886120 w 1456912"/>
              <a:gd name="connsiteY91" fmla="*/ 535557 h 556225"/>
              <a:gd name="connsiteX92" fmla="*/ 914308 w 1456912"/>
              <a:gd name="connsiteY92" fmla="*/ 535557 h 556225"/>
              <a:gd name="connsiteX93" fmla="*/ 843097 w 1456912"/>
              <a:gd name="connsiteY93" fmla="*/ 366435 h 556225"/>
              <a:gd name="connsiteX94" fmla="*/ 562774 w 1456912"/>
              <a:gd name="connsiteY94" fmla="*/ 366435 h 556225"/>
              <a:gd name="connsiteX95" fmla="*/ 604248 w 1456912"/>
              <a:gd name="connsiteY95" fmla="*/ 0 h 556225"/>
              <a:gd name="connsiteX96" fmla="*/ 397091 w 1456912"/>
              <a:gd name="connsiteY96" fmla="*/ 491374 h 556225"/>
              <a:gd name="connsiteX97" fmla="*/ 415032 w 1456912"/>
              <a:gd name="connsiteY97" fmla="*/ 515732 h 556225"/>
              <a:gd name="connsiteX98" fmla="*/ 632437 w 1456912"/>
              <a:gd name="connsiteY98" fmla="*/ 0 h 556225"/>
              <a:gd name="connsiteX99" fmla="*/ 604248 w 1456912"/>
              <a:gd name="connsiteY99" fmla="*/ 0 h 556225"/>
              <a:gd name="connsiteX100" fmla="*/ 716998 w 1456912"/>
              <a:gd name="connsiteY100" fmla="*/ 3 h 556225"/>
              <a:gd name="connsiteX101" fmla="*/ 934130 w 1456912"/>
              <a:gd name="connsiteY101" fmla="*/ 515735 h 556225"/>
              <a:gd name="connsiteX102" fmla="*/ 952028 w 1456912"/>
              <a:gd name="connsiteY102" fmla="*/ 491377 h 556225"/>
              <a:gd name="connsiteX103" fmla="*/ 745186 w 1456912"/>
              <a:gd name="connsiteY103" fmla="*/ 3 h 556225"/>
              <a:gd name="connsiteX104" fmla="*/ 716998 w 1456912"/>
              <a:gd name="connsiteY104" fmla="*/ 3 h 556225"/>
              <a:gd name="connsiteX105" fmla="*/ 546409 w 1456912"/>
              <a:gd name="connsiteY105" fmla="*/ 338247 h 556225"/>
              <a:gd name="connsiteX106" fmla="*/ 463042 w 1456912"/>
              <a:gd name="connsiteY106" fmla="*/ 535557 h 556225"/>
              <a:gd name="connsiteX107" fmla="*/ 434854 w 1456912"/>
              <a:gd name="connsiteY107" fmla="*/ 535557 h 556225"/>
              <a:gd name="connsiteX108" fmla="*/ 646528 w 1456912"/>
              <a:gd name="connsiteY108" fmla="*/ 33467 h 556225"/>
              <a:gd name="connsiteX109" fmla="*/ 762988 w 1456912"/>
              <a:gd name="connsiteY109" fmla="*/ 310059 h 556225"/>
              <a:gd name="connsiteX110" fmla="*/ 791176 w 1456912"/>
              <a:gd name="connsiteY110" fmla="*/ 310059 h 556225"/>
              <a:gd name="connsiteX111" fmla="*/ 660624 w 1456912"/>
              <a:gd name="connsiteY111" fmla="*/ 3 h 556225"/>
              <a:gd name="connsiteX112" fmla="*/ 688812 w 1456912"/>
              <a:gd name="connsiteY112" fmla="*/ 3 h 556225"/>
              <a:gd name="connsiteX113" fmla="*/ 831231 w 1456912"/>
              <a:gd name="connsiteY113" fmla="*/ 338247 h 556225"/>
              <a:gd name="connsiteX114" fmla="*/ 546409 w 1456912"/>
              <a:gd name="connsiteY114" fmla="*/ 338247 h 556225"/>
              <a:gd name="connsiteX115" fmla="*/ 674788 w 1456912"/>
              <a:gd name="connsiteY115" fmla="*/ 167531 h 556225"/>
              <a:gd name="connsiteX116" fmla="*/ 614721 w 1456912"/>
              <a:gd name="connsiteY116" fmla="*/ 310062 h 556225"/>
              <a:gd name="connsiteX117" fmla="*/ 734800 w 1456912"/>
              <a:gd name="connsiteY117" fmla="*/ 310062 h 556225"/>
              <a:gd name="connsiteX118" fmla="*/ 674788 w 1456912"/>
              <a:gd name="connsiteY118" fmla="*/ 167531 h 556225"/>
              <a:gd name="connsiteX119" fmla="*/ 558275 w 1456912"/>
              <a:gd name="connsiteY119" fmla="*/ 310062 h 556225"/>
              <a:gd name="connsiteX120" fmla="*/ 586535 w 1456912"/>
              <a:gd name="connsiteY120" fmla="*/ 310062 h 556225"/>
              <a:gd name="connsiteX121" fmla="*/ 660703 w 1456912"/>
              <a:gd name="connsiteY121" fmla="*/ 134072 h 556225"/>
              <a:gd name="connsiteX122" fmla="*/ 646588 w 1456912"/>
              <a:gd name="connsiteY122" fmla="*/ 100553 h 556225"/>
              <a:gd name="connsiteX123" fmla="*/ 558275 w 1456912"/>
              <a:gd name="connsiteY123" fmla="*/ 310062 h 55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1456912" h="556225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chemeClr val="tx1"/>
          </a:solidFill>
          <a:ln w="289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9A6E8BA9-5951-4163-8A80-4621C65DA816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59DAB7DF-1308-4B09-91FE-7DF38D6584E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7654828-5D94-4A05-BD5F-25792A149E05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9D3F2F75-1623-4F64-97FE-EA0C4D9FABDC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B042E0F0-49A6-465F-A607-A4C2EFB5486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9D612980-2A2D-4E94-8238-9C67C608554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2CE76F8C-9B22-4BB3-B2D6-15EC2A58C7A7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7" name="Gerader Verbinder 66">
              <a:extLst>
                <a:ext uri="{FF2B5EF4-FFF2-40B4-BE49-F238E27FC236}">
                  <a16:creationId xmlns:a16="http://schemas.microsoft.com/office/drawing/2014/main" id="{9C843E82-BEFA-4CF2-BA2F-3C80060D316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4762BE88-2459-479F-84FF-4DF483AA142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104E26F8-EA1A-4C6F-92E1-8F6F98ABFA13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1A8A854C-301D-4327-AEA2-BCC20A8872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5A547124-456E-49C6-8FC8-111D0AAFEB7F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73B26B5D-1FEC-45B5-B34A-6A1B50955F0E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3" name="Gerader Verbinder 72">
              <a:extLst>
                <a:ext uri="{FF2B5EF4-FFF2-40B4-BE49-F238E27FC236}">
                  <a16:creationId xmlns:a16="http://schemas.microsoft.com/office/drawing/2014/main" id="{3423A679-4F5C-456E-AB6C-7A18EA3E5BA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69754FAD-5E71-4087-B3E8-0FEC37E0D864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7C156EC4-BDB3-4DEA-9B78-E98FCFD2F54B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9E9C384D-D46B-429F-9A97-86F6E3560FE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64B7918E-86D1-49EB-8917-1468D42A6E25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750A6733-FD78-4442-98B4-E2BED64B460F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77BB574D-D198-49E4-874D-732C0CBD5BF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67A72ACB-A6A0-450F-A8F3-9CA35EFC5560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C4970FA2-8D2D-462F-BD21-BDE052DC5824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A7C30986-FB99-416E-BC3E-3BAEC067C11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4CE018F4-A860-49B3-B4CD-A328759F15C6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7C2BACBD-0A67-4A9A-B5DC-10C76F5DE4C2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65F81584-9968-42FA-B3A9-1C13CEAE92A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Textfeld 85">
              <a:extLst>
                <a:ext uri="{FF2B5EF4-FFF2-40B4-BE49-F238E27FC236}">
                  <a16:creationId xmlns:a16="http://schemas.microsoft.com/office/drawing/2014/main" id="{B6D353C6-61DE-4475-8AC6-6D8AF12D49FB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935008F2-D1D5-498F-9932-727B677C0ADE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" name="Gruppieren 87">
            <a:extLst>
              <a:ext uri="{FF2B5EF4-FFF2-40B4-BE49-F238E27FC236}">
                <a16:creationId xmlns:a16="http://schemas.microsoft.com/office/drawing/2014/main" id="{9E72FA59-B055-4F1F-8F32-E797C18F96F9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B89FA96C-C88D-4C6A-BE88-F3E3083BC51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Textfeld 89">
              <a:extLst>
                <a:ext uri="{FF2B5EF4-FFF2-40B4-BE49-F238E27FC236}">
                  <a16:creationId xmlns:a16="http://schemas.microsoft.com/office/drawing/2014/main" id="{CD67028C-ACEA-4E1C-BF3F-B09177D4335E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91" name="Grafik 3">
            <a:extLst>
              <a:ext uri="{FF2B5EF4-FFF2-40B4-BE49-F238E27FC236}">
                <a16:creationId xmlns:a16="http://schemas.microsoft.com/office/drawing/2014/main" id="{067EF033-A919-4E3E-89A9-FAF1E7798028}"/>
              </a:ext>
            </a:extLst>
          </p:cNvPr>
          <p:cNvGrpSpPr/>
          <p:nvPr userDrawn="1"/>
        </p:nvGrpSpPr>
        <p:grpSpPr>
          <a:xfrm>
            <a:off x="520163" y="293688"/>
            <a:ext cx="2623087" cy="328167"/>
            <a:chOff x="2178367" y="2525076"/>
            <a:chExt cx="7773352" cy="972502"/>
          </a:xfrm>
          <a:solidFill>
            <a:schemeClr val="tx1"/>
          </a:solidFill>
        </p:grpSpPr>
        <p:sp>
          <p:nvSpPr>
            <p:cNvPr id="92" name="Freihandform: Form 91">
              <a:extLst>
                <a:ext uri="{FF2B5EF4-FFF2-40B4-BE49-F238E27FC236}">
                  <a16:creationId xmlns:a16="http://schemas.microsoft.com/office/drawing/2014/main" id="{D16FCAB3-A3E5-4531-B1EA-59B8F2934FF1}"/>
                </a:ext>
              </a:extLst>
            </p:cNvPr>
            <p:cNvSpPr/>
            <p:nvPr/>
          </p:nvSpPr>
          <p:spPr>
            <a:xfrm>
              <a:off x="2178367" y="2545079"/>
              <a:ext cx="232409" cy="369569"/>
            </a:xfrm>
            <a:custGeom>
              <a:avLst/>
              <a:gdLst>
                <a:gd name="connsiteX0" fmla="*/ 232410 w 232409"/>
                <a:gd name="connsiteY0" fmla="*/ 60960 h 369569"/>
                <a:gd name="connsiteX1" fmla="*/ 65722 w 232409"/>
                <a:gd name="connsiteY1" fmla="*/ 60960 h 369569"/>
                <a:gd name="connsiteX2" fmla="*/ 65722 w 232409"/>
                <a:gd name="connsiteY2" fmla="*/ 152400 h 369569"/>
                <a:gd name="connsiteX3" fmla="*/ 189547 w 232409"/>
                <a:gd name="connsiteY3" fmla="*/ 152400 h 369569"/>
                <a:gd name="connsiteX4" fmla="*/ 189547 w 232409"/>
                <a:gd name="connsiteY4" fmla="*/ 212408 h 369569"/>
                <a:gd name="connsiteX5" fmla="*/ 65722 w 232409"/>
                <a:gd name="connsiteY5" fmla="*/ 212408 h 369569"/>
                <a:gd name="connsiteX6" fmla="*/ 65722 w 232409"/>
                <a:gd name="connsiteY6" fmla="*/ 369570 h 369569"/>
                <a:gd name="connsiteX7" fmla="*/ 0 w 232409"/>
                <a:gd name="connsiteY7" fmla="*/ 369570 h 369569"/>
                <a:gd name="connsiteX8" fmla="*/ 0 w 232409"/>
                <a:gd name="connsiteY8" fmla="*/ 0 h 369569"/>
                <a:gd name="connsiteX9" fmla="*/ 231458 w 232409"/>
                <a:gd name="connsiteY9" fmla="*/ 0 h 369569"/>
                <a:gd name="connsiteX10" fmla="*/ 231458 w 232409"/>
                <a:gd name="connsiteY10" fmla="*/ 60960 h 369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2409" h="369569">
                  <a:moveTo>
                    <a:pt x="232410" y="60960"/>
                  </a:moveTo>
                  <a:lnTo>
                    <a:pt x="65722" y="60960"/>
                  </a:lnTo>
                  <a:lnTo>
                    <a:pt x="65722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2" y="212408"/>
                  </a:lnTo>
                  <a:lnTo>
                    <a:pt x="65722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3" name="Freihandform: Form 92">
              <a:extLst>
                <a:ext uri="{FF2B5EF4-FFF2-40B4-BE49-F238E27FC236}">
                  <a16:creationId xmlns:a16="http://schemas.microsoft.com/office/drawing/2014/main" id="{10E4B3AE-096F-4974-8350-4F4D93FC3203}"/>
                </a:ext>
              </a:extLst>
            </p:cNvPr>
            <p:cNvSpPr/>
            <p:nvPr/>
          </p:nvSpPr>
          <p:spPr>
            <a:xfrm>
              <a:off x="2446972" y="2641039"/>
              <a:ext cx="160019" cy="272657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4" name="Freihandform: Form 93">
              <a:extLst>
                <a:ext uri="{FF2B5EF4-FFF2-40B4-BE49-F238E27FC236}">
                  <a16:creationId xmlns:a16="http://schemas.microsoft.com/office/drawing/2014/main" id="{5CDC0A16-E123-4D13-9DD9-28C8FE5AA6F5}"/>
                </a:ext>
              </a:extLst>
            </p:cNvPr>
            <p:cNvSpPr/>
            <p:nvPr/>
          </p:nvSpPr>
          <p:spPr>
            <a:xfrm>
              <a:off x="2651759" y="2528887"/>
              <a:ext cx="79057" cy="384810"/>
            </a:xfrm>
            <a:custGeom>
              <a:avLst/>
              <a:gdLst>
                <a:gd name="connsiteX0" fmla="*/ 79057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7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5" name="Freihandform: Form 94">
              <a:extLst>
                <a:ext uri="{FF2B5EF4-FFF2-40B4-BE49-F238E27FC236}">
                  <a16:creationId xmlns:a16="http://schemas.microsoft.com/office/drawing/2014/main" id="{CA0B94AD-8D34-4B40-8458-0866BBCC464F}"/>
                </a:ext>
              </a:extLst>
            </p:cNvPr>
            <p:cNvSpPr/>
            <p:nvPr/>
          </p:nvSpPr>
          <p:spPr>
            <a:xfrm>
              <a:off x="2787966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3 h 279082"/>
                <a:gd name="connsiteX7" fmla="*/ 198120 w 242887"/>
                <a:gd name="connsiteY7" fmla="*/ 194310 h 279082"/>
                <a:gd name="connsiteX8" fmla="*/ 237173 w 242887"/>
                <a:gd name="connsiteY8" fmla="*/ 235268 h 279082"/>
                <a:gd name="connsiteX9" fmla="*/ 132398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2403" y="279083"/>
                    <a:pt x="132398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3" y="74295"/>
                    <a:pt x="159068" y="50482"/>
                    <a:pt x="123825" y="50482"/>
                  </a:cubicBezTo>
                  <a:cubicBezTo>
                    <a:pt x="89535" y="50482"/>
                    <a:pt x="67628" y="74295"/>
                    <a:pt x="61913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6" name="Freihandform: Form 95">
              <a:extLst>
                <a:ext uri="{FF2B5EF4-FFF2-40B4-BE49-F238E27FC236}">
                  <a16:creationId xmlns:a16="http://schemas.microsoft.com/office/drawing/2014/main" id="{9A94F107-4E11-4806-8DDC-3CC7C1891196}"/>
                </a:ext>
              </a:extLst>
            </p:cNvPr>
            <p:cNvSpPr/>
            <p:nvPr/>
          </p:nvSpPr>
          <p:spPr>
            <a:xfrm>
              <a:off x="3086099" y="2525076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2 w 248602"/>
                <a:gd name="connsiteY7" fmla="*/ 389573 h 396239"/>
                <a:gd name="connsiteX8" fmla="*/ 187642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0960 w 248602"/>
                <a:gd name="connsiteY12" fmla="*/ 255270 h 396239"/>
                <a:gd name="connsiteX13" fmla="*/ 122872 w 248602"/>
                <a:gd name="connsiteY13" fmla="*/ 340995 h 396239"/>
                <a:gd name="connsiteX14" fmla="*/ 186690 w 248602"/>
                <a:gd name="connsiteY14" fmla="*/ 305753 h 396239"/>
                <a:gd name="connsiteX15" fmla="*/ 186690 w 248602"/>
                <a:gd name="connsiteY15" fmla="*/ 207645 h 396239"/>
                <a:gd name="connsiteX16" fmla="*/ 122872 w 248602"/>
                <a:gd name="connsiteY16" fmla="*/ 172402 h 396239"/>
                <a:gd name="connsiteX17" fmla="*/ 60960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7" name="Freihandform: Form 96">
              <a:extLst>
                <a:ext uri="{FF2B5EF4-FFF2-40B4-BE49-F238E27FC236}">
                  <a16:creationId xmlns:a16="http://schemas.microsoft.com/office/drawing/2014/main" id="{54E53509-1364-44FD-92B4-FF3CC9A96D45}"/>
                </a:ext>
              </a:extLst>
            </p:cNvPr>
            <p:cNvSpPr/>
            <p:nvPr/>
          </p:nvSpPr>
          <p:spPr>
            <a:xfrm>
              <a:off x="3417569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8" name="Freihandform: Form 97">
              <a:extLst>
                <a:ext uri="{FF2B5EF4-FFF2-40B4-BE49-F238E27FC236}">
                  <a16:creationId xmlns:a16="http://schemas.microsoft.com/office/drawing/2014/main" id="{685A3D39-53BC-4038-BFDA-851F9712E06F}"/>
                </a:ext>
              </a:extLst>
            </p:cNvPr>
            <p:cNvSpPr/>
            <p:nvPr/>
          </p:nvSpPr>
          <p:spPr>
            <a:xfrm>
              <a:off x="3622357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8 w 79057"/>
                <a:gd name="connsiteY4" fmla="*/ 38100 h 384810"/>
                <a:gd name="connsiteX5" fmla="*/ 70485 w 79057"/>
                <a:gd name="connsiteY5" fmla="*/ 384810 h 384810"/>
                <a:gd name="connsiteX6" fmla="*/ 8572 w 79057"/>
                <a:gd name="connsiteY6" fmla="*/ 384810 h 384810"/>
                <a:gd name="connsiteX7" fmla="*/ 8572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9" name="Freihandform: Form 98">
              <a:extLst>
                <a:ext uri="{FF2B5EF4-FFF2-40B4-BE49-F238E27FC236}">
                  <a16:creationId xmlns:a16="http://schemas.microsoft.com/office/drawing/2014/main" id="{62E33717-F4F0-4CF8-8E15-202A2B827DF3}"/>
                </a:ext>
              </a:extLst>
            </p:cNvPr>
            <p:cNvSpPr/>
            <p:nvPr/>
          </p:nvSpPr>
          <p:spPr>
            <a:xfrm>
              <a:off x="3759516" y="2640329"/>
              <a:ext cx="224790" cy="280034"/>
            </a:xfrm>
            <a:custGeom>
              <a:avLst/>
              <a:gdLst>
                <a:gd name="connsiteX0" fmla="*/ 222885 w 224790"/>
                <a:gd name="connsiteY0" fmla="*/ 237172 h 280034"/>
                <a:gd name="connsiteX1" fmla="*/ 127635 w 224790"/>
                <a:gd name="connsiteY1" fmla="*/ 280035 h 280034"/>
                <a:gd name="connsiteX2" fmla="*/ 0 w 224790"/>
                <a:gd name="connsiteY2" fmla="*/ 140970 h 280034"/>
                <a:gd name="connsiteX3" fmla="*/ 128588 w 224790"/>
                <a:gd name="connsiteY3" fmla="*/ 0 h 280034"/>
                <a:gd name="connsiteX4" fmla="*/ 224790 w 224790"/>
                <a:gd name="connsiteY4" fmla="*/ 45720 h 280034"/>
                <a:gd name="connsiteX5" fmla="*/ 181928 w 224790"/>
                <a:gd name="connsiteY5" fmla="*/ 86678 h 280034"/>
                <a:gd name="connsiteX6" fmla="*/ 128588 w 224790"/>
                <a:gd name="connsiteY6" fmla="*/ 57150 h 280034"/>
                <a:gd name="connsiteX7" fmla="*/ 62865 w 224790"/>
                <a:gd name="connsiteY7" fmla="*/ 140018 h 280034"/>
                <a:gd name="connsiteX8" fmla="*/ 128588 w 224790"/>
                <a:gd name="connsiteY8" fmla="*/ 222885 h 280034"/>
                <a:gd name="connsiteX9" fmla="*/ 183833 w 224790"/>
                <a:gd name="connsiteY9" fmla="*/ 193358 h 280034"/>
                <a:gd name="connsiteX10" fmla="*/ 222885 w 224790"/>
                <a:gd name="connsiteY10" fmla="*/ 237172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4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0" name="Freihandform: Form 99">
              <a:extLst>
                <a:ext uri="{FF2B5EF4-FFF2-40B4-BE49-F238E27FC236}">
                  <a16:creationId xmlns:a16="http://schemas.microsoft.com/office/drawing/2014/main" id="{6B2EF321-D1A4-40C9-B09D-2892881315E5}"/>
                </a:ext>
              </a:extLst>
            </p:cNvPr>
            <p:cNvSpPr/>
            <p:nvPr/>
          </p:nvSpPr>
          <p:spPr>
            <a:xfrm>
              <a:off x="4038599" y="2525076"/>
              <a:ext cx="228600" cy="389572"/>
            </a:xfrm>
            <a:custGeom>
              <a:avLst/>
              <a:gdLst>
                <a:gd name="connsiteX0" fmla="*/ 228600 w 228600"/>
                <a:gd name="connsiteY0" fmla="*/ 388620 h 389572"/>
                <a:gd name="connsiteX1" fmla="*/ 166688 w 228600"/>
                <a:gd name="connsiteY1" fmla="*/ 388620 h 389572"/>
                <a:gd name="connsiteX2" fmla="*/ 166688 w 228600"/>
                <a:gd name="connsiteY2" fmla="*/ 236220 h 389572"/>
                <a:gd name="connsiteX3" fmla="*/ 117158 w 228600"/>
                <a:gd name="connsiteY3" fmla="*/ 171450 h 389572"/>
                <a:gd name="connsiteX4" fmla="*/ 61913 w 228600"/>
                <a:gd name="connsiteY4" fmla="*/ 236220 h 389572"/>
                <a:gd name="connsiteX5" fmla="*/ 61913 w 228600"/>
                <a:gd name="connsiteY5" fmla="*/ 389573 h 389572"/>
                <a:gd name="connsiteX6" fmla="*/ 0 w 228600"/>
                <a:gd name="connsiteY6" fmla="*/ 389573 h 389572"/>
                <a:gd name="connsiteX7" fmla="*/ 0 w 228600"/>
                <a:gd name="connsiteY7" fmla="*/ 15240 h 389572"/>
                <a:gd name="connsiteX8" fmla="*/ 61913 w 228600"/>
                <a:gd name="connsiteY8" fmla="*/ 0 h 389572"/>
                <a:gd name="connsiteX9" fmla="*/ 61913 w 228600"/>
                <a:gd name="connsiteY9" fmla="*/ 155258 h 389572"/>
                <a:gd name="connsiteX10" fmla="*/ 62865 w 228600"/>
                <a:gd name="connsiteY10" fmla="*/ 155258 h 389572"/>
                <a:gd name="connsiteX11" fmla="*/ 140970 w 228600"/>
                <a:gd name="connsiteY11" fmla="*/ 116205 h 389572"/>
                <a:gd name="connsiteX12" fmla="*/ 228600 w 228600"/>
                <a:gd name="connsiteY12" fmla="*/ 223838 h 389572"/>
                <a:gd name="connsiteX13" fmla="*/ 228600 w 228600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89572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1" name="Freihandform: Form 100">
              <a:extLst>
                <a:ext uri="{FF2B5EF4-FFF2-40B4-BE49-F238E27FC236}">
                  <a16:creationId xmlns:a16="http://schemas.microsoft.com/office/drawing/2014/main" id="{6E939899-66C7-4914-8269-47E3D303060F}"/>
                </a:ext>
              </a:extLst>
            </p:cNvPr>
            <p:cNvSpPr/>
            <p:nvPr/>
          </p:nvSpPr>
          <p:spPr>
            <a:xfrm>
              <a:off x="4338637" y="2721291"/>
              <a:ext cx="130492" cy="59055"/>
            </a:xfrm>
            <a:custGeom>
              <a:avLst/>
              <a:gdLst>
                <a:gd name="connsiteX0" fmla="*/ 130493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3 w 130492"/>
                <a:gd name="connsiteY3" fmla="*/ 0 h 59055"/>
                <a:gd name="connsiteX4" fmla="*/ 130493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2" name="Freihandform: Form 101">
              <a:extLst>
                <a:ext uri="{FF2B5EF4-FFF2-40B4-BE49-F238E27FC236}">
                  <a16:creationId xmlns:a16="http://schemas.microsoft.com/office/drawing/2014/main" id="{A33D2C18-DB64-478C-9F57-B3373239E9FE}"/>
                </a:ext>
              </a:extLst>
            </p:cNvPr>
            <p:cNvSpPr/>
            <p:nvPr/>
          </p:nvSpPr>
          <p:spPr>
            <a:xfrm>
              <a:off x="4502467" y="2545079"/>
              <a:ext cx="342900" cy="368617"/>
            </a:xfrm>
            <a:custGeom>
              <a:avLst/>
              <a:gdLst>
                <a:gd name="connsiteX0" fmla="*/ 136207 w 342900"/>
                <a:gd name="connsiteY0" fmla="*/ 0 h 368617"/>
                <a:gd name="connsiteX1" fmla="*/ 205740 w 342900"/>
                <a:gd name="connsiteY1" fmla="*/ 0 h 368617"/>
                <a:gd name="connsiteX2" fmla="*/ 342900 w 342900"/>
                <a:gd name="connsiteY2" fmla="*/ 368618 h 368617"/>
                <a:gd name="connsiteX3" fmla="*/ 271463 w 342900"/>
                <a:gd name="connsiteY3" fmla="*/ 368618 h 368617"/>
                <a:gd name="connsiteX4" fmla="*/ 244792 w 342900"/>
                <a:gd name="connsiteY4" fmla="*/ 290512 h 368617"/>
                <a:gd name="connsiteX5" fmla="*/ 96202 w 342900"/>
                <a:gd name="connsiteY5" fmla="*/ 290512 h 368617"/>
                <a:gd name="connsiteX6" fmla="*/ 69532 w 342900"/>
                <a:gd name="connsiteY6" fmla="*/ 368618 h 368617"/>
                <a:gd name="connsiteX7" fmla="*/ 0 w 342900"/>
                <a:gd name="connsiteY7" fmla="*/ 368618 h 368617"/>
                <a:gd name="connsiteX8" fmla="*/ 136207 w 342900"/>
                <a:gd name="connsiteY8" fmla="*/ 0 h 368617"/>
                <a:gd name="connsiteX9" fmla="*/ 116205 w 342900"/>
                <a:gd name="connsiteY9" fmla="*/ 231458 h 368617"/>
                <a:gd name="connsiteX10" fmla="*/ 223838 w 342900"/>
                <a:gd name="connsiteY10" fmla="*/ 231458 h 368617"/>
                <a:gd name="connsiteX11" fmla="*/ 170497 w 342900"/>
                <a:gd name="connsiteY11" fmla="*/ 75247 h 368617"/>
                <a:gd name="connsiteX12" fmla="*/ 169545 w 342900"/>
                <a:gd name="connsiteY12" fmla="*/ 75247 h 368617"/>
                <a:gd name="connsiteX13" fmla="*/ 116205 w 342900"/>
                <a:gd name="connsiteY13" fmla="*/ 231458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2900" h="368617">
                  <a:moveTo>
                    <a:pt x="136207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2" y="290512"/>
                  </a:lnTo>
                  <a:lnTo>
                    <a:pt x="96202" y="290512"/>
                  </a:lnTo>
                  <a:lnTo>
                    <a:pt x="69532" y="368618"/>
                  </a:lnTo>
                  <a:lnTo>
                    <a:pt x="0" y="368618"/>
                  </a:lnTo>
                  <a:lnTo>
                    <a:pt x="136207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7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3" name="Freihandform: Form 102">
              <a:extLst>
                <a:ext uri="{FF2B5EF4-FFF2-40B4-BE49-F238E27FC236}">
                  <a16:creationId xmlns:a16="http://schemas.microsoft.com/office/drawing/2014/main" id="{279EDAA5-9D2D-46A0-A1B3-A9E065EA2F38}"/>
                </a:ext>
              </a:extLst>
            </p:cNvPr>
            <p:cNvSpPr/>
            <p:nvPr/>
          </p:nvSpPr>
          <p:spPr>
            <a:xfrm>
              <a:off x="4900612" y="2525076"/>
              <a:ext cx="61912" cy="388620"/>
            </a:xfrm>
            <a:custGeom>
              <a:avLst/>
              <a:gdLst>
                <a:gd name="connsiteX0" fmla="*/ 61913 w 61912"/>
                <a:gd name="connsiteY0" fmla="*/ 388620 h 388620"/>
                <a:gd name="connsiteX1" fmla="*/ 0 w 61912"/>
                <a:gd name="connsiteY1" fmla="*/ 388620 h 388620"/>
                <a:gd name="connsiteX2" fmla="*/ 0 w 61912"/>
                <a:gd name="connsiteY2" fmla="*/ 14288 h 388620"/>
                <a:gd name="connsiteX3" fmla="*/ 61913 w 61912"/>
                <a:gd name="connsiteY3" fmla="*/ 0 h 388620"/>
                <a:gd name="connsiteX4" fmla="*/ 61913 w 61912"/>
                <a:gd name="connsiteY4" fmla="*/ 388620 h 388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8620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4" name="Freihandform: Form 103">
              <a:extLst>
                <a:ext uri="{FF2B5EF4-FFF2-40B4-BE49-F238E27FC236}">
                  <a16:creationId xmlns:a16="http://schemas.microsoft.com/office/drawing/2014/main" id="{9FEE96A4-D7EC-4B2B-B2E7-DE8D3474F32B}"/>
                </a:ext>
              </a:extLst>
            </p:cNvPr>
            <p:cNvSpPr/>
            <p:nvPr/>
          </p:nvSpPr>
          <p:spPr>
            <a:xfrm>
              <a:off x="502919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5" name="Freihandform: Form 104">
              <a:extLst>
                <a:ext uri="{FF2B5EF4-FFF2-40B4-BE49-F238E27FC236}">
                  <a16:creationId xmlns:a16="http://schemas.microsoft.com/office/drawing/2014/main" id="{5FBB05E1-F158-4DD8-ADA9-4C6CE098B48D}"/>
                </a:ext>
              </a:extLst>
            </p:cNvPr>
            <p:cNvSpPr/>
            <p:nvPr/>
          </p:nvSpPr>
          <p:spPr>
            <a:xfrm>
              <a:off x="5306377" y="2646997"/>
              <a:ext cx="255269" cy="266700"/>
            </a:xfrm>
            <a:custGeom>
              <a:avLst/>
              <a:gdLst>
                <a:gd name="connsiteX0" fmla="*/ 255270 w 255269"/>
                <a:gd name="connsiteY0" fmla="*/ 266700 h 266700"/>
                <a:gd name="connsiteX1" fmla="*/ 183832 w 255269"/>
                <a:gd name="connsiteY1" fmla="*/ 266700 h 266700"/>
                <a:gd name="connsiteX2" fmla="*/ 126682 w 255269"/>
                <a:gd name="connsiteY2" fmla="*/ 174307 h 266700"/>
                <a:gd name="connsiteX3" fmla="*/ 125730 w 255269"/>
                <a:gd name="connsiteY3" fmla="*/ 174307 h 266700"/>
                <a:gd name="connsiteX4" fmla="*/ 70485 w 255269"/>
                <a:gd name="connsiteY4" fmla="*/ 266700 h 266700"/>
                <a:gd name="connsiteX5" fmla="*/ 0 w 255269"/>
                <a:gd name="connsiteY5" fmla="*/ 266700 h 266700"/>
                <a:gd name="connsiteX6" fmla="*/ 91440 w 255269"/>
                <a:gd name="connsiteY6" fmla="*/ 128588 h 266700"/>
                <a:gd name="connsiteX7" fmla="*/ 6667 w 255269"/>
                <a:gd name="connsiteY7" fmla="*/ 0 h 266700"/>
                <a:gd name="connsiteX8" fmla="*/ 77153 w 255269"/>
                <a:gd name="connsiteY8" fmla="*/ 0 h 266700"/>
                <a:gd name="connsiteX9" fmla="*/ 127635 w 255269"/>
                <a:gd name="connsiteY9" fmla="*/ 81915 h 266700"/>
                <a:gd name="connsiteX10" fmla="*/ 128588 w 255269"/>
                <a:gd name="connsiteY10" fmla="*/ 81915 h 266700"/>
                <a:gd name="connsiteX11" fmla="*/ 178117 w 255269"/>
                <a:gd name="connsiteY11" fmla="*/ 0 h 266700"/>
                <a:gd name="connsiteX12" fmla="*/ 247650 w 255269"/>
                <a:gd name="connsiteY12" fmla="*/ 0 h 266700"/>
                <a:gd name="connsiteX13" fmla="*/ 163830 w 255269"/>
                <a:gd name="connsiteY13" fmla="*/ 127635 h 266700"/>
                <a:gd name="connsiteX14" fmla="*/ 255270 w 255269"/>
                <a:gd name="connsiteY14" fmla="*/ 26670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5269" h="266700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3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6" name="Freihandform: Form 105">
              <a:extLst>
                <a:ext uri="{FF2B5EF4-FFF2-40B4-BE49-F238E27FC236}">
                  <a16:creationId xmlns:a16="http://schemas.microsoft.com/office/drawing/2014/main" id="{49577D94-AD2F-49C6-AC94-666AD3E18043}"/>
                </a:ext>
              </a:extLst>
            </p:cNvPr>
            <p:cNvSpPr/>
            <p:nvPr/>
          </p:nvSpPr>
          <p:spPr>
            <a:xfrm>
              <a:off x="5594967" y="2641281"/>
              <a:ext cx="225759" cy="279082"/>
            </a:xfrm>
            <a:custGeom>
              <a:avLst/>
              <a:gdLst>
                <a:gd name="connsiteX0" fmla="*/ 114317 w 225759"/>
                <a:gd name="connsiteY0" fmla="*/ 107632 h 279082"/>
                <a:gd name="connsiteX1" fmla="*/ 164799 w 225759"/>
                <a:gd name="connsiteY1" fmla="*/ 113347 h 279082"/>
                <a:gd name="connsiteX2" fmla="*/ 164799 w 225759"/>
                <a:gd name="connsiteY2" fmla="*/ 103822 h 279082"/>
                <a:gd name="connsiteX3" fmla="*/ 105744 w 225759"/>
                <a:gd name="connsiteY3" fmla="*/ 52388 h 279082"/>
                <a:gd name="connsiteX4" fmla="*/ 38117 w 225759"/>
                <a:gd name="connsiteY4" fmla="*/ 67628 h 279082"/>
                <a:gd name="connsiteX5" fmla="*/ 24782 w 225759"/>
                <a:gd name="connsiteY5" fmla="*/ 15240 h 279082"/>
                <a:gd name="connsiteX6" fmla="*/ 112412 w 225759"/>
                <a:gd name="connsiteY6" fmla="*/ 0 h 279082"/>
                <a:gd name="connsiteX7" fmla="*/ 225759 w 225759"/>
                <a:gd name="connsiteY7" fmla="*/ 102870 h 279082"/>
                <a:gd name="connsiteX8" fmla="*/ 225759 w 225759"/>
                <a:gd name="connsiteY8" fmla="*/ 273368 h 279082"/>
                <a:gd name="connsiteX9" fmla="*/ 166704 w 225759"/>
                <a:gd name="connsiteY9" fmla="*/ 273368 h 279082"/>
                <a:gd name="connsiteX10" fmla="*/ 166704 w 225759"/>
                <a:gd name="connsiteY10" fmla="*/ 244793 h 279082"/>
                <a:gd name="connsiteX11" fmla="*/ 165752 w 225759"/>
                <a:gd name="connsiteY11" fmla="*/ 244793 h 279082"/>
                <a:gd name="connsiteX12" fmla="*/ 87647 w 225759"/>
                <a:gd name="connsiteY12" fmla="*/ 279083 h 279082"/>
                <a:gd name="connsiteX13" fmla="*/ 17 w 225759"/>
                <a:gd name="connsiteY13" fmla="*/ 194310 h 279082"/>
                <a:gd name="connsiteX14" fmla="*/ 114317 w 225759"/>
                <a:gd name="connsiteY14" fmla="*/ 107632 h 279082"/>
                <a:gd name="connsiteX15" fmla="*/ 103839 w 225759"/>
                <a:gd name="connsiteY15" fmla="*/ 232410 h 279082"/>
                <a:gd name="connsiteX16" fmla="*/ 164799 w 225759"/>
                <a:gd name="connsiteY16" fmla="*/ 200025 h 279082"/>
                <a:gd name="connsiteX17" fmla="*/ 164799 w 225759"/>
                <a:gd name="connsiteY17" fmla="*/ 154305 h 279082"/>
                <a:gd name="connsiteX18" fmla="*/ 120984 w 225759"/>
                <a:gd name="connsiteY18" fmla="*/ 149543 h 279082"/>
                <a:gd name="connsiteX19" fmla="*/ 59072 w 225759"/>
                <a:gd name="connsiteY19" fmla="*/ 193358 h 279082"/>
                <a:gd name="connsiteX20" fmla="*/ 103839 w 225759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59" h="279082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5735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7" name="Freihandform: Form 106">
              <a:extLst>
                <a:ext uri="{FF2B5EF4-FFF2-40B4-BE49-F238E27FC236}">
                  <a16:creationId xmlns:a16="http://schemas.microsoft.com/office/drawing/2014/main" id="{AB054986-638F-4DEF-9C64-237D5B52C051}"/>
                </a:ext>
              </a:extLst>
            </p:cNvPr>
            <p:cNvSpPr/>
            <p:nvPr/>
          </p:nvSpPr>
          <p:spPr>
            <a:xfrm>
              <a:off x="5900737" y="2641281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7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8 h 273367"/>
                <a:gd name="connsiteX6" fmla="*/ 0 w 228600"/>
                <a:gd name="connsiteY6" fmla="*/ 273368 h 273367"/>
                <a:gd name="connsiteX7" fmla="*/ 0 w 228600"/>
                <a:gd name="connsiteY7" fmla="*/ 6668 h 273367"/>
                <a:gd name="connsiteX8" fmla="*/ 61913 w 228600"/>
                <a:gd name="connsiteY8" fmla="*/ 6668 h 273367"/>
                <a:gd name="connsiteX9" fmla="*/ 61913 w 228600"/>
                <a:gd name="connsiteY9" fmla="*/ 39053 h 273367"/>
                <a:gd name="connsiteX10" fmla="*/ 62865 w 228600"/>
                <a:gd name="connsiteY10" fmla="*/ 39053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8" name="Freihandform: Form 107">
              <a:extLst>
                <a:ext uri="{FF2B5EF4-FFF2-40B4-BE49-F238E27FC236}">
                  <a16:creationId xmlns:a16="http://schemas.microsoft.com/office/drawing/2014/main" id="{3D306362-98AD-47FC-9A6B-F2E497E9140C}"/>
                </a:ext>
              </a:extLst>
            </p:cNvPr>
            <p:cNvSpPr/>
            <p:nvPr/>
          </p:nvSpPr>
          <p:spPr>
            <a:xfrm>
              <a:off x="6195059" y="2525076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3 w 248602"/>
                <a:gd name="connsiteY7" fmla="*/ 389573 h 396239"/>
                <a:gd name="connsiteX8" fmla="*/ 187643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1913 w 248602"/>
                <a:gd name="connsiteY12" fmla="*/ 255270 h 396239"/>
                <a:gd name="connsiteX13" fmla="*/ 123825 w 248602"/>
                <a:gd name="connsiteY13" fmla="*/ 340995 h 396239"/>
                <a:gd name="connsiteX14" fmla="*/ 187643 w 248602"/>
                <a:gd name="connsiteY14" fmla="*/ 305753 h 396239"/>
                <a:gd name="connsiteX15" fmla="*/ 187643 w 248602"/>
                <a:gd name="connsiteY15" fmla="*/ 207645 h 396239"/>
                <a:gd name="connsiteX16" fmla="*/ 123825 w 248602"/>
                <a:gd name="connsiteY16" fmla="*/ 172402 h 396239"/>
                <a:gd name="connsiteX17" fmla="*/ 61913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9" name="Freihandform: Form 108">
              <a:extLst>
                <a:ext uri="{FF2B5EF4-FFF2-40B4-BE49-F238E27FC236}">
                  <a16:creationId xmlns:a16="http://schemas.microsoft.com/office/drawing/2014/main" id="{FE146F0C-5076-4628-A8D1-C1B97209CB48}"/>
                </a:ext>
              </a:extLst>
            </p:cNvPr>
            <p:cNvSpPr/>
            <p:nvPr/>
          </p:nvSpPr>
          <p:spPr>
            <a:xfrm>
              <a:off x="651128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7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3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7" y="53340"/>
                    <a:pt x="242887" y="135255"/>
                  </a:cubicBezTo>
                  <a:cubicBezTo>
                    <a:pt x="242887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2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3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7628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0" name="Freihandform: Form 109">
              <a:extLst>
                <a:ext uri="{FF2B5EF4-FFF2-40B4-BE49-F238E27FC236}">
                  <a16:creationId xmlns:a16="http://schemas.microsoft.com/office/drawing/2014/main" id="{40862F46-80E1-4CE8-91D0-C59CDA9CCD2E}"/>
                </a:ext>
              </a:extLst>
            </p:cNvPr>
            <p:cNvSpPr/>
            <p:nvPr/>
          </p:nvSpPr>
          <p:spPr>
            <a:xfrm>
              <a:off x="6824662" y="2641039"/>
              <a:ext cx="160019" cy="272657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1" name="Freihandform: Form 110">
              <a:extLst>
                <a:ext uri="{FF2B5EF4-FFF2-40B4-BE49-F238E27FC236}">
                  <a16:creationId xmlns:a16="http://schemas.microsoft.com/office/drawing/2014/main" id="{60ED134C-C407-4575-BA70-944D3875C3CD}"/>
                </a:ext>
              </a:extLst>
            </p:cNvPr>
            <p:cNvSpPr/>
            <p:nvPr/>
          </p:nvSpPr>
          <p:spPr>
            <a:xfrm>
              <a:off x="7023734" y="2721291"/>
              <a:ext cx="130492" cy="59055"/>
            </a:xfrm>
            <a:custGeom>
              <a:avLst/>
              <a:gdLst>
                <a:gd name="connsiteX0" fmla="*/ 130492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2 w 130492"/>
                <a:gd name="connsiteY3" fmla="*/ 0 h 59055"/>
                <a:gd name="connsiteX4" fmla="*/ 130492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1" name="Freihandform: Form 160">
              <a:extLst>
                <a:ext uri="{FF2B5EF4-FFF2-40B4-BE49-F238E27FC236}">
                  <a16:creationId xmlns:a16="http://schemas.microsoft.com/office/drawing/2014/main" id="{8D99356B-BDF0-44E7-805D-D835620BEF7F}"/>
                </a:ext>
              </a:extLst>
            </p:cNvPr>
            <p:cNvSpPr/>
            <p:nvPr/>
          </p:nvSpPr>
          <p:spPr>
            <a:xfrm>
              <a:off x="7233284" y="2545079"/>
              <a:ext cx="288607" cy="375284"/>
            </a:xfrm>
            <a:custGeom>
              <a:avLst/>
              <a:gdLst>
                <a:gd name="connsiteX0" fmla="*/ 288607 w 288607"/>
                <a:gd name="connsiteY0" fmla="*/ 222885 h 375284"/>
                <a:gd name="connsiteX1" fmla="*/ 143827 w 288607"/>
                <a:gd name="connsiteY1" fmla="*/ 375285 h 375284"/>
                <a:gd name="connsiteX2" fmla="*/ 0 w 288607"/>
                <a:gd name="connsiteY2" fmla="*/ 222885 h 375284"/>
                <a:gd name="connsiteX3" fmla="*/ 0 w 288607"/>
                <a:gd name="connsiteY3" fmla="*/ 0 h 375284"/>
                <a:gd name="connsiteX4" fmla="*/ 66675 w 288607"/>
                <a:gd name="connsiteY4" fmla="*/ 0 h 375284"/>
                <a:gd name="connsiteX5" fmla="*/ 66675 w 288607"/>
                <a:gd name="connsiteY5" fmla="*/ 219075 h 375284"/>
                <a:gd name="connsiteX6" fmla="*/ 144780 w 288607"/>
                <a:gd name="connsiteY6" fmla="*/ 312420 h 375284"/>
                <a:gd name="connsiteX7" fmla="*/ 220980 w 288607"/>
                <a:gd name="connsiteY7" fmla="*/ 219075 h 375284"/>
                <a:gd name="connsiteX8" fmla="*/ 220980 w 288607"/>
                <a:gd name="connsiteY8" fmla="*/ 0 h 375284"/>
                <a:gd name="connsiteX9" fmla="*/ 287655 w 288607"/>
                <a:gd name="connsiteY9" fmla="*/ 0 h 375284"/>
                <a:gd name="connsiteX10" fmla="*/ 287655 w 288607"/>
                <a:gd name="connsiteY10" fmla="*/ 222885 h 375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88607" h="375284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2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2" name="Freihandform: Form 161">
              <a:extLst>
                <a:ext uri="{FF2B5EF4-FFF2-40B4-BE49-F238E27FC236}">
                  <a16:creationId xmlns:a16="http://schemas.microsoft.com/office/drawing/2014/main" id="{DD65221D-BE15-4278-9DD4-9652DEFFC46C}"/>
                </a:ext>
              </a:extLst>
            </p:cNvPr>
            <p:cNvSpPr/>
            <p:nvPr/>
          </p:nvSpPr>
          <p:spPr>
            <a:xfrm>
              <a:off x="7605712" y="2641281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7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8 h 273367"/>
                <a:gd name="connsiteX6" fmla="*/ 0 w 228600"/>
                <a:gd name="connsiteY6" fmla="*/ 273368 h 273367"/>
                <a:gd name="connsiteX7" fmla="*/ 0 w 228600"/>
                <a:gd name="connsiteY7" fmla="*/ 6668 h 273367"/>
                <a:gd name="connsiteX8" fmla="*/ 61913 w 228600"/>
                <a:gd name="connsiteY8" fmla="*/ 6668 h 273367"/>
                <a:gd name="connsiteX9" fmla="*/ 61913 w 228600"/>
                <a:gd name="connsiteY9" fmla="*/ 39053 h 273367"/>
                <a:gd name="connsiteX10" fmla="*/ 62865 w 228600"/>
                <a:gd name="connsiteY10" fmla="*/ 39053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3" name="Freihandform: Form 162">
              <a:extLst>
                <a:ext uri="{FF2B5EF4-FFF2-40B4-BE49-F238E27FC236}">
                  <a16:creationId xmlns:a16="http://schemas.microsoft.com/office/drawing/2014/main" id="{706F29FA-7384-4969-AE69-A3B336309767}"/>
                </a:ext>
              </a:extLst>
            </p:cNvPr>
            <p:cNvSpPr/>
            <p:nvPr/>
          </p:nvSpPr>
          <p:spPr>
            <a:xfrm>
              <a:off x="7904797" y="2528887"/>
              <a:ext cx="79057" cy="384810"/>
            </a:xfrm>
            <a:custGeom>
              <a:avLst/>
              <a:gdLst>
                <a:gd name="connsiteX0" fmla="*/ 79057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7 w 79057"/>
                <a:gd name="connsiteY4" fmla="*/ 38100 h 384810"/>
                <a:gd name="connsiteX5" fmla="*/ 70485 w 79057"/>
                <a:gd name="connsiteY5" fmla="*/ 384810 h 384810"/>
                <a:gd name="connsiteX6" fmla="*/ 8572 w 79057"/>
                <a:gd name="connsiteY6" fmla="*/ 384810 h 384810"/>
                <a:gd name="connsiteX7" fmla="*/ 8572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4" name="Freihandform: Form 163">
              <a:extLst>
                <a:ext uri="{FF2B5EF4-FFF2-40B4-BE49-F238E27FC236}">
                  <a16:creationId xmlns:a16="http://schemas.microsoft.com/office/drawing/2014/main" id="{F1737542-B8EA-4138-9EFC-CA08C510198D}"/>
                </a:ext>
              </a:extLst>
            </p:cNvPr>
            <p:cNvSpPr/>
            <p:nvPr/>
          </p:nvSpPr>
          <p:spPr>
            <a:xfrm>
              <a:off x="8027669" y="2647949"/>
              <a:ext cx="259080" cy="266700"/>
            </a:xfrm>
            <a:custGeom>
              <a:avLst/>
              <a:gdLst>
                <a:gd name="connsiteX0" fmla="*/ 259080 w 259080"/>
                <a:gd name="connsiteY0" fmla="*/ 0 h 266700"/>
                <a:gd name="connsiteX1" fmla="*/ 161925 w 259080"/>
                <a:gd name="connsiteY1" fmla="*/ 266700 h 266700"/>
                <a:gd name="connsiteX2" fmla="*/ 97155 w 259080"/>
                <a:gd name="connsiteY2" fmla="*/ 266700 h 266700"/>
                <a:gd name="connsiteX3" fmla="*/ 0 w 259080"/>
                <a:gd name="connsiteY3" fmla="*/ 0 h 266700"/>
                <a:gd name="connsiteX4" fmla="*/ 68580 w 259080"/>
                <a:gd name="connsiteY4" fmla="*/ 0 h 266700"/>
                <a:gd name="connsiteX5" fmla="*/ 129540 w 259080"/>
                <a:gd name="connsiteY5" fmla="*/ 193358 h 266700"/>
                <a:gd name="connsiteX6" fmla="*/ 130493 w 259080"/>
                <a:gd name="connsiteY6" fmla="*/ 193358 h 266700"/>
                <a:gd name="connsiteX7" fmla="*/ 191453 w 259080"/>
                <a:gd name="connsiteY7" fmla="*/ 0 h 266700"/>
                <a:gd name="connsiteX8" fmla="*/ 259080 w 259080"/>
                <a:gd name="connsiteY8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9080" h="266700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3" y="193358"/>
                  </a:lnTo>
                  <a:lnTo>
                    <a:pt x="191453" y="0"/>
                  </a:lnTo>
                  <a:lnTo>
                    <a:pt x="25908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5" name="Freihandform: Form 164">
              <a:extLst>
                <a:ext uri="{FF2B5EF4-FFF2-40B4-BE49-F238E27FC236}">
                  <a16:creationId xmlns:a16="http://schemas.microsoft.com/office/drawing/2014/main" id="{621C53F6-23C0-41BC-802B-9F26870C79F4}"/>
                </a:ext>
              </a:extLst>
            </p:cNvPr>
            <p:cNvSpPr/>
            <p:nvPr/>
          </p:nvSpPr>
          <p:spPr>
            <a:xfrm>
              <a:off x="8315324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3 h 279082"/>
                <a:gd name="connsiteX7" fmla="*/ 198120 w 242887"/>
                <a:gd name="connsiteY7" fmla="*/ 194310 h 279082"/>
                <a:gd name="connsiteX8" fmla="*/ 237173 w 242887"/>
                <a:gd name="connsiteY8" fmla="*/ 235268 h 279082"/>
                <a:gd name="connsiteX9" fmla="*/ 132398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7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6" name="Freihandform: Form 165">
              <a:extLst>
                <a:ext uri="{FF2B5EF4-FFF2-40B4-BE49-F238E27FC236}">
                  <a16:creationId xmlns:a16="http://schemas.microsoft.com/office/drawing/2014/main" id="{DDB0D785-F93D-442F-A947-7E14014D300C}"/>
                </a:ext>
              </a:extLst>
            </p:cNvPr>
            <p:cNvSpPr/>
            <p:nvPr/>
          </p:nvSpPr>
          <p:spPr>
            <a:xfrm>
              <a:off x="8628697" y="2641039"/>
              <a:ext cx="160019" cy="272657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7" name="Freihandform: Form 166">
              <a:extLst>
                <a:ext uri="{FF2B5EF4-FFF2-40B4-BE49-F238E27FC236}">
                  <a16:creationId xmlns:a16="http://schemas.microsoft.com/office/drawing/2014/main" id="{4FAB3F5B-7F27-4A74-B5A4-FDEF77100298}"/>
                </a:ext>
              </a:extLst>
            </p:cNvPr>
            <p:cNvSpPr/>
            <p:nvPr/>
          </p:nvSpPr>
          <p:spPr>
            <a:xfrm>
              <a:off x="8818244" y="2640329"/>
              <a:ext cx="205740" cy="280034"/>
            </a:xfrm>
            <a:custGeom>
              <a:avLst/>
              <a:gdLst>
                <a:gd name="connsiteX0" fmla="*/ 29528 w 205740"/>
                <a:gd name="connsiteY0" fmla="*/ 198120 h 280034"/>
                <a:gd name="connsiteX1" fmla="*/ 104775 w 205740"/>
                <a:gd name="connsiteY1" fmla="*/ 227647 h 280034"/>
                <a:gd name="connsiteX2" fmla="*/ 143828 w 205740"/>
                <a:gd name="connsiteY2" fmla="*/ 200978 h 280034"/>
                <a:gd name="connsiteX3" fmla="*/ 10478 w 205740"/>
                <a:gd name="connsiteY3" fmla="*/ 82868 h 280034"/>
                <a:gd name="connsiteX4" fmla="*/ 111443 w 205740"/>
                <a:gd name="connsiteY4" fmla="*/ 0 h 280034"/>
                <a:gd name="connsiteX5" fmla="*/ 203835 w 205740"/>
                <a:gd name="connsiteY5" fmla="*/ 27622 h 280034"/>
                <a:gd name="connsiteX6" fmla="*/ 174307 w 205740"/>
                <a:gd name="connsiteY6" fmla="*/ 76200 h 280034"/>
                <a:gd name="connsiteX7" fmla="*/ 110490 w 205740"/>
                <a:gd name="connsiteY7" fmla="*/ 52387 h 280034"/>
                <a:gd name="connsiteX8" fmla="*/ 72390 w 205740"/>
                <a:gd name="connsiteY8" fmla="*/ 77153 h 280034"/>
                <a:gd name="connsiteX9" fmla="*/ 205740 w 205740"/>
                <a:gd name="connsiteY9" fmla="*/ 195262 h 280034"/>
                <a:gd name="connsiteX10" fmla="*/ 102870 w 205740"/>
                <a:gd name="connsiteY10" fmla="*/ 280035 h 280034"/>
                <a:gd name="connsiteX11" fmla="*/ 0 w 205740"/>
                <a:gd name="connsiteY11" fmla="*/ 247650 h 280034"/>
                <a:gd name="connsiteX12" fmla="*/ 29528 w 205740"/>
                <a:gd name="connsiteY12" fmla="*/ 198120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4">
                  <a:moveTo>
                    <a:pt x="29528" y="198120"/>
                  </a:moveTo>
                  <a:cubicBezTo>
                    <a:pt x="56198" y="218122"/>
                    <a:pt x="80963" y="227647"/>
                    <a:pt x="104775" y="227647"/>
                  </a:cubicBezTo>
                  <a:cubicBezTo>
                    <a:pt x="127635" y="227647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3" y="0"/>
                  </a:cubicBezTo>
                  <a:cubicBezTo>
                    <a:pt x="143828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8" y="60007"/>
                    <a:pt x="130493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8" y="280035"/>
                    <a:pt x="31432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8" name="Freihandform: Form 167">
              <a:extLst>
                <a:ext uri="{FF2B5EF4-FFF2-40B4-BE49-F238E27FC236}">
                  <a16:creationId xmlns:a16="http://schemas.microsoft.com/office/drawing/2014/main" id="{6E56269C-9BE6-4114-A1E9-B8686D151C53}"/>
                </a:ext>
              </a:extLst>
            </p:cNvPr>
            <p:cNvSpPr/>
            <p:nvPr/>
          </p:nvSpPr>
          <p:spPr>
            <a:xfrm>
              <a:off x="9082087" y="2528887"/>
              <a:ext cx="79057" cy="384810"/>
            </a:xfrm>
            <a:custGeom>
              <a:avLst/>
              <a:gdLst>
                <a:gd name="connsiteX0" fmla="*/ 79057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7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9" name="Freihandform: Form 168">
              <a:extLst>
                <a:ext uri="{FF2B5EF4-FFF2-40B4-BE49-F238E27FC236}">
                  <a16:creationId xmlns:a16="http://schemas.microsoft.com/office/drawing/2014/main" id="{B2E2F426-2F3B-445E-9C34-07795D634931}"/>
                </a:ext>
              </a:extLst>
            </p:cNvPr>
            <p:cNvSpPr/>
            <p:nvPr/>
          </p:nvSpPr>
          <p:spPr>
            <a:xfrm>
              <a:off x="9205912" y="2562224"/>
              <a:ext cx="165735" cy="358139"/>
            </a:xfrm>
            <a:custGeom>
              <a:avLst/>
              <a:gdLst>
                <a:gd name="connsiteX0" fmla="*/ 165735 w 165735"/>
                <a:gd name="connsiteY0" fmla="*/ 295275 h 358139"/>
                <a:gd name="connsiteX1" fmla="*/ 165735 w 165735"/>
                <a:gd name="connsiteY1" fmla="*/ 348615 h 358139"/>
                <a:gd name="connsiteX2" fmla="*/ 113348 w 165735"/>
                <a:gd name="connsiteY2" fmla="*/ 358140 h 358139"/>
                <a:gd name="connsiteX3" fmla="*/ 40957 w 165735"/>
                <a:gd name="connsiteY3" fmla="*/ 282892 h 358139"/>
                <a:gd name="connsiteX4" fmla="*/ 40957 w 165735"/>
                <a:gd name="connsiteY4" fmla="*/ 137160 h 358139"/>
                <a:gd name="connsiteX5" fmla="*/ 0 w 165735"/>
                <a:gd name="connsiteY5" fmla="*/ 137160 h 358139"/>
                <a:gd name="connsiteX6" fmla="*/ 0 w 165735"/>
                <a:gd name="connsiteY6" fmla="*/ 85725 h 358139"/>
                <a:gd name="connsiteX7" fmla="*/ 40005 w 165735"/>
                <a:gd name="connsiteY7" fmla="*/ 85725 h 358139"/>
                <a:gd name="connsiteX8" fmla="*/ 40005 w 165735"/>
                <a:gd name="connsiteY8" fmla="*/ 13335 h 358139"/>
                <a:gd name="connsiteX9" fmla="*/ 101918 w 165735"/>
                <a:gd name="connsiteY9" fmla="*/ 0 h 358139"/>
                <a:gd name="connsiteX10" fmla="*/ 101918 w 165735"/>
                <a:gd name="connsiteY10" fmla="*/ 86677 h 358139"/>
                <a:gd name="connsiteX11" fmla="*/ 165735 w 165735"/>
                <a:gd name="connsiteY11" fmla="*/ 86677 h 358139"/>
                <a:gd name="connsiteX12" fmla="*/ 165735 w 165735"/>
                <a:gd name="connsiteY12" fmla="*/ 138113 h 358139"/>
                <a:gd name="connsiteX13" fmla="*/ 101918 w 165735"/>
                <a:gd name="connsiteY13" fmla="*/ 138113 h 358139"/>
                <a:gd name="connsiteX14" fmla="*/ 101918 w 165735"/>
                <a:gd name="connsiteY14" fmla="*/ 269558 h 358139"/>
                <a:gd name="connsiteX15" fmla="*/ 130493 w 165735"/>
                <a:gd name="connsiteY15" fmla="*/ 304800 h 358139"/>
                <a:gd name="connsiteX16" fmla="*/ 165735 w 165735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0" name="Freihandform: Form 169">
              <a:extLst>
                <a:ext uri="{FF2B5EF4-FFF2-40B4-BE49-F238E27FC236}">
                  <a16:creationId xmlns:a16="http://schemas.microsoft.com/office/drawing/2014/main" id="{19170892-58A8-4B19-B59D-B0D499A2D297}"/>
                </a:ext>
              </a:extLst>
            </p:cNvPr>
            <p:cNvSpPr/>
            <p:nvPr/>
          </p:nvSpPr>
          <p:spPr>
            <a:xfrm>
              <a:off x="9420224" y="2533649"/>
              <a:ext cx="225742" cy="386714"/>
            </a:xfrm>
            <a:custGeom>
              <a:avLst/>
              <a:gdLst>
                <a:gd name="connsiteX0" fmla="*/ 114300 w 225742"/>
                <a:gd name="connsiteY0" fmla="*/ 215265 h 386714"/>
                <a:gd name="connsiteX1" fmla="*/ 164782 w 225742"/>
                <a:gd name="connsiteY1" fmla="*/ 220980 h 386714"/>
                <a:gd name="connsiteX2" fmla="*/ 164782 w 225742"/>
                <a:gd name="connsiteY2" fmla="*/ 211455 h 386714"/>
                <a:gd name="connsiteX3" fmla="*/ 105727 w 225742"/>
                <a:gd name="connsiteY3" fmla="*/ 160020 h 386714"/>
                <a:gd name="connsiteX4" fmla="*/ 38100 w 225742"/>
                <a:gd name="connsiteY4" fmla="*/ 175260 h 386714"/>
                <a:gd name="connsiteX5" fmla="*/ 24765 w 225742"/>
                <a:gd name="connsiteY5" fmla="*/ 122873 h 386714"/>
                <a:gd name="connsiteX6" fmla="*/ 112395 w 225742"/>
                <a:gd name="connsiteY6" fmla="*/ 107632 h 386714"/>
                <a:gd name="connsiteX7" fmla="*/ 225743 w 225742"/>
                <a:gd name="connsiteY7" fmla="*/ 210502 h 386714"/>
                <a:gd name="connsiteX8" fmla="*/ 225743 w 225742"/>
                <a:gd name="connsiteY8" fmla="*/ 381000 h 386714"/>
                <a:gd name="connsiteX9" fmla="*/ 166688 w 225742"/>
                <a:gd name="connsiteY9" fmla="*/ 381000 h 386714"/>
                <a:gd name="connsiteX10" fmla="*/ 166688 w 225742"/>
                <a:gd name="connsiteY10" fmla="*/ 352425 h 386714"/>
                <a:gd name="connsiteX11" fmla="*/ 165735 w 225742"/>
                <a:gd name="connsiteY11" fmla="*/ 352425 h 386714"/>
                <a:gd name="connsiteX12" fmla="*/ 87630 w 225742"/>
                <a:gd name="connsiteY12" fmla="*/ 386715 h 386714"/>
                <a:gd name="connsiteX13" fmla="*/ 0 w 225742"/>
                <a:gd name="connsiteY13" fmla="*/ 301942 h 386714"/>
                <a:gd name="connsiteX14" fmla="*/ 114300 w 225742"/>
                <a:gd name="connsiteY14" fmla="*/ 215265 h 386714"/>
                <a:gd name="connsiteX15" fmla="*/ 63818 w 225742"/>
                <a:gd name="connsiteY15" fmla="*/ 72390 h 386714"/>
                <a:gd name="connsiteX16" fmla="*/ 26670 w 225742"/>
                <a:gd name="connsiteY16" fmla="*/ 36195 h 386714"/>
                <a:gd name="connsiteX17" fmla="*/ 63818 w 225742"/>
                <a:gd name="connsiteY17" fmla="*/ 0 h 386714"/>
                <a:gd name="connsiteX18" fmla="*/ 100965 w 225742"/>
                <a:gd name="connsiteY18" fmla="*/ 36195 h 386714"/>
                <a:gd name="connsiteX19" fmla="*/ 63818 w 225742"/>
                <a:gd name="connsiteY19" fmla="*/ 72390 h 386714"/>
                <a:gd name="connsiteX20" fmla="*/ 103823 w 225742"/>
                <a:gd name="connsiteY20" fmla="*/ 340042 h 386714"/>
                <a:gd name="connsiteX21" fmla="*/ 164782 w 225742"/>
                <a:gd name="connsiteY21" fmla="*/ 307658 h 386714"/>
                <a:gd name="connsiteX22" fmla="*/ 164782 w 225742"/>
                <a:gd name="connsiteY22" fmla="*/ 261938 h 386714"/>
                <a:gd name="connsiteX23" fmla="*/ 120968 w 225742"/>
                <a:gd name="connsiteY23" fmla="*/ 257175 h 386714"/>
                <a:gd name="connsiteX24" fmla="*/ 59055 w 225742"/>
                <a:gd name="connsiteY24" fmla="*/ 300990 h 386714"/>
                <a:gd name="connsiteX25" fmla="*/ 103823 w 225742"/>
                <a:gd name="connsiteY25" fmla="*/ 340042 h 386714"/>
                <a:gd name="connsiteX26" fmla="*/ 172402 w 225742"/>
                <a:gd name="connsiteY26" fmla="*/ 72390 h 386714"/>
                <a:gd name="connsiteX27" fmla="*/ 135255 w 225742"/>
                <a:gd name="connsiteY27" fmla="*/ 36195 h 386714"/>
                <a:gd name="connsiteX28" fmla="*/ 172402 w 225742"/>
                <a:gd name="connsiteY28" fmla="*/ 0 h 386714"/>
                <a:gd name="connsiteX29" fmla="*/ 209550 w 225742"/>
                <a:gd name="connsiteY29" fmla="*/ 36195 h 386714"/>
                <a:gd name="connsiteX30" fmla="*/ 172402 w 225742"/>
                <a:gd name="connsiteY30" fmla="*/ 72390 h 386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4">
                  <a:moveTo>
                    <a:pt x="114300" y="215265"/>
                  </a:moveTo>
                  <a:cubicBezTo>
                    <a:pt x="131445" y="215265"/>
                    <a:pt x="147638" y="216217"/>
                    <a:pt x="164782" y="220980"/>
                  </a:cubicBezTo>
                  <a:lnTo>
                    <a:pt x="164782" y="211455"/>
                  </a:lnTo>
                  <a:cubicBezTo>
                    <a:pt x="164782" y="177165"/>
                    <a:pt x="144780" y="160020"/>
                    <a:pt x="105727" y="160020"/>
                  </a:cubicBezTo>
                  <a:cubicBezTo>
                    <a:pt x="83820" y="160020"/>
                    <a:pt x="60007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2" y="340042"/>
                    <a:pt x="147638" y="328613"/>
                    <a:pt x="164782" y="307658"/>
                  </a:cubicBezTo>
                  <a:lnTo>
                    <a:pt x="164782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3367"/>
                    <a:pt x="59055" y="300990"/>
                  </a:cubicBezTo>
                  <a:cubicBezTo>
                    <a:pt x="59055" y="324803"/>
                    <a:pt x="77152" y="340042"/>
                    <a:pt x="103823" y="340042"/>
                  </a:cubicBezTo>
                  <a:close/>
                  <a:moveTo>
                    <a:pt x="172402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2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2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1" name="Freihandform: Form 170">
              <a:extLst>
                <a:ext uri="{FF2B5EF4-FFF2-40B4-BE49-F238E27FC236}">
                  <a16:creationId xmlns:a16="http://schemas.microsoft.com/office/drawing/2014/main" id="{2DE0A1F9-537A-4CFA-8011-2EBAE2C5B73E}"/>
                </a:ext>
              </a:extLst>
            </p:cNvPr>
            <p:cNvSpPr/>
            <p:nvPr/>
          </p:nvSpPr>
          <p:spPr>
            <a:xfrm>
              <a:off x="9694544" y="2562224"/>
              <a:ext cx="165735" cy="358139"/>
            </a:xfrm>
            <a:custGeom>
              <a:avLst/>
              <a:gdLst>
                <a:gd name="connsiteX0" fmla="*/ 165735 w 165735"/>
                <a:gd name="connsiteY0" fmla="*/ 295275 h 358139"/>
                <a:gd name="connsiteX1" fmla="*/ 165735 w 165735"/>
                <a:gd name="connsiteY1" fmla="*/ 348615 h 358139"/>
                <a:gd name="connsiteX2" fmla="*/ 113348 w 165735"/>
                <a:gd name="connsiteY2" fmla="*/ 358140 h 358139"/>
                <a:gd name="connsiteX3" fmla="*/ 40957 w 165735"/>
                <a:gd name="connsiteY3" fmla="*/ 282892 h 358139"/>
                <a:gd name="connsiteX4" fmla="*/ 40957 w 165735"/>
                <a:gd name="connsiteY4" fmla="*/ 137160 h 358139"/>
                <a:gd name="connsiteX5" fmla="*/ 0 w 165735"/>
                <a:gd name="connsiteY5" fmla="*/ 137160 h 358139"/>
                <a:gd name="connsiteX6" fmla="*/ 0 w 165735"/>
                <a:gd name="connsiteY6" fmla="*/ 85725 h 358139"/>
                <a:gd name="connsiteX7" fmla="*/ 40005 w 165735"/>
                <a:gd name="connsiteY7" fmla="*/ 85725 h 358139"/>
                <a:gd name="connsiteX8" fmla="*/ 40005 w 165735"/>
                <a:gd name="connsiteY8" fmla="*/ 13335 h 358139"/>
                <a:gd name="connsiteX9" fmla="*/ 101918 w 165735"/>
                <a:gd name="connsiteY9" fmla="*/ 0 h 358139"/>
                <a:gd name="connsiteX10" fmla="*/ 101918 w 165735"/>
                <a:gd name="connsiteY10" fmla="*/ 86677 h 358139"/>
                <a:gd name="connsiteX11" fmla="*/ 165735 w 165735"/>
                <a:gd name="connsiteY11" fmla="*/ 86677 h 358139"/>
                <a:gd name="connsiteX12" fmla="*/ 165735 w 165735"/>
                <a:gd name="connsiteY12" fmla="*/ 138113 h 358139"/>
                <a:gd name="connsiteX13" fmla="*/ 101918 w 165735"/>
                <a:gd name="connsiteY13" fmla="*/ 138113 h 358139"/>
                <a:gd name="connsiteX14" fmla="*/ 101918 w 165735"/>
                <a:gd name="connsiteY14" fmla="*/ 269558 h 358139"/>
                <a:gd name="connsiteX15" fmla="*/ 130493 w 165735"/>
                <a:gd name="connsiteY15" fmla="*/ 304800 h 358139"/>
                <a:gd name="connsiteX16" fmla="*/ 165735 w 165735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2" name="Freihandform: Form 171">
              <a:extLst>
                <a:ext uri="{FF2B5EF4-FFF2-40B4-BE49-F238E27FC236}">
                  <a16:creationId xmlns:a16="http://schemas.microsoft.com/office/drawing/2014/main" id="{3EA90FB1-EF3F-43A7-9270-8C967FC74BC1}"/>
                </a:ext>
              </a:extLst>
            </p:cNvPr>
            <p:cNvSpPr/>
            <p:nvPr/>
          </p:nvSpPr>
          <p:spPr>
            <a:xfrm>
              <a:off x="2179319" y="3121341"/>
              <a:ext cx="292417" cy="369570"/>
            </a:xfrm>
            <a:custGeom>
              <a:avLst/>
              <a:gdLst>
                <a:gd name="connsiteX0" fmla="*/ 0 w 292417"/>
                <a:gd name="connsiteY0" fmla="*/ 0 h 369570"/>
                <a:gd name="connsiteX1" fmla="*/ 66675 w 292417"/>
                <a:gd name="connsiteY1" fmla="*/ 0 h 369570"/>
                <a:gd name="connsiteX2" fmla="*/ 230505 w 292417"/>
                <a:gd name="connsiteY2" fmla="*/ 257175 h 369570"/>
                <a:gd name="connsiteX3" fmla="*/ 231458 w 292417"/>
                <a:gd name="connsiteY3" fmla="*/ 257175 h 369570"/>
                <a:gd name="connsiteX4" fmla="*/ 229553 w 292417"/>
                <a:gd name="connsiteY4" fmla="*/ 0 h 369570"/>
                <a:gd name="connsiteX5" fmla="*/ 292418 w 292417"/>
                <a:gd name="connsiteY5" fmla="*/ 0 h 369570"/>
                <a:gd name="connsiteX6" fmla="*/ 292418 w 292417"/>
                <a:gd name="connsiteY6" fmla="*/ 368617 h 369570"/>
                <a:gd name="connsiteX7" fmla="*/ 227647 w 292417"/>
                <a:gd name="connsiteY7" fmla="*/ 368617 h 369570"/>
                <a:gd name="connsiteX8" fmla="*/ 63818 w 292417"/>
                <a:gd name="connsiteY8" fmla="*/ 110490 h 369570"/>
                <a:gd name="connsiteX9" fmla="*/ 62865 w 292417"/>
                <a:gd name="connsiteY9" fmla="*/ 110490 h 369570"/>
                <a:gd name="connsiteX10" fmla="*/ 63818 w 292417"/>
                <a:gd name="connsiteY10" fmla="*/ 369570 h 369570"/>
                <a:gd name="connsiteX11" fmla="*/ 0 w 292417"/>
                <a:gd name="connsiteY11" fmla="*/ 369570 h 369570"/>
                <a:gd name="connsiteX12" fmla="*/ 0 w 292417"/>
                <a:gd name="connsiteY12" fmla="*/ 0 h 369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92417" h="369570">
                  <a:moveTo>
                    <a:pt x="0" y="0"/>
                  </a:moveTo>
                  <a:lnTo>
                    <a:pt x="66675" y="0"/>
                  </a:lnTo>
                  <a:lnTo>
                    <a:pt x="230505" y="257175"/>
                  </a:lnTo>
                  <a:lnTo>
                    <a:pt x="231458" y="257175"/>
                  </a:lnTo>
                  <a:lnTo>
                    <a:pt x="229553" y="0"/>
                  </a:lnTo>
                  <a:lnTo>
                    <a:pt x="292418" y="0"/>
                  </a:lnTo>
                  <a:lnTo>
                    <a:pt x="292418" y="368617"/>
                  </a:lnTo>
                  <a:lnTo>
                    <a:pt x="227647" y="368617"/>
                  </a:lnTo>
                  <a:lnTo>
                    <a:pt x="63818" y="110490"/>
                  </a:lnTo>
                  <a:lnTo>
                    <a:pt x="62865" y="110490"/>
                  </a:lnTo>
                  <a:lnTo>
                    <a:pt x="63818" y="369570"/>
                  </a:lnTo>
                  <a:lnTo>
                    <a:pt x="0" y="36957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3" name="Freihandform: Form 172">
              <a:extLst>
                <a:ext uri="{FF2B5EF4-FFF2-40B4-BE49-F238E27FC236}">
                  <a16:creationId xmlns:a16="http://schemas.microsoft.com/office/drawing/2014/main" id="{07BF4DE7-D1AC-45FD-8C04-8A1641E45F08}"/>
                </a:ext>
              </a:extLst>
            </p:cNvPr>
            <p:cNvSpPr/>
            <p:nvPr/>
          </p:nvSpPr>
          <p:spPr>
            <a:xfrm>
              <a:off x="2543174" y="3217544"/>
              <a:ext cx="225742" cy="279082"/>
            </a:xfrm>
            <a:custGeom>
              <a:avLst/>
              <a:gdLst>
                <a:gd name="connsiteX0" fmla="*/ 114300 w 225742"/>
                <a:gd name="connsiteY0" fmla="*/ 107633 h 279082"/>
                <a:gd name="connsiteX1" fmla="*/ 164783 w 225742"/>
                <a:gd name="connsiteY1" fmla="*/ 113347 h 279082"/>
                <a:gd name="connsiteX2" fmla="*/ 164783 w 225742"/>
                <a:gd name="connsiteY2" fmla="*/ 103822 h 279082"/>
                <a:gd name="connsiteX3" fmla="*/ 105727 w 225742"/>
                <a:gd name="connsiteY3" fmla="*/ 52388 h 279082"/>
                <a:gd name="connsiteX4" fmla="*/ 38100 w 225742"/>
                <a:gd name="connsiteY4" fmla="*/ 67627 h 279082"/>
                <a:gd name="connsiteX5" fmla="*/ 24765 w 225742"/>
                <a:gd name="connsiteY5" fmla="*/ 15240 h 279082"/>
                <a:gd name="connsiteX6" fmla="*/ 112395 w 225742"/>
                <a:gd name="connsiteY6" fmla="*/ 0 h 279082"/>
                <a:gd name="connsiteX7" fmla="*/ 225742 w 225742"/>
                <a:gd name="connsiteY7" fmla="*/ 102870 h 279082"/>
                <a:gd name="connsiteX8" fmla="*/ 225742 w 225742"/>
                <a:gd name="connsiteY8" fmla="*/ 273367 h 279082"/>
                <a:gd name="connsiteX9" fmla="*/ 166688 w 225742"/>
                <a:gd name="connsiteY9" fmla="*/ 273367 h 279082"/>
                <a:gd name="connsiteX10" fmla="*/ 166688 w 225742"/>
                <a:gd name="connsiteY10" fmla="*/ 244792 h 279082"/>
                <a:gd name="connsiteX11" fmla="*/ 165735 w 225742"/>
                <a:gd name="connsiteY11" fmla="*/ 244792 h 279082"/>
                <a:gd name="connsiteX12" fmla="*/ 87630 w 225742"/>
                <a:gd name="connsiteY12" fmla="*/ 279083 h 279082"/>
                <a:gd name="connsiteX13" fmla="*/ 0 w 225742"/>
                <a:gd name="connsiteY13" fmla="*/ 194310 h 279082"/>
                <a:gd name="connsiteX14" fmla="*/ 114300 w 225742"/>
                <a:gd name="connsiteY14" fmla="*/ 107633 h 279082"/>
                <a:gd name="connsiteX15" fmla="*/ 103823 w 225742"/>
                <a:gd name="connsiteY15" fmla="*/ 232410 h 279082"/>
                <a:gd name="connsiteX16" fmla="*/ 164783 w 225742"/>
                <a:gd name="connsiteY16" fmla="*/ 200025 h 279082"/>
                <a:gd name="connsiteX17" fmla="*/ 164783 w 225742"/>
                <a:gd name="connsiteY17" fmla="*/ 153352 h 279082"/>
                <a:gd name="connsiteX18" fmla="*/ 120967 w 225742"/>
                <a:gd name="connsiteY18" fmla="*/ 148590 h 279082"/>
                <a:gd name="connsiteX19" fmla="*/ 59055 w 225742"/>
                <a:gd name="connsiteY19" fmla="*/ 192405 h 279082"/>
                <a:gd name="connsiteX20" fmla="*/ 103823 w 225742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42" h="279082">
                  <a:moveTo>
                    <a:pt x="114300" y="107633"/>
                  </a:moveTo>
                  <a:cubicBezTo>
                    <a:pt x="131445" y="107633"/>
                    <a:pt x="147638" y="108585"/>
                    <a:pt x="164783" y="113347"/>
                  </a:cubicBezTo>
                  <a:lnTo>
                    <a:pt x="164783" y="103822"/>
                  </a:lnTo>
                  <a:cubicBezTo>
                    <a:pt x="164783" y="69532"/>
                    <a:pt x="144780" y="52388"/>
                    <a:pt x="105727" y="52388"/>
                  </a:cubicBezTo>
                  <a:cubicBezTo>
                    <a:pt x="83820" y="52388"/>
                    <a:pt x="60008" y="57150"/>
                    <a:pt x="38100" y="67627"/>
                  </a:cubicBezTo>
                  <a:lnTo>
                    <a:pt x="24765" y="15240"/>
                  </a:lnTo>
                  <a:cubicBezTo>
                    <a:pt x="49530" y="5715"/>
                    <a:pt x="81915" y="0"/>
                    <a:pt x="112395" y="0"/>
                  </a:cubicBezTo>
                  <a:cubicBezTo>
                    <a:pt x="187642" y="0"/>
                    <a:pt x="225742" y="35242"/>
                    <a:pt x="225742" y="102870"/>
                  </a:cubicBezTo>
                  <a:lnTo>
                    <a:pt x="225742" y="273367"/>
                  </a:lnTo>
                  <a:lnTo>
                    <a:pt x="166688" y="273367"/>
                  </a:lnTo>
                  <a:lnTo>
                    <a:pt x="166688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4300" y="107633"/>
                  </a:cubicBezTo>
                  <a:close/>
                  <a:moveTo>
                    <a:pt x="103823" y="232410"/>
                  </a:moveTo>
                  <a:cubicBezTo>
                    <a:pt x="126683" y="232410"/>
                    <a:pt x="147638" y="220980"/>
                    <a:pt x="164783" y="200025"/>
                  </a:cubicBezTo>
                  <a:lnTo>
                    <a:pt x="164783" y="153352"/>
                  </a:lnTo>
                  <a:cubicBezTo>
                    <a:pt x="150495" y="149542"/>
                    <a:pt x="135255" y="148590"/>
                    <a:pt x="120967" y="148590"/>
                  </a:cubicBezTo>
                  <a:cubicBezTo>
                    <a:pt x="81915" y="148590"/>
                    <a:pt x="59055" y="164783"/>
                    <a:pt x="59055" y="192405"/>
                  </a:cubicBezTo>
                  <a:cubicBezTo>
                    <a:pt x="59055" y="217170"/>
                    <a:pt x="76200" y="232410"/>
                    <a:pt x="103823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4" name="Freihandform: Form 173">
              <a:extLst>
                <a:ext uri="{FF2B5EF4-FFF2-40B4-BE49-F238E27FC236}">
                  <a16:creationId xmlns:a16="http://schemas.microsoft.com/office/drawing/2014/main" id="{1276A6B2-8B8C-4EA5-B836-76DFE5B9C1D0}"/>
                </a:ext>
              </a:extLst>
            </p:cNvPr>
            <p:cNvSpPr/>
            <p:nvPr/>
          </p:nvSpPr>
          <p:spPr>
            <a:xfrm>
              <a:off x="2817494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7 w 165734"/>
                <a:gd name="connsiteY9" fmla="*/ 0 h 358140"/>
                <a:gd name="connsiteX10" fmla="*/ 101917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7 w 165734"/>
                <a:gd name="connsiteY13" fmla="*/ 138113 h 358140"/>
                <a:gd name="connsiteX14" fmla="*/ 101917 w 165734"/>
                <a:gd name="connsiteY14" fmla="*/ 269558 h 358140"/>
                <a:gd name="connsiteX15" fmla="*/ 130492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2"/>
                    <a:pt x="110490" y="304800"/>
                    <a:pt x="130492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5" name="Freihandform: Form 174">
              <a:extLst>
                <a:ext uri="{FF2B5EF4-FFF2-40B4-BE49-F238E27FC236}">
                  <a16:creationId xmlns:a16="http://schemas.microsoft.com/office/drawing/2014/main" id="{E3B2BC34-A59E-4FE0-B560-E9569CF298B5}"/>
                </a:ext>
              </a:extLst>
            </p:cNvPr>
            <p:cNvSpPr/>
            <p:nvPr/>
          </p:nvSpPr>
          <p:spPr>
            <a:xfrm>
              <a:off x="3038474" y="3224212"/>
              <a:ext cx="229552" cy="273367"/>
            </a:xfrm>
            <a:custGeom>
              <a:avLst/>
              <a:gdLst>
                <a:gd name="connsiteX0" fmla="*/ 62865 w 229552"/>
                <a:gd name="connsiteY0" fmla="*/ 160020 h 273367"/>
                <a:gd name="connsiteX1" fmla="*/ 116205 w 229552"/>
                <a:gd name="connsiteY1" fmla="*/ 216217 h 273367"/>
                <a:gd name="connsiteX2" fmla="*/ 167640 w 229552"/>
                <a:gd name="connsiteY2" fmla="*/ 160020 h 273367"/>
                <a:gd name="connsiteX3" fmla="*/ 167640 w 229552"/>
                <a:gd name="connsiteY3" fmla="*/ 0 h 273367"/>
                <a:gd name="connsiteX4" fmla="*/ 229553 w 229552"/>
                <a:gd name="connsiteY4" fmla="*/ 0 h 273367"/>
                <a:gd name="connsiteX5" fmla="*/ 229553 w 229552"/>
                <a:gd name="connsiteY5" fmla="*/ 161925 h 273367"/>
                <a:gd name="connsiteX6" fmla="*/ 117158 w 229552"/>
                <a:gd name="connsiteY6" fmla="*/ 273367 h 273367"/>
                <a:gd name="connsiteX7" fmla="*/ 0 w 229552"/>
                <a:gd name="connsiteY7" fmla="*/ 162878 h 273367"/>
                <a:gd name="connsiteX8" fmla="*/ 0 w 229552"/>
                <a:gd name="connsiteY8" fmla="*/ 952 h 273367"/>
                <a:gd name="connsiteX9" fmla="*/ 61913 w 229552"/>
                <a:gd name="connsiteY9" fmla="*/ 952 h 273367"/>
                <a:gd name="connsiteX10" fmla="*/ 61913 w 229552"/>
                <a:gd name="connsiteY10" fmla="*/ 160020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9552" h="273367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8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6" name="Freihandform: Form 175">
              <a:extLst>
                <a:ext uri="{FF2B5EF4-FFF2-40B4-BE49-F238E27FC236}">
                  <a16:creationId xmlns:a16="http://schemas.microsoft.com/office/drawing/2014/main" id="{D49C95CE-D5FB-4124-9055-11F36AEADC6C}"/>
                </a:ext>
              </a:extLst>
            </p:cNvPr>
            <p:cNvSpPr/>
            <p:nvPr/>
          </p:nvSpPr>
          <p:spPr>
            <a:xfrm>
              <a:off x="3348989" y="3216591"/>
              <a:ext cx="160019" cy="273367"/>
            </a:xfrm>
            <a:custGeom>
              <a:avLst/>
              <a:gdLst>
                <a:gd name="connsiteX0" fmla="*/ 160020 w 160019"/>
                <a:gd name="connsiteY0" fmla="*/ 5715 h 273367"/>
                <a:gd name="connsiteX1" fmla="*/ 150495 w 160019"/>
                <a:gd name="connsiteY1" fmla="*/ 69533 h 273367"/>
                <a:gd name="connsiteX2" fmla="*/ 116205 w 160019"/>
                <a:gd name="connsiteY2" fmla="*/ 60960 h 273367"/>
                <a:gd name="connsiteX3" fmla="*/ 61913 w 160019"/>
                <a:gd name="connsiteY3" fmla="*/ 136208 h 273367"/>
                <a:gd name="connsiteX4" fmla="*/ 61913 w 160019"/>
                <a:gd name="connsiteY4" fmla="*/ 273367 h 273367"/>
                <a:gd name="connsiteX5" fmla="*/ 0 w 160019"/>
                <a:gd name="connsiteY5" fmla="*/ 273367 h 273367"/>
                <a:gd name="connsiteX6" fmla="*/ 0 w 160019"/>
                <a:gd name="connsiteY6" fmla="*/ 6668 h 273367"/>
                <a:gd name="connsiteX7" fmla="*/ 60960 w 160019"/>
                <a:gd name="connsiteY7" fmla="*/ 6668 h 273367"/>
                <a:gd name="connsiteX8" fmla="*/ 60960 w 160019"/>
                <a:gd name="connsiteY8" fmla="*/ 40005 h 273367"/>
                <a:gd name="connsiteX9" fmla="*/ 61913 w 160019"/>
                <a:gd name="connsiteY9" fmla="*/ 40005 h 273367"/>
                <a:gd name="connsiteX10" fmla="*/ 131445 w 160019"/>
                <a:gd name="connsiteY10" fmla="*/ 0 h 273367"/>
                <a:gd name="connsiteX11" fmla="*/ 160020 w 160019"/>
                <a:gd name="connsiteY11" fmla="*/ 57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3367">
                  <a:moveTo>
                    <a:pt x="160020" y="5715"/>
                  </a:moveTo>
                  <a:lnTo>
                    <a:pt x="150495" y="69533"/>
                  </a:lnTo>
                  <a:cubicBezTo>
                    <a:pt x="140970" y="64770"/>
                    <a:pt x="129540" y="60960"/>
                    <a:pt x="116205" y="60960"/>
                  </a:cubicBezTo>
                  <a:cubicBezTo>
                    <a:pt x="73342" y="60960"/>
                    <a:pt x="61913" y="95250"/>
                    <a:pt x="61913" y="136208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8"/>
                  </a:lnTo>
                  <a:lnTo>
                    <a:pt x="60960" y="6668"/>
                  </a:lnTo>
                  <a:lnTo>
                    <a:pt x="60960" y="40005"/>
                  </a:lnTo>
                  <a:lnTo>
                    <a:pt x="61913" y="40005"/>
                  </a:lnTo>
                  <a:cubicBezTo>
                    <a:pt x="76200" y="15240"/>
                    <a:pt x="100965" y="0"/>
                    <a:pt x="131445" y="0"/>
                  </a:cubicBezTo>
                  <a:cubicBezTo>
                    <a:pt x="139065" y="0"/>
                    <a:pt x="150495" y="1905"/>
                    <a:pt x="160020" y="57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7" name="Freihandform: Form 176">
              <a:extLst>
                <a:ext uri="{FF2B5EF4-FFF2-40B4-BE49-F238E27FC236}">
                  <a16:creationId xmlns:a16="http://schemas.microsoft.com/office/drawing/2014/main" id="{93A76C5E-2F41-4F31-B9FB-4D0839D43C9E}"/>
                </a:ext>
              </a:extLst>
            </p:cNvPr>
            <p:cNvSpPr/>
            <p:nvPr/>
          </p:nvSpPr>
          <p:spPr>
            <a:xfrm>
              <a:off x="3548062" y="3224212"/>
              <a:ext cx="376237" cy="266700"/>
            </a:xfrm>
            <a:custGeom>
              <a:avLst/>
              <a:gdLst>
                <a:gd name="connsiteX0" fmla="*/ 376238 w 376237"/>
                <a:gd name="connsiteY0" fmla="*/ 0 h 266700"/>
                <a:gd name="connsiteX1" fmla="*/ 297180 w 376237"/>
                <a:gd name="connsiteY1" fmla="*/ 266700 h 266700"/>
                <a:gd name="connsiteX2" fmla="*/ 237172 w 376237"/>
                <a:gd name="connsiteY2" fmla="*/ 266700 h 266700"/>
                <a:gd name="connsiteX3" fmla="*/ 188595 w 376237"/>
                <a:gd name="connsiteY3" fmla="*/ 81915 h 266700"/>
                <a:gd name="connsiteX4" fmla="*/ 187642 w 376237"/>
                <a:gd name="connsiteY4" fmla="*/ 81915 h 266700"/>
                <a:gd name="connsiteX5" fmla="*/ 139065 w 376237"/>
                <a:gd name="connsiteY5" fmla="*/ 266700 h 266700"/>
                <a:gd name="connsiteX6" fmla="*/ 79058 w 376237"/>
                <a:gd name="connsiteY6" fmla="*/ 266700 h 266700"/>
                <a:gd name="connsiteX7" fmla="*/ 0 w 376237"/>
                <a:gd name="connsiteY7" fmla="*/ 0 h 266700"/>
                <a:gd name="connsiteX8" fmla="*/ 65722 w 376237"/>
                <a:gd name="connsiteY8" fmla="*/ 0 h 266700"/>
                <a:gd name="connsiteX9" fmla="*/ 111442 w 376237"/>
                <a:gd name="connsiteY9" fmla="*/ 180022 h 266700"/>
                <a:gd name="connsiteX10" fmla="*/ 112395 w 376237"/>
                <a:gd name="connsiteY10" fmla="*/ 180022 h 266700"/>
                <a:gd name="connsiteX11" fmla="*/ 160020 w 376237"/>
                <a:gd name="connsiteY11" fmla="*/ 0 h 266700"/>
                <a:gd name="connsiteX12" fmla="*/ 217170 w 376237"/>
                <a:gd name="connsiteY12" fmla="*/ 0 h 266700"/>
                <a:gd name="connsiteX13" fmla="*/ 265747 w 376237"/>
                <a:gd name="connsiteY13" fmla="*/ 180022 h 266700"/>
                <a:gd name="connsiteX14" fmla="*/ 266700 w 376237"/>
                <a:gd name="connsiteY14" fmla="*/ 180022 h 266700"/>
                <a:gd name="connsiteX15" fmla="*/ 311467 w 376237"/>
                <a:gd name="connsiteY15" fmla="*/ 0 h 266700"/>
                <a:gd name="connsiteX16" fmla="*/ 376238 w 376237"/>
                <a:gd name="connsiteY16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76237" h="266700">
                  <a:moveTo>
                    <a:pt x="376238" y="0"/>
                  </a:moveTo>
                  <a:lnTo>
                    <a:pt x="297180" y="266700"/>
                  </a:lnTo>
                  <a:lnTo>
                    <a:pt x="237172" y="266700"/>
                  </a:lnTo>
                  <a:lnTo>
                    <a:pt x="188595" y="81915"/>
                  </a:lnTo>
                  <a:lnTo>
                    <a:pt x="187642" y="81915"/>
                  </a:lnTo>
                  <a:lnTo>
                    <a:pt x="139065" y="266700"/>
                  </a:lnTo>
                  <a:lnTo>
                    <a:pt x="79058" y="266700"/>
                  </a:lnTo>
                  <a:lnTo>
                    <a:pt x="0" y="0"/>
                  </a:lnTo>
                  <a:lnTo>
                    <a:pt x="65722" y="0"/>
                  </a:lnTo>
                  <a:lnTo>
                    <a:pt x="111442" y="180022"/>
                  </a:lnTo>
                  <a:lnTo>
                    <a:pt x="112395" y="180022"/>
                  </a:lnTo>
                  <a:lnTo>
                    <a:pt x="160020" y="0"/>
                  </a:lnTo>
                  <a:lnTo>
                    <a:pt x="217170" y="0"/>
                  </a:lnTo>
                  <a:lnTo>
                    <a:pt x="265747" y="180022"/>
                  </a:lnTo>
                  <a:lnTo>
                    <a:pt x="266700" y="180022"/>
                  </a:lnTo>
                  <a:lnTo>
                    <a:pt x="311467" y="0"/>
                  </a:lnTo>
                  <a:lnTo>
                    <a:pt x="3762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8" name="Freihandform: Form 177">
              <a:extLst>
                <a:ext uri="{FF2B5EF4-FFF2-40B4-BE49-F238E27FC236}">
                  <a16:creationId xmlns:a16="http://schemas.microsoft.com/office/drawing/2014/main" id="{1140756E-2574-44F0-9074-9328392ACB97}"/>
                </a:ext>
              </a:extLst>
            </p:cNvPr>
            <p:cNvSpPr/>
            <p:nvPr/>
          </p:nvSpPr>
          <p:spPr>
            <a:xfrm>
              <a:off x="3970971" y="3105149"/>
              <a:ext cx="79057" cy="384809"/>
            </a:xfrm>
            <a:custGeom>
              <a:avLst/>
              <a:gdLst>
                <a:gd name="connsiteX0" fmla="*/ 79058 w 79057"/>
                <a:gd name="connsiteY0" fmla="*/ 38100 h 384809"/>
                <a:gd name="connsiteX1" fmla="*/ 39053 w 79057"/>
                <a:gd name="connsiteY1" fmla="*/ 76200 h 384809"/>
                <a:gd name="connsiteX2" fmla="*/ 0 w 79057"/>
                <a:gd name="connsiteY2" fmla="*/ 38100 h 384809"/>
                <a:gd name="connsiteX3" fmla="*/ 39053 w 79057"/>
                <a:gd name="connsiteY3" fmla="*/ 0 h 384809"/>
                <a:gd name="connsiteX4" fmla="*/ 79058 w 79057"/>
                <a:gd name="connsiteY4" fmla="*/ 38100 h 384809"/>
                <a:gd name="connsiteX5" fmla="*/ 70485 w 79057"/>
                <a:gd name="connsiteY5" fmla="*/ 384810 h 384809"/>
                <a:gd name="connsiteX6" fmla="*/ 8573 w 79057"/>
                <a:gd name="connsiteY6" fmla="*/ 384810 h 384809"/>
                <a:gd name="connsiteX7" fmla="*/ 8573 w 79057"/>
                <a:gd name="connsiteY7" fmla="*/ 118110 h 384809"/>
                <a:gd name="connsiteX8" fmla="*/ 70485 w 79057"/>
                <a:gd name="connsiteY8" fmla="*/ 118110 h 384809"/>
                <a:gd name="connsiteX9" fmla="*/ 70485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8" y="38100"/>
                  </a:moveTo>
                  <a:cubicBezTo>
                    <a:pt x="79058" y="60008"/>
                    <a:pt x="60960" y="76200"/>
                    <a:pt x="39053" y="76200"/>
                  </a:cubicBezTo>
                  <a:cubicBezTo>
                    <a:pt x="17145" y="76200"/>
                    <a:pt x="0" y="60008"/>
                    <a:pt x="0" y="38100"/>
                  </a:cubicBezTo>
                  <a:cubicBezTo>
                    <a:pt x="0" y="16192"/>
                    <a:pt x="18098" y="0"/>
                    <a:pt x="39053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9" name="Freihandform: Form 178">
              <a:extLst>
                <a:ext uri="{FF2B5EF4-FFF2-40B4-BE49-F238E27FC236}">
                  <a16:creationId xmlns:a16="http://schemas.microsoft.com/office/drawing/2014/main" id="{44D5A781-CCB6-4733-A1CC-7B66AF07F2B7}"/>
                </a:ext>
              </a:extLst>
            </p:cNvPr>
            <p:cNvSpPr/>
            <p:nvPr/>
          </p:nvSpPr>
          <p:spPr>
            <a:xfrm>
              <a:off x="4099559" y="3216591"/>
              <a:ext cx="205740" cy="280035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3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3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7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0" name="Freihandform: Form 179">
              <a:extLst>
                <a:ext uri="{FF2B5EF4-FFF2-40B4-BE49-F238E27FC236}">
                  <a16:creationId xmlns:a16="http://schemas.microsoft.com/office/drawing/2014/main" id="{5286052C-725E-4196-95ED-5A73339E7927}"/>
                </a:ext>
              </a:extLst>
            </p:cNvPr>
            <p:cNvSpPr/>
            <p:nvPr/>
          </p:nvSpPr>
          <p:spPr>
            <a:xfrm>
              <a:off x="4346256" y="3216591"/>
              <a:ext cx="205740" cy="280035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3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6198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3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1" name="Freihandform: Form 180">
              <a:extLst>
                <a:ext uri="{FF2B5EF4-FFF2-40B4-BE49-F238E27FC236}">
                  <a16:creationId xmlns:a16="http://schemas.microsoft.com/office/drawing/2014/main" id="{D5A311D4-BCEE-41FE-95E3-C6146127B40C}"/>
                </a:ext>
              </a:extLst>
            </p:cNvPr>
            <p:cNvSpPr/>
            <p:nvPr/>
          </p:nvSpPr>
          <p:spPr>
            <a:xfrm>
              <a:off x="4601527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8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3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89535" y="50482"/>
                    <a:pt x="67628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2" name="Freihandform: Form 181">
              <a:extLst>
                <a:ext uri="{FF2B5EF4-FFF2-40B4-BE49-F238E27FC236}">
                  <a16:creationId xmlns:a16="http://schemas.microsoft.com/office/drawing/2014/main" id="{B3C5380D-6CFA-43B9-A443-290AB0C2A300}"/>
                </a:ext>
              </a:extLst>
            </p:cNvPr>
            <p:cNvSpPr/>
            <p:nvPr/>
          </p:nvSpPr>
          <p:spPr>
            <a:xfrm>
              <a:off x="4913946" y="3217544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8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3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3" name="Freihandform: Form 182">
              <a:extLst>
                <a:ext uri="{FF2B5EF4-FFF2-40B4-BE49-F238E27FC236}">
                  <a16:creationId xmlns:a16="http://schemas.microsoft.com/office/drawing/2014/main" id="{08A1881A-1CE6-4B6F-8C59-66E76F02A448}"/>
                </a:ext>
              </a:extLst>
            </p:cNvPr>
            <p:cNvSpPr/>
            <p:nvPr/>
          </p:nvSpPr>
          <p:spPr>
            <a:xfrm>
              <a:off x="5198744" y="3216591"/>
              <a:ext cx="205740" cy="280035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3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6198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3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4" name="Freihandform: Form 183">
              <a:extLst>
                <a:ext uri="{FF2B5EF4-FFF2-40B4-BE49-F238E27FC236}">
                  <a16:creationId xmlns:a16="http://schemas.microsoft.com/office/drawing/2014/main" id="{19FAED69-7B35-458E-A35F-6DDE087471F1}"/>
                </a:ext>
              </a:extLst>
            </p:cNvPr>
            <p:cNvSpPr/>
            <p:nvPr/>
          </p:nvSpPr>
          <p:spPr>
            <a:xfrm>
              <a:off x="5454967" y="3216591"/>
              <a:ext cx="224789" cy="280035"/>
            </a:xfrm>
            <a:custGeom>
              <a:avLst/>
              <a:gdLst>
                <a:gd name="connsiteX0" fmla="*/ 222885 w 224789"/>
                <a:gd name="connsiteY0" fmla="*/ 237173 h 280035"/>
                <a:gd name="connsiteX1" fmla="*/ 127635 w 224789"/>
                <a:gd name="connsiteY1" fmla="*/ 280035 h 280035"/>
                <a:gd name="connsiteX2" fmla="*/ 0 w 224789"/>
                <a:gd name="connsiteY2" fmla="*/ 140970 h 280035"/>
                <a:gd name="connsiteX3" fmla="*/ 128588 w 224789"/>
                <a:gd name="connsiteY3" fmla="*/ 0 h 280035"/>
                <a:gd name="connsiteX4" fmla="*/ 224790 w 224789"/>
                <a:gd name="connsiteY4" fmla="*/ 45720 h 280035"/>
                <a:gd name="connsiteX5" fmla="*/ 181927 w 224789"/>
                <a:gd name="connsiteY5" fmla="*/ 86678 h 280035"/>
                <a:gd name="connsiteX6" fmla="*/ 128588 w 224789"/>
                <a:gd name="connsiteY6" fmla="*/ 57150 h 280035"/>
                <a:gd name="connsiteX7" fmla="*/ 62865 w 224789"/>
                <a:gd name="connsiteY7" fmla="*/ 140017 h 280035"/>
                <a:gd name="connsiteX8" fmla="*/ 128588 w 224789"/>
                <a:gd name="connsiteY8" fmla="*/ 222885 h 280035"/>
                <a:gd name="connsiteX9" fmla="*/ 183832 w 224789"/>
                <a:gd name="connsiteY9" fmla="*/ 193358 h 280035"/>
                <a:gd name="connsiteX10" fmla="*/ 222885 w 224789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5" name="Freihandform: Form 184">
              <a:extLst>
                <a:ext uri="{FF2B5EF4-FFF2-40B4-BE49-F238E27FC236}">
                  <a16:creationId xmlns:a16="http://schemas.microsoft.com/office/drawing/2014/main" id="{7C1D47F6-986A-41D8-BD7A-54ABDA896F33}"/>
                </a:ext>
              </a:extLst>
            </p:cNvPr>
            <p:cNvSpPr/>
            <p:nvPr/>
          </p:nvSpPr>
          <p:spPr>
            <a:xfrm>
              <a:off x="5733096" y="3101339"/>
              <a:ext cx="228600" cy="389572"/>
            </a:xfrm>
            <a:custGeom>
              <a:avLst/>
              <a:gdLst>
                <a:gd name="connsiteX0" fmla="*/ 228600 w 228600"/>
                <a:gd name="connsiteY0" fmla="*/ 388620 h 389572"/>
                <a:gd name="connsiteX1" fmla="*/ 166688 w 228600"/>
                <a:gd name="connsiteY1" fmla="*/ 388620 h 389572"/>
                <a:gd name="connsiteX2" fmla="*/ 166688 w 228600"/>
                <a:gd name="connsiteY2" fmla="*/ 236220 h 389572"/>
                <a:gd name="connsiteX3" fmla="*/ 117158 w 228600"/>
                <a:gd name="connsiteY3" fmla="*/ 171450 h 389572"/>
                <a:gd name="connsiteX4" fmla="*/ 61913 w 228600"/>
                <a:gd name="connsiteY4" fmla="*/ 236220 h 389572"/>
                <a:gd name="connsiteX5" fmla="*/ 61913 w 228600"/>
                <a:gd name="connsiteY5" fmla="*/ 389573 h 389572"/>
                <a:gd name="connsiteX6" fmla="*/ 0 w 228600"/>
                <a:gd name="connsiteY6" fmla="*/ 389573 h 389572"/>
                <a:gd name="connsiteX7" fmla="*/ 0 w 228600"/>
                <a:gd name="connsiteY7" fmla="*/ 15240 h 389572"/>
                <a:gd name="connsiteX8" fmla="*/ 61913 w 228600"/>
                <a:gd name="connsiteY8" fmla="*/ 0 h 389572"/>
                <a:gd name="connsiteX9" fmla="*/ 61913 w 228600"/>
                <a:gd name="connsiteY9" fmla="*/ 155258 h 389572"/>
                <a:gd name="connsiteX10" fmla="*/ 62865 w 228600"/>
                <a:gd name="connsiteY10" fmla="*/ 155258 h 389572"/>
                <a:gd name="connsiteX11" fmla="*/ 140970 w 228600"/>
                <a:gd name="connsiteY11" fmla="*/ 116205 h 389572"/>
                <a:gd name="connsiteX12" fmla="*/ 228600 w 228600"/>
                <a:gd name="connsiteY12" fmla="*/ 223838 h 389572"/>
                <a:gd name="connsiteX13" fmla="*/ 228600 w 228600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89572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6" name="Freihandform: Form 185">
              <a:extLst>
                <a:ext uri="{FF2B5EF4-FFF2-40B4-BE49-F238E27FC236}">
                  <a16:creationId xmlns:a16="http://schemas.microsoft.com/office/drawing/2014/main" id="{ACDA601C-2229-42A2-A7F2-6D0D0B14CE0E}"/>
                </a:ext>
              </a:extLst>
            </p:cNvPr>
            <p:cNvSpPr/>
            <p:nvPr/>
          </p:nvSpPr>
          <p:spPr>
            <a:xfrm>
              <a:off x="6023609" y="3217544"/>
              <a:ext cx="225742" cy="279082"/>
            </a:xfrm>
            <a:custGeom>
              <a:avLst/>
              <a:gdLst>
                <a:gd name="connsiteX0" fmla="*/ 114300 w 225742"/>
                <a:gd name="connsiteY0" fmla="*/ 107633 h 279082"/>
                <a:gd name="connsiteX1" fmla="*/ 164783 w 225742"/>
                <a:gd name="connsiteY1" fmla="*/ 113347 h 279082"/>
                <a:gd name="connsiteX2" fmla="*/ 164783 w 225742"/>
                <a:gd name="connsiteY2" fmla="*/ 103822 h 279082"/>
                <a:gd name="connsiteX3" fmla="*/ 105728 w 225742"/>
                <a:gd name="connsiteY3" fmla="*/ 52388 h 279082"/>
                <a:gd name="connsiteX4" fmla="*/ 38100 w 225742"/>
                <a:gd name="connsiteY4" fmla="*/ 67627 h 279082"/>
                <a:gd name="connsiteX5" fmla="*/ 24765 w 225742"/>
                <a:gd name="connsiteY5" fmla="*/ 15240 h 279082"/>
                <a:gd name="connsiteX6" fmla="*/ 112395 w 225742"/>
                <a:gd name="connsiteY6" fmla="*/ 0 h 279082"/>
                <a:gd name="connsiteX7" fmla="*/ 225743 w 225742"/>
                <a:gd name="connsiteY7" fmla="*/ 102870 h 279082"/>
                <a:gd name="connsiteX8" fmla="*/ 225743 w 225742"/>
                <a:gd name="connsiteY8" fmla="*/ 273367 h 279082"/>
                <a:gd name="connsiteX9" fmla="*/ 166688 w 225742"/>
                <a:gd name="connsiteY9" fmla="*/ 273367 h 279082"/>
                <a:gd name="connsiteX10" fmla="*/ 166688 w 225742"/>
                <a:gd name="connsiteY10" fmla="*/ 244792 h 279082"/>
                <a:gd name="connsiteX11" fmla="*/ 165735 w 225742"/>
                <a:gd name="connsiteY11" fmla="*/ 244792 h 279082"/>
                <a:gd name="connsiteX12" fmla="*/ 87630 w 225742"/>
                <a:gd name="connsiteY12" fmla="*/ 279083 h 279082"/>
                <a:gd name="connsiteX13" fmla="*/ 0 w 225742"/>
                <a:gd name="connsiteY13" fmla="*/ 194310 h 279082"/>
                <a:gd name="connsiteX14" fmla="*/ 114300 w 225742"/>
                <a:gd name="connsiteY14" fmla="*/ 107633 h 279082"/>
                <a:gd name="connsiteX15" fmla="*/ 103822 w 225742"/>
                <a:gd name="connsiteY15" fmla="*/ 232410 h 279082"/>
                <a:gd name="connsiteX16" fmla="*/ 164783 w 225742"/>
                <a:gd name="connsiteY16" fmla="*/ 200025 h 279082"/>
                <a:gd name="connsiteX17" fmla="*/ 164783 w 225742"/>
                <a:gd name="connsiteY17" fmla="*/ 153352 h 279082"/>
                <a:gd name="connsiteX18" fmla="*/ 120968 w 225742"/>
                <a:gd name="connsiteY18" fmla="*/ 148590 h 279082"/>
                <a:gd name="connsiteX19" fmla="*/ 59055 w 225742"/>
                <a:gd name="connsiteY19" fmla="*/ 192405 h 279082"/>
                <a:gd name="connsiteX20" fmla="*/ 103822 w 225742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42" h="279082">
                  <a:moveTo>
                    <a:pt x="114300" y="107633"/>
                  </a:moveTo>
                  <a:cubicBezTo>
                    <a:pt x="131445" y="107633"/>
                    <a:pt x="147638" y="108585"/>
                    <a:pt x="164783" y="113347"/>
                  </a:cubicBezTo>
                  <a:lnTo>
                    <a:pt x="164783" y="103822"/>
                  </a:lnTo>
                  <a:cubicBezTo>
                    <a:pt x="164783" y="69532"/>
                    <a:pt x="144780" y="52388"/>
                    <a:pt x="105728" y="52388"/>
                  </a:cubicBezTo>
                  <a:cubicBezTo>
                    <a:pt x="83820" y="52388"/>
                    <a:pt x="60008" y="57150"/>
                    <a:pt x="38100" y="67627"/>
                  </a:cubicBezTo>
                  <a:lnTo>
                    <a:pt x="24765" y="15240"/>
                  </a:lnTo>
                  <a:cubicBezTo>
                    <a:pt x="49530" y="5715"/>
                    <a:pt x="81915" y="0"/>
                    <a:pt x="112395" y="0"/>
                  </a:cubicBezTo>
                  <a:cubicBezTo>
                    <a:pt x="187643" y="0"/>
                    <a:pt x="225743" y="35242"/>
                    <a:pt x="225743" y="102870"/>
                  </a:cubicBezTo>
                  <a:lnTo>
                    <a:pt x="225743" y="273367"/>
                  </a:lnTo>
                  <a:lnTo>
                    <a:pt x="166688" y="273367"/>
                  </a:lnTo>
                  <a:lnTo>
                    <a:pt x="166688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4300" y="107633"/>
                  </a:cubicBezTo>
                  <a:close/>
                  <a:moveTo>
                    <a:pt x="103822" y="232410"/>
                  </a:moveTo>
                  <a:cubicBezTo>
                    <a:pt x="126683" y="232410"/>
                    <a:pt x="147638" y="220980"/>
                    <a:pt x="164783" y="200025"/>
                  </a:cubicBezTo>
                  <a:lnTo>
                    <a:pt x="164783" y="153352"/>
                  </a:lnTo>
                  <a:cubicBezTo>
                    <a:pt x="150495" y="149542"/>
                    <a:pt x="135255" y="148590"/>
                    <a:pt x="120968" y="148590"/>
                  </a:cubicBezTo>
                  <a:cubicBezTo>
                    <a:pt x="81915" y="148590"/>
                    <a:pt x="59055" y="164783"/>
                    <a:pt x="59055" y="192405"/>
                  </a:cubicBezTo>
                  <a:cubicBezTo>
                    <a:pt x="60008" y="217170"/>
                    <a:pt x="77153" y="232410"/>
                    <a:pt x="103822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7" name="Freihandform: Form 186">
              <a:extLst>
                <a:ext uri="{FF2B5EF4-FFF2-40B4-BE49-F238E27FC236}">
                  <a16:creationId xmlns:a16="http://schemas.microsoft.com/office/drawing/2014/main" id="{785F4A99-D669-4967-BBBD-C0E6C914F4BD}"/>
                </a:ext>
              </a:extLst>
            </p:cNvPr>
            <p:cNvSpPr/>
            <p:nvPr/>
          </p:nvSpPr>
          <p:spPr>
            <a:xfrm>
              <a:off x="6299834" y="3097529"/>
              <a:ext cx="162877" cy="391477"/>
            </a:xfrm>
            <a:custGeom>
              <a:avLst/>
              <a:gdLst>
                <a:gd name="connsiteX0" fmla="*/ 162878 w 162877"/>
                <a:gd name="connsiteY0" fmla="*/ 58103 h 391477"/>
                <a:gd name="connsiteX1" fmla="*/ 135255 w 162877"/>
                <a:gd name="connsiteY1" fmla="*/ 52388 h 391477"/>
                <a:gd name="connsiteX2" fmla="*/ 101918 w 162877"/>
                <a:gd name="connsiteY2" fmla="*/ 89535 h 391477"/>
                <a:gd name="connsiteX3" fmla="*/ 101918 w 162877"/>
                <a:gd name="connsiteY3" fmla="*/ 125730 h 391477"/>
                <a:gd name="connsiteX4" fmla="*/ 155258 w 162877"/>
                <a:gd name="connsiteY4" fmla="*/ 125730 h 391477"/>
                <a:gd name="connsiteX5" fmla="*/ 155258 w 162877"/>
                <a:gd name="connsiteY5" fmla="*/ 177165 h 391477"/>
                <a:gd name="connsiteX6" fmla="*/ 102870 w 162877"/>
                <a:gd name="connsiteY6" fmla="*/ 177165 h 391477"/>
                <a:gd name="connsiteX7" fmla="*/ 102870 w 162877"/>
                <a:gd name="connsiteY7" fmla="*/ 391478 h 391477"/>
                <a:gd name="connsiteX8" fmla="*/ 40958 w 162877"/>
                <a:gd name="connsiteY8" fmla="*/ 391478 h 391477"/>
                <a:gd name="connsiteX9" fmla="*/ 40958 w 162877"/>
                <a:gd name="connsiteY9" fmla="*/ 177165 h 391477"/>
                <a:gd name="connsiteX10" fmla="*/ 0 w 162877"/>
                <a:gd name="connsiteY10" fmla="*/ 177165 h 391477"/>
                <a:gd name="connsiteX11" fmla="*/ 0 w 162877"/>
                <a:gd name="connsiteY11" fmla="*/ 126683 h 391477"/>
                <a:gd name="connsiteX12" fmla="*/ 40958 w 162877"/>
                <a:gd name="connsiteY12" fmla="*/ 126683 h 391477"/>
                <a:gd name="connsiteX13" fmla="*/ 40958 w 162877"/>
                <a:gd name="connsiteY13" fmla="*/ 88583 h 391477"/>
                <a:gd name="connsiteX14" fmla="*/ 125730 w 162877"/>
                <a:gd name="connsiteY14" fmla="*/ 0 h 391477"/>
                <a:gd name="connsiteX15" fmla="*/ 162878 w 162877"/>
                <a:gd name="connsiteY15" fmla="*/ 5715 h 391477"/>
                <a:gd name="connsiteX16" fmla="*/ 162878 w 162877"/>
                <a:gd name="connsiteY16" fmla="*/ 58103 h 391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2877" h="391477">
                  <a:moveTo>
                    <a:pt x="162878" y="58103"/>
                  </a:moveTo>
                  <a:cubicBezTo>
                    <a:pt x="154305" y="54293"/>
                    <a:pt x="144780" y="52388"/>
                    <a:pt x="135255" y="52388"/>
                  </a:cubicBezTo>
                  <a:cubicBezTo>
                    <a:pt x="111443" y="52388"/>
                    <a:pt x="101918" y="64770"/>
                    <a:pt x="101918" y="89535"/>
                  </a:cubicBezTo>
                  <a:lnTo>
                    <a:pt x="101918" y="125730"/>
                  </a:lnTo>
                  <a:lnTo>
                    <a:pt x="155258" y="125730"/>
                  </a:lnTo>
                  <a:lnTo>
                    <a:pt x="155258" y="177165"/>
                  </a:lnTo>
                  <a:lnTo>
                    <a:pt x="102870" y="177165"/>
                  </a:lnTo>
                  <a:lnTo>
                    <a:pt x="102870" y="391478"/>
                  </a:lnTo>
                  <a:lnTo>
                    <a:pt x="40958" y="391478"/>
                  </a:lnTo>
                  <a:lnTo>
                    <a:pt x="40958" y="177165"/>
                  </a:lnTo>
                  <a:lnTo>
                    <a:pt x="0" y="177165"/>
                  </a:lnTo>
                  <a:lnTo>
                    <a:pt x="0" y="126683"/>
                  </a:lnTo>
                  <a:lnTo>
                    <a:pt x="40958" y="126683"/>
                  </a:lnTo>
                  <a:lnTo>
                    <a:pt x="40958" y="88583"/>
                  </a:lnTo>
                  <a:cubicBezTo>
                    <a:pt x="40958" y="33338"/>
                    <a:pt x="65722" y="0"/>
                    <a:pt x="125730" y="0"/>
                  </a:cubicBezTo>
                  <a:cubicBezTo>
                    <a:pt x="139065" y="0"/>
                    <a:pt x="152400" y="1905"/>
                    <a:pt x="162878" y="5715"/>
                  </a:cubicBezTo>
                  <a:lnTo>
                    <a:pt x="162878" y="5810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8" name="Freihandform: Form 187">
              <a:extLst>
                <a:ext uri="{FF2B5EF4-FFF2-40B4-BE49-F238E27FC236}">
                  <a16:creationId xmlns:a16="http://schemas.microsoft.com/office/drawing/2014/main" id="{99269C21-4B9A-40F4-B0EC-4302D1D81285}"/>
                </a:ext>
              </a:extLst>
            </p:cNvPr>
            <p:cNvSpPr/>
            <p:nvPr/>
          </p:nvSpPr>
          <p:spPr>
            <a:xfrm>
              <a:off x="6497002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7 w 165734"/>
                <a:gd name="connsiteY9" fmla="*/ 0 h 358140"/>
                <a:gd name="connsiteX10" fmla="*/ 101917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7 w 165734"/>
                <a:gd name="connsiteY13" fmla="*/ 138113 h 358140"/>
                <a:gd name="connsiteX14" fmla="*/ 101917 w 165734"/>
                <a:gd name="connsiteY14" fmla="*/ 269558 h 358140"/>
                <a:gd name="connsiteX15" fmla="*/ 130492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2"/>
                    <a:pt x="110490" y="304800"/>
                    <a:pt x="130492" y="304800"/>
                  </a:cubicBezTo>
                  <a:cubicBezTo>
                    <a:pt x="141922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9" name="Freihandform: Form 188">
              <a:extLst>
                <a:ext uri="{FF2B5EF4-FFF2-40B4-BE49-F238E27FC236}">
                  <a16:creationId xmlns:a16="http://schemas.microsoft.com/office/drawing/2014/main" id="{63DCF50B-B7E2-4B9A-A9F1-72C2786856E5}"/>
                </a:ext>
              </a:extLst>
            </p:cNvPr>
            <p:cNvSpPr/>
            <p:nvPr/>
          </p:nvSpPr>
          <p:spPr>
            <a:xfrm>
              <a:off x="6725601" y="3100387"/>
              <a:ext cx="61912" cy="389572"/>
            </a:xfrm>
            <a:custGeom>
              <a:avLst/>
              <a:gdLst>
                <a:gd name="connsiteX0" fmla="*/ 61913 w 61912"/>
                <a:gd name="connsiteY0" fmla="*/ 389572 h 389572"/>
                <a:gd name="connsiteX1" fmla="*/ 0 w 61912"/>
                <a:gd name="connsiteY1" fmla="*/ 389572 h 389572"/>
                <a:gd name="connsiteX2" fmla="*/ 0 w 61912"/>
                <a:gd name="connsiteY2" fmla="*/ 14288 h 389572"/>
                <a:gd name="connsiteX3" fmla="*/ 61913 w 61912"/>
                <a:gd name="connsiteY3" fmla="*/ 0 h 389572"/>
                <a:gd name="connsiteX4" fmla="*/ 61913 w 61912"/>
                <a:gd name="connsiteY4" fmla="*/ 389572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957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0" name="Freihandform: Form 189">
              <a:extLst>
                <a:ext uri="{FF2B5EF4-FFF2-40B4-BE49-F238E27FC236}">
                  <a16:creationId xmlns:a16="http://schemas.microsoft.com/office/drawing/2014/main" id="{33378C80-94EA-4CB0-840E-7D1524EF66B2}"/>
                </a:ext>
              </a:extLst>
            </p:cNvPr>
            <p:cNvSpPr/>
            <p:nvPr/>
          </p:nvSpPr>
          <p:spPr>
            <a:xfrm>
              <a:off x="6861809" y="3105149"/>
              <a:ext cx="79057" cy="384809"/>
            </a:xfrm>
            <a:custGeom>
              <a:avLst/>
              <a:gdLst>
                <a:gd name="connsiteX0" fmla="*/ 79057 w 79057"/>
                <a:gd name="connsiteY0" fmla="*/ 38100 h 384809"/>
                <a:gd name="connsiteX1" fmla="*/ 39052 w 79057"/>
                <a:gd name="connsiteY1" fmla="*/ 76200 h 384809"/>
                <a:gd name="connsiteX2" fmla="*/ 0 w 79057"/>
                <a:gd name="connsiteY2" fmla="*/ 38100 h 384809"/>
                <a:gd name="connsiteX3" fmla="*/ 39052 w 79057"/>
                <a:gd name="connsiteY3" fmla="*/ 0 h 384809"/>
                <a:gd name="connsiteX4" fmla="*/ 79057 w 79057"/>
                <a:gd name="connsiteY4" fmla="*/ 38100 h 384809"/>
                <a:gd name="connsiteX5" fmla="*/ 70485 w 79057"/>
                <a:gd name="connsiteY5" fmla="*/ 384810 h 384809"/>
                <a:gd name="connsiteX6" fmla="*/ 8572 w 79057"/>
                <a:gd name="connsiteY6" fmla="*/ 384810 h 384809"/>
                <a:gd name="connsiteX7" fmla="*/ 8572 w 79057"/>
                <a:gd name="connsiteY7" fmla="*/ 118110 h 384809"/>
                <a:gd name="connsiteX8" fmla="*/ 70485 w 79057"/>
                <a:gd name="connsiteY8" fmla="*/ 118110 h 384809"/>
                <a:gd name="connsiteX9" fmla="*/ 70485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7" y="38100"/>
                  </a:moveTo>
                  <a:cubicBezTo>
                    <a:pt x="79057" y="60008"/>
                    <a:pt x="60960" y="76200"/>
                    <a:pt x="39052" y="76200"/>
                  </a:cubicBezTo>
                  <a:cubicBezTo>
                    <a:pt x="17145" y="76200"/>
                    <a:pt x="0" y="60008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7" y="16192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1" name="Freihandform: Form 190">
              <a:extLst>
                <a:ext uri="{FF2B5EF4-FFF2-40B4-BE49-F238E27FC236}">
                  <a16:creationId xmlns:a16="http://schemas.microsoft.com/office/drawing/2014/main" id="{5578B968-B064-4B8A-B630-315830A91186}"/>
                </a:ext>
              </a:extLst>
            </p:cNvPr>
            <p:cNvSpPr/>
            <p:nvPr/>
          </p:nvSpPr>
          <p:spPr>
            <a:xfrm>
              <a:off x="6998969" y="3216591"/>
              <a:ext cx="224790" cy="280035"/>
            </a:xfrm>
            <a:custGeom>
              <a:avLst/>
              <a:gdLst>
                <a:gd name="connsiteX0" fmla="*/ 222885 w 224790"/>
                <a:gd name="connsiteY0" fmla="*/ 237173 h 280035"/>
                <a:gd name="connsiteX1" fmla="*/ 127635 w 224790"/>
                <a:gd name="connsiteY1" fmla="*/ 280035 h 280035"/>
                <a:gd name="connsiteX2" fmla="*/ 0 w 224790"/>
                <a:gd name="connsiteY2" fmla="*/ 140970 h 280035"/>
                <a:gd name="connsiteX3" fmla="*/ 128588 w 224790"/>
                <a:gd name="connsiteY3" fmla="*/ 0 h 280035"/>
                <a:gd name="connsiteX4" fmla="*/ 224790 w 224790"/>
                <a:gd name="connsiteY4" fmla="*/ 45720 h 280035"/>
                <a:gd name="connsiteX5" fmla="*/ 181928 w 224790"/>
                <a:gd name="connsiteY5" fmla="*/ 86678 h 280035"/>
                <a:gd name="connsiteX6" fmla="*/ 128588 w 224790"/>
                <a:gd name="connsiteY6" fmla="*/ 57150 h 280035"/>
                <a:gd name="connsiteX7" fmla="*/ 62865 w 224790"/>
                <a:gd name="connsiteY7" fmla="*/ 140017 h 280035"/>
                <a:gd name="connsiteX8" fmla="*/ 128588 w 224790"/>
                <a:gd name="connsiteY8" fmla="*/ 222885 h 280035"/>
                <a:gd name="connsiteX9" fmla="*/ 183832 w 224790"/>
                <a:gd name="connsiteY9" fmla="*/ 193358 h 280035"/>
                <a:gd name="connsiteX10" fmla="*/ 222885 w 224790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2" name="Freihandform: Form 191">
              <a:extLst>
                <a:ext uri="{FF2B5EF4-FFF2-40B4-BE49-F238E27FC236}">
                  <a16:creationId xmlns:a16="http://schemas.microsoft.com/office/drawing/2014/main" id="{F571248A-4AB2-457F-AD4B-B1C61842CDE5}"/>
                </a:ext>
              </a:extLst>
            </p:cNvPr>
            <p:cNvSpPr/>
            <p:nvPr/>
          </p:nvSpPr>
          <p:spPr>
            <a:xfrm>
              <a:off x="7277099" y="3101339"/>
              <a:ext cx="229552" cy="389572"/>
            </a:xfrm>
            <a:custGeom>
              <a:avLst/>
              <a:gdLst>
                <a:gd name="connsiteX0" fmla="*/ 229552 w 229552"/>
                <a:gd name="connsiteY0" fmla="*/ 388620 h 389572"/>
                <a:gd name="connsiteX1" fmla="*/ 166688 w 229552"/>
                <a:gd name="connsiteY1" fmla="*/ 388620 h 389572"/>
                <a:gd name="connsiteX2" fmla="*/ 166688 w 229552"/>
                <a:gd name="connsiteY2" fmla="*/ 236220 h 389572"/>
                <a:gd name="connsiteX3" fmla="*/ 117157 w 229552"/>
                <a:gd name="connsiteY3" fmla="*/ 171450 h 389572"/>
                <a:gd name="connsiteX4" fmla="*/ 61913 w 229552"/>
                <a:gd name="connsiteY4" fmla="*/ 236220 h 389572"/>
                <a:gd name="connsiteX5" fmla="*/ 61913 w 229552"/>
                <a:gd name="connsiteY5" fmla="*/ 389573 h 389572"/>
                <a:gd name="connsiteX6" fmla="*/ 0 w 229552"/>
                <a:gd name="connsiteY6" fmla="*/ 389573 h 389572"/>
                <a:gd name="connsiteX7" fmla="*/ 0 w 229552"/>
                <a:gd name="connsiteY7" fmla="*/ 15240 h 389572"/>
                <a:gd name="connsiteX8" fmla="*/ 61913 w 229552"/>
                <a:gd name="connsiteY8" fmla="*/ 0 h 389572"/>
                <a:gd name="connsiteX9" fmla="*/ 61913 w 229552"/>
                <a:gd name="connsiteY9" fmla="*/ 155258 h 389572"/>
                <a:gd name="connsiteX10" fmla="*/ 62865 w 229552"/>
                <a:gd name="connsiteY10" fmla="*/ 155258 h 389572"/>
                <a:gd name="connsiteX11" fmla="*/ 140970 w 229552"/>
                <a:gd name="connsiteY11" fmla="*/ 116205 h 389572"/>
                <a:gd name="connsiteX12" fmla="*/ 228600 w 229552"/>
                <a:gd name="connsiteY12" fmla="*/ 223838 h 389572"/>
                <a:gd name="connsiteX13" fmla="*/ 228600 w 229552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52" h="389572">
                  <a:moveTo>
                    <a:pt x="229552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7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7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3" name="Freihandform: Form 192">
              <a:extLst>
                <a:ext uri="{FF2B5EF4-FFF2-40B4-BE49-F238E27FC236}">
                  <a16:creationId xmlns:a16="http://schemas.microsoft.com/office/drawing/2014/main" id="{A6FFBD8C-20FE-49A8-AD93-91F6AB916004}"/>
                </a:ext>
              </a:extLst>
            </p:cNvPr>
            <p:cNvSpPr/>
            <p:nvPr/>
          </p:nvSpPr>
          <p:spPr>
            <a:xfrm>
              <a:off x="7571422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4" name="Freihandform: Form 193">
              <a:extLst>
                <a:ext uri="{FF2B5EF4-FFF2-40B4-BE49-F238E27FC236}">
                  <a16:creationId xmlns:a16="http://schemas.microsoft.com/office/drawing/2014/main" id="{9726AFCB-1AD9-483A-9650-9FF07CF67281}"/>
                </a:ext>
              </a:extLst>
            </p:cNvPr>
            <p:cNvSpPr/>
            <p:nvPr/>
          </p:nvSpPr>
          <p:spPr>
            <a:xfrm>
              <a:off x="8041956" y="3122294"/>
              <a:ext cx="231457" cy="368617"/>
            </a:xfrm>
            <a:custGeom>
              <a:avLst/>
              <a:gdLst>
                <a:gd name="connsiteX0" fmla="*/ 231457 w 231457"/>
                <a:gd name="connsiteY0" fmla="*/ 60007 h 368617"/>
                <a:gd name="connsiteX1" fmla="*/ 65723 w 231457"/>
                <a:gd name="connsiteY1" fmla="*/ 60007 h 368617"/>
                <a:gd name="connsiteX2" fmla="*/ 65723 w 231457"/>
                <a:gd name="connsiteY2" fmla="*/ 151447 h 368617"/>
                <a:gd name="connsiteX3" fmla="*/ 189548 w 231457"/>
                <a:gd name="connsiteY3" fmla="*/ 151447 h 368617"/>
                <a:gd name="connsiteX4" fmla="*/ 189548 w 231457"/>
                <a:gd name="connsiteY4" fmla="*/ 211455 h 368617"/>
                <a:gd name="connsiteX5" fmla="*/ 65723 w 231457"/>
                <a:gd name="connsiteY5" fmla="*/ 211455 h 368617"/>
                <a:gd name="connsiteX6" fmla="*/ 65723 w 231457"/>
                <a:gd name="connsiteY6" fmla="*/ 368617 h 368617"/>
                <a:gd name="connsiteX7" fmla="*/ 0 w 231457"/>
                <a:gd name="connsiteY7" fmla="*/ 368617 h 368617"/>
                <a:gd name="connsiteX8" fmla="*/ 0 w 231457"/>
                <a:gd name="connsiteY8" fmla="*/ 0 h 368617"/>
                <a:gd name="connsiteX9" fmla="*/ 231457 w 231457"/>
                <a:gd name="connsiteY9" fmla="*/ 0 h 368617"/>
                <a:gd name="connsiteX10" fmla="*/ 231457 w 231457"/>
                <a:gd name="connsiteY10" fmla="*/ 60007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1457" h="368617">
                  <a:moveTo>
                    <a:pt x="231457" y="60007"/>
                  </a:moveTo>
                  <a:lnTo>
                    <a:pt x="65723" y="60007"/>
                  </a:lnTo>
                  <a:lnTo>
                    <a:pt x="65723" y="151447"/>
                  </a:lnTo>
                  <a:lnTo>
                    <a:pt x="189548" y="151447"/>
                  </a:lnTo>
                  <a:lnTo>
                    <a:pt x="189548" y="211455"/>
                  </a:lnTo>
                  <a:lnTo>
                    <a:pt x="65723" y="211455"/>
                  </a:lnTo>
                  <a:lnTo>
                    <a:pt x="65723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5" name="Freihandform: Form 194">
              <a:extLst>
                <a:ext uri="{FF2B5EF4-FFF2-40B4-BE49-F238E27FC236}">
                  <a16:creationId xmlns:a16="http://schemas.microsoft.com/office/drawing/2014/main" id="{F2DF3C25-6C88-4662-A6A6-42B5BB22B511}"/>
                </a:ext>
              </a:extLst>
            </p:cNvPr>
            <p:cNvSpPr/>
            <p:nvPr/>
          </p:nvSpPr>
          <p:spPr>
            <a:xfrm>
              <a:off x="8285780" y="3217544"/>
              <a:ext cx="225758" cy="279082"/>
            </a:xfrm>
            <a:custGeom>
              <a:avLst/>
              <a:gdLst>
                <a:gd name="connsiteX0" fmla="*/ 114317 w 225758"/>
                <a:gd name="connsiteY0" fmla="*/ 107633 h 279082"/>
                <a:gd name="connsiteX1" fmla="*/ 164799 w 225758"/>
                <a:gd name="connsiteY1" fmla="*/ 113347 h 279082"/>
                <a:gd name="connsiteX2" fmla="*/ 164799 w 225758"/>
                <a:gd name="connsiteY2" fmla="*/ 103822 h 279082"/>
                <a:gd name="connsiteX3" fmla="*/ 105744 w 225758"/>
                <a:gd name="connsiteY3" fmla="*/ 52388 h 279082"/>
                <a:gd name="connsiteX4" fmla="*/ 38117 w 225758"/>
                <a:gd name="connsiteY4" fmla="*/ 67627 h 279082"/>
                <a:gd name="connsiteX5" fmla="*/ 24781 w 225758"/>
                <a:gd name="connsiteY5" fmla="*/ 15240 h 279082"/>
                <a:gd name="connsiteX6" fmla="*/ 112412 w 225758"/>
                <a:gd name="connsiteY6" fmla="*/ 0 h 279082"/>
                <a:gd name="connsiteX7" fmla="*/ 225759 w 225758"/>
                <a:gd name="connsiteY7" fmla="*/ 102870 h 279082"/>
                <a:gd name="connsiteX8" fmla="*/ 225759 w 225758"/>
                <a:gd name="connsiteY8" fmla="*/ 273367 h 279082"/>
                <a:gd name="connsiteX9" fmla="*/ 166704 w 225758"/>
                <a:gd name="connsiteY9" fmla="*/ 273367 h 279082"/>
                <a:gd name="connsiteX10" fmla="*/ 166704 w 225758"/>
                <a:gd name="connsiteY10" fmla="*/ 244792 h 279082"/>
                <a:gd name="connsiteX11" fmla="*/ 165751 w 225758"/>
                <a:gd name="connsiteY11" fmla="*/ 244792 h 279082"/>
                <a:gd name="connsiteX12" fmla="*/ 87646 w 225758"/>
                <a:gd name="connsiteY12" fmla="*/ 279083 h 279082"/>
                <a:gd name="connsiteX13" fmla="*/ 17 w 225758"/>
                <a:gd name="connsiteY13" fmla="*/ 194310 h 279082"/>
                <a:gd name="connsiteX14" fmla="*/ 114317 w 225758"/>
                <a:gd name="connsiteY14" fmla="*/ 107633 h 279082"/>
                <a:gd name="connsiteX15" fmla="*/ 103839 w 225758"/>
                <a:gd name="connsiteY15" fmla="*/ 232410 h 279082"/>
                <a:gd name="connsiteX16" fmla="*/ 164799 w 225758"/>
                <a:gd name="connsiteY16" fmla="*/ 200025 h 279082"/>
                <a:gd name="connsiteX17" fmla="*/ 164799 w 225758"/>
                <a:gd name="connsiteY17" fmla="*/ 153352 h 279082"/>
                <a:gd name="connsiteX18" fmla="*/ 120984 w 225758"/>
                <a:gd name="connsiteY18" fmla="*/ 148590 h 279082"/>
                <a:gd name="connsiteX19" fmla="*/ 59071 w 225758"/>
                <a:gd name="connsiteY19" fmla="*/ 192405 h 279082"/>
                <a:gd name="connsiteX20" fmla="*/ 103839 w 225758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58" h="279082">
                  <a:moveTo>
                    <a:pt x="114317" y="107633"/>
                  </a:moveTo>
                  <a:cubicBezTo>
                    <a:pt x="131462" y="107633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6" y="52388"/>
                    <a:pt x="105744" y="52388"/>
                  </a:cubicBezTo>
                  <a:cubicBezTo>
                    <a:pt x="83837" y="52388"/>
                    <a:pt x="60024" y="57150"/>
                    <a:pt x="38117" y="67627"/>
                  </a:cubicBezTo>
                  <a:lnTo>
                    <a:pt x="24781" y="15240"/>
                  </a:lnTo>
                  <a:cubicBezTo>
                    <a:pt x="49546" y="5715"/>
                    <a:pt x="81931" y="0"/>
                    <a:pt x="112412" y="0"/>
                  </a:cubicBezTo>
                  <a:cubicBezTo>
                    <a:pt x="187659" y="0"/>
                    <a:pt x="225759" y="35242"/>
                    <a:pt x="225759" y="102870"/>
                  </a:cubicBezTo>
                  <a:lnTo>
                    <a:pt x="225759" y="273367"/>
                  </a:lnTo>
                  <a:lnTo>
                    <a:pt x="166704" y="273367"/>
                  </a:lnTo>
                  <a:lnTo>
                    <a:pt x="166704" y="244792"/>
                  </a:lnTo>
                  <a:lnTo>
                    <a:pt x="165751" y="244792"/>
                  </a:lnTo>
                  <a:cubicBezTo>
                    <a:pt x="142892" y="268605"/>
                    <a:pt x="119079" y="279083"/>
                    <a:pt x="87646" y="279083"/>
                  </a:cubicBezTo>
                  <a:cubicBezTo>
                    <a:pt x="34306" y="279083"/>
                    <a:pt x="17" y="245745"/>
                    <a:pt x="17" y="194310"/>
                  </a:cubicBezTo>
                  <a:cubicBezTo>
                    <a:pt x="-936" y="138113"/>
                    <a:pt x="39069" y="107633"/>
                    <a:pt x="114317" y="107633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3352"/>
                  </a:lnTo>
                  <a:cubicBezTo>
                    <a:pt x="150512" y="149542"/>
                    <a:pt x="135271" y="148590"/>
                    <a:pt x="120984" y="148590"/>
                  </a:cubicBezTo>
                  <a:cubicBezTo>
                    <a:pt x="81931" y="148590"/>
                    <a:pt x="59071" y="164783"/>
                    <a:pt x="59071" y="192405"/>
                  </a:cubicBezTo>
                  <a:cubicBezTo>
                    <a:pt x="59071" y="217170"/>
                    <a:pt x="76217" y="232410"/>
                    <a:pt x="103839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6" name="Freihandform: Form 195">
              <a:extLst>
                <a:ext uri="{FF2B5EF4-FFF2-40B4-BE49-F238E27FC236}">
                  <a16:creationId xmlns:a16="http://schemas.microsoft.com/office/drawing/2014/main" id="{95A3CF1A-6032-4872-927C-735172F42726}"/>
                </a:ext>
              </a:extLst>
            </p:cNvPr>
            <p:cNvSpPr/>
            <p:nvPr/>
          </p:nvSpPr>
          <p:spPr>
            <a:xfrm>
              <a:off x="8590597" y="3101339"/>
              <a:ext cx="234314" cy="389572"/>
            </a:xfrm>
            <a:custGeom>
              <a:avLst/>
              <a:gdLst>
                <a:gd name="connsiteX0" fmla="*/ 0 w 234314"/>
                <a:gd name="connsiteY0" fmla="*/ 15240 h 389572"/>
                <a:gd name="connsiteX1" fmla="*/ 61913 w 234314"/>
                <a:gd name="connsiteY1" fmla="*/ 0 h 389572"/>
                <a:gd name="connsiteX2" fmla="*/ 61913 w 234314"/>
                <a:gd name="connsiteY2" fmla="*/ 234315 h 389572"/>
                <a:gd name="connsiteX3" fmla="*/ 62865 w 234314"/>
                <a:gd name="connsiteY3" fmla="*/ 234315 h 389572"/>
                <a:gd name="connsiteX4" fmla="*/ 150495 w 234314"/>
                <a:gd name="connsiteY4" fmla="*/ 122873 h 389572"/>
                <a:gd name="connsiteX5" fmla="*/ 224790 w 234314"/>
                <a:gd name="connsiteY5" fmla="*/ 122873 h 389572"/>
                <a:gd name="connsiteX6" fmla="*/ 137160 w 234314"/>
                <a:gd name="connsiteY6" fmla="*/ 227648 h 389572"/>
                <a:gd name="connsiteX7" fmla="*/ 234315 w 234314"/>
                <a:gd name="connsiteY7" fmla="*/ 389573 h 389572"/>
                <a:gd name="connsiteX8" fmla="*/ 160020 w 234314"/>
                <a:gd name="connsiteY8" fmla="*/ 389573 h 389572"/>
                <a:gd name="connsiteX9" fmla="*/ 93345 w 234314"/>
                <a:gd name="connsiteY9" fmla="*/ 274320 h 389572"/>
                <a:gd name="connsiteX10" fmla="*/ 62865 w 234314"/>
                <a:gd name="connsiteY10" fmla="*/ 308610 h 389572"/>
                <a:gd name="connsiteX11" fmla="*/ 62865 w 234314"/>
                <a:gd name="connsiteY11" fmla="*/ 389573 h 389572"/>
                <a:gd name="connsiteX12" fmla="*/ 952 w 234314"/>
                <a:gd name="connsiteY12" fmla="*/ 389573 h 389572"/>
                <a:gd name="connsiteX13" fmla="*/ 952 w 234314"/>
                <a:gd name="connsiteY13" fmla="*/ 1524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4314" h="389572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7" name="Freihandform: Form 196">
              <a:extLst>
                <a:ext uri="{FF2B5EF4-FFF2-40B4-BE49-F238E27FC236}">
                  <a16:creationId xmlns:a16="http://schemas.microsoft.com/office/drawing/2014/main" id="{27D5CCD2-63F8-48A8-947F-AB27C9C2F838}"/>
                </a:ext>
              </a:extLst>
            </p:cNvPr>
            <p:cNvSpPr/>
            <p:nvPr/>
          </p:nvSpPr>
          <p:spPr>
            <a:xfrm>
              <a:off x="8870631" y="3224212"/>
              <a:ext cx="229552" cy="273367"/>
            </a:xfrm>
            <a:custGeom>
              <a:avLst/>
              <a:gdLst>
                <a:gd name="connsiteX0" fmla="*/ 62865 w 229552"/>
                <a:gd name="connsiteY0" fmla="*/ 160020 h 273367"/>
                <a:gd name="connsiteX1" fmla="*/ 116205 w 229552"/>
                <a:gd name="connsiteY1" fmla="*/ 216217 h 273367"/>
                <a:gd name="connsiteX2" fmla="*/ 167640 w 229552"/>
                <a:gd name="connsiteY2" fmla="*/ 160020 h 273367"/>
                <a:gd name="connsiteX3" fmla="*/ 167640 w 229552"/>
                <a:gd name="connsiteY3" fmla="*/ 0 h 273367"/>
                <a:gd name="connsiteX4" fmla="*/ 229553 w 229552"/>
                <a:gd name="connsiteY4" fmla="*/ 0 h 273367"/>
                <a:gd name="connsiteX5" fmla="*/ 229553 w 229552"/>
                <a:gd name="connsiteY5" fmla="*/ 161925 h 273367"/>
                <a:gd name="connsiteX6" fmla="*/ 117157 w 229552"/>
                <a:gd name="connsiteY6" fmla="*/ 273367 h 273367"/>
                <a:gd name="connsiteX7" fmla="*/ 0 w 229552"/>
                <a:gd name="connsiteY7" fmla="*/ 162878 h 273367"/>
                <a:gd name="connsiteX8" fmla="*/ 0 w 229552"/>
                <a:gd name="connsiteY8" fmla="*/ 952 h 273367"/>
                <a:gd name="connsiteX9" fmla="*/ 61913 w 229552"/>
                <a:gd name="connsiteY9" fmla="*/ 952 h 273367"/>
                <a:gd name="connsiteX10" fmla="*/ 61913 w 229552"/>
                <a:gd name="connsiteY10" fmla="*/ 160020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9552" h="273367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8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8" name="Freihandform: Form 197">
              <a:extLst>
                <a:ext uri="{FF2B5EF4-FFF2-40B4-BE49-F238E27FC236}">
                  <a16:creationId xmlns:a16="http://schemas.microsoft.com/office/drawing/2014/main" id="{2F709A41-6092-4CCF-82D7-E877063EEB9F}"/>
                </a:ext>
              </a:extLst>
            </p:cNvPr>
            <p:cNvSpPr/>
            <p:nvPr/>
          </p:nvSpPr>
          <p:spPr>
            <a:xfrm>
              <a:off x="9180194" y="3100387"/>
              <a:ext cx="61912" cy="389572"/>
            </a:xfrm>
            <a:custGeom>
              <a:avLst/>
              <a:gdLst>
                <a:gd name="connsiteX0" fmla="*/ 61913 w 61912"/>
                <a:gd name="connsiteY0" fmla="*/ 389572 h 389572"/>
                <a:gd name="connsiteX1" fmla="*/ 0 w 61912"/>
                <a:gd name="connsiteY1" fmla="*/ 389572 h 389572"/>
                <a:gd name="connsiteX2" fmla="*/ 0 w 61912"/>
                <a:gd name="connsiteY2" fmla="*/ 14288 h 389572"/>
                <a:gd name="connsiteX3" fmla="*/ 61913 w 61912"/>
                <a:gd name="connsiteY3" fmla="*/ 0 h 389572"/>
                <a:gd name="connsiteX4" fmla="*/ 61913 w 61912"/>
                <a:gd name="connsiteY4" fmla="*/ 389572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957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9" name="Freihandform: Form 198">
              <a:extLst>
                <a:ext uri="{FF2B5EF4-FFF2-40B4-BE49-F238E27FC236}">
                  <a16:creationId xmlns:a16="http://schemas.microsoft.com/office/drawing/2014/main" id="{581773BF-ABD0-407E-AB97-E68F240BC3D4}"/>
                </a:ext>
              </a:extLst>
            </p:cNvPr>
            <p:cNvSpPr/>
            <p:nvPr/>
          </p:nvSpPr>
          <p:spPr>
            <a:xfrm>
              <a:off x="9297351" y="3138487"/>
              <a:ext cx="165735" cy="358140"/>
            </a:xfrm>
            <a:custGeom>
              <a:avLst/>
              <a:gdLst>
                <a:gd name="connsiteX0" fmla="*/ 165735 w 165735"/>
                <a:gd name="connsiteY0" fmla="*/ 295275 h 358140"/>
                <a:gd name="connsiteX1" fmla="*/ 165735 w 165735"/>
                <a:gd name="connsiteY1" fmla="*/ 348615 h 358140"/>
                <a:gd name="connsiteX2" fmla="*/ 113348 w 165735"/>
                <a:gd name="connsiteY2" fmla="*/ 358140 h 358140"/>
                <a:gd name="connsiteX3" fmla="*/ 40958 w 165735"/>
                <a:gd name="connsiteY3" fmla="*/ 282892 h 358140"/>
                <a:gd name="connsiteX4" fmla="*/ 40958 w 165735"/>
                <a:gd name="connsiteY4" fmla="*/ 137160 h 358140"/>
                <a:gd name="connsiteX5" fmla="*/ 0 w 165735"/>
                <a:gd name="connsiteY5" fmla="*/ 137160 h 358140"/>
                <a:gd name="connsiteX6" fmla="*/ 0 w 165735"/>
                <a:gd name="connsiteY6" fmla="*/ 85725 h 358140"/>
                <a:gd name="connsiteX7" fmla="*/ 40005 w 165735"/>
                <a:gd name="connsiteY7" fmla="*/ 85725 h 358140"/>
                <a:gd name="connsiteX8" fmla="*/ 40005 w 165735"/>
                <a:gd name="connsiteY8" fmla="*/ 13335 h 358140"/>
                <a:gd name="connsiteX9" fmla="*/ 101918 w 165735"/>
                <a:gd name="connsiteY9" fmla="*/ 0 h 358140"/>
                <a:gd name="connsiteX10" fmla="*/ 101918 w 165735"/>
                <a:gd name="connsiteY10" fmla="*/ 86677 h 358140"/>
                <a:gd name="connsiteX11" fmla="*/ 165735 w 165735"/>
                <a:gd name="connsiteY11" fmla="*/ 86677 h 358140"/>
                <a:gd name="connsiteX12" fmla="*/ 165735 w 165735"/>
                <a:gd name="connsiteY12" fmla="*/ 138113 h 358140"/>
                <a:gd name="connsiteX13" fmla="*/ 101918 w 165735"/>
                <a:gd name="connsiteY13" fmla="*/ 138113 h 358140"/>
                <a:gd name="connsiteX14" fmla="*/ 101918 w 165735"/>
                <a:gd name="connsiteY14" fmla="*/ 269558 h 358140"/>
                <a:gd name="connsiteX15" fmla="*/ 130493 w 165735"/>
                <a:gd name="connsiteY15" fmla="*/ 304800 h 358140"/>
                <a:gd name="connsiteX16" fmla="*/ 165735 w 165735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3" y="303847"/>
                    <a:pt x="155258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0" name="Freihandform: Form 199">
              <a:extLst>
                <a:ext uri="{FF2B5EF4-FFF2-40B4-BE49-F238E27FC236}">
                  <a16:creationId xmlns:a16="http://schemas.microsoft.com/office/drawing/2014/main" id="{6DB7A116-4CDE-41A8-8D2D-EF85A5B70166}"/>
                </a:ext>
              </a:extLst>
            </p:cNvPr>
            <p:cNvSpPr/>
            <p:nvPr/>
          </p:nvSpPr>
          <p:spPr>
            <a:xfrm>
              <a:off x="9511664" y="3109912"/>
              <a:ext cx="225742" cy="386715"/>
            </a:xfrm>
            <a:custGeom>
              <a:avLst/>
              <a:gdLst>
                <a:gd name="connsiteX0" fmla="*/ 114300 w 225742"/>
                <a:gd name="connsiteY0" fmla="*/ 215265 h 386715"/>
                <a:gd name="connsiteX1" fmla="*/ 164783 w 225742"/>
                <a:gd name="connsiteY1" fmla="*/ 220980 h 386715"/>
                <a:gd name="connsiteX2" fmla="*/ 164783 w 225742"/>
                <a:gd name="connsiteY2" fmla="*/ 211455 h 386715"/>
                <a:gd name="connsiteX3" fmla="*/ 105728 w 225742"/>
                <a:gd name="connsiteY3" fmla="*/ 160020 h 386715"/>
                <a:gd name="connsiteX4" fmla="*/ 38100 w 225742"/>
                <a:gd name="connsiteY4" fmla="*/ 175260 h 386715"/>
                <a:gd name="connsiteX5" fmla="*/ 24765 w 225742"/>
                <a:gd name="connsiteY5" fmla="*/ 122873 h 386715"/>
                <a:gd name="connsiteX6" fmla="*/ 112395 w 225742"/>
                <a:gd name="connsiteY6" fmla="*/ 107633 h 386715"/>
                <a:gd name="connsiteX7" fmla="*/ 225743 w 225742"/>
                <a:gd name="connsiteY7" fmla="*/ 210503 h 386715"/>
                <a:gd name="connsiteX8" fmla="*/ 225743 w 225742"/>
                <a:gd name="connsiteY8" fmla="*/ 381000 h 386715"/>
                <a:gd name="connsiteX9" fmla="*/ 166688 w 225742"/>
                <a:gd name="connsiteY9" fmla="*/ 381000 h 386715"/>
                <a:gd name="connsiteX10" fmla="*/ 166688 w 225742"/>
                <a:gd name="connsiteY10" fmla="*/ 352425 h 386715"/>
                <a:gd name="connsiteX11" fmla="*/ 165735 w 225742"/>
                <a:gd name="connsiteY11" fmla="*/ 352425 h 386715"/>
                <a:gd name="connsiteX12" fmla="*/ 87630 w 225742"/>
                <a:gd name="connsiteY12" fmla="*/ 386715 h 386715"/>
                <a:gd name="connsiteX13" fmla="*/ 0 w 225742"/>
                <a:gd name="connsiteY13" fmla="*/ 301942 h 386715"/>
                <a:gd name="connsiteX14" fmla="*/ 114300 w 225742"/>
                <a:gd name="connsiteY14" fmla="*/ 215265 h 386715"/>
                <a:gd name="connsiteX15" fmla="*/ 63818 w 225742"/>
                <a:gd name="connsiteY15" fmla="*/ 72390 h 386715"/>
                <a:gd name="connsiteX16" fmla="*/ 26670 w 225742"/>
                <a:gd name="connsiteY16" fmla="*/ 36195 h 386715"/>
                <a:gd name="connsiteX17" fmla="*/ 63818 w 225742"/>
                <a:gd name="connsiteY17" fmla="*/ 0 h 386715"/>
                <a:gd name="connsiteX18" fmla="*/ 100965 w 225742"/>
                <a:gd name="connsiteY18" fmla="*/ 36195 h 386715"/>
                <a:gd name="connsiteX19" fmla="*/ 63818 w 225742"/>
                <a:gd name="connsiteY19" fmla="*/ 72390 h 386715"/>
                <a:gd name="connsiteX20" fmla="*/ 103823 w 225742"/>
                <a:gd name="connsiteY20" fmla="*/ 340042 h 386715"/>
                <a:gd name="connsiteX21" fmla="*/ 164783 w 225742"/>
                <a:gd name="connsiteY21" fmla="*/ 307658 h 386715"/>
                <a:gd name="connsiteX22" fmla="*/ 164783 w 225742"/>
                <a:gd name="connsiteY22" fmla="*/ 260985 h 386715"/>
                <a:gd name="connsiteX23" fmla="*/ 120968 w 225742"/>
                <a:gd name="connsiteY23" fmla="*/ 256222 h 386715"/>
                <a:gd name="connsiteX24" fmla="*/ 59055 w 225742"/>
                <a:gd name="connsiteY24" fmla="*/ 300038 h 386715"/>
                <a:gd name="connsiteX25" fmla="*/ 103823 w 225742"/>
                <a:gd name="connsiteY25" fmla="*/ 340042 h 386715"/>
                <a:gd name="connsiteX26" fmla="*/ 172403 w 225742"/>
                <a:gd name="connsiteY26" fmla="*/ 72390 h 386715"/>
                <a:gd name="connsiteX27" fmla="*/ 135255 w 225742"/>
                <a:gd name="connsiteY27" fmla="*/ 36195 h 386715"/>
                <a:gd name="connsiteX28" fmla="*/ 172403 w 225742"/>
                <a:gd name="connsiteY28" fmla="*/ 0 h 386715"/>
                <a:gd name="connsiteX29" fmla="*/ 209550 w 225742"/>
                <a:gd name="connsiteY29" fmla="*/ 36195 h 386715"/>
                <a:gd name="connsiteX30" fmla="*/ 172403 w 225742"/>
                <a:gd name="connsiteY30" fmla="*/ 72390 h 386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5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3" y="107633"/>
                    <a:pt x="225743" y="142875"/>
                    <a:pt x="225743" y="210503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8" y="256222"/>
                  </a:cubicBezTo>
                  <a:cubicBezTo>
                    <a:pt x="81915" y="256222"/>
                    <a:pt x="59055" y="272415"/>
                    <a:pt x="59055" y="300038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1" name="Freihandform: Form 200">
              <a:extLst>
                <a:ext uri="{FF2B5EF4-FFF2-40B4-BE49-F238E27FC236}">
                  <a16:creationId xmlns:a16="http://schemas.microsoft.com/office/drawing/2014/main" id="{5F16F757-9510-463A-A785-07309AE306C9}"/>
                </a:ext>
              </a:extLst>
            </p:cNvPr>
            <p:cNvSpPr/>
            <p:nvPr/>
          </p:nvSpPr>
          <p:spPr>
            <a:xfrm>
              <a:off x="9785984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7 w 165734"/>
                <a:gd name="connsiteY9" fmla="*/ 0 h 358140"/>
                <a:gd name="connsiteX10" fmla="*/ 101917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7 w 165734"/>
                <a:gd name="connsiteY13" fmla="*/ 138113 h 358140"/>
                <a:gd name="connsiteX14" fmla="*/ 101917 w 165734"/>
                <a:gd name="connsiteY14" fmla="*/ 269558 h 358140"/>
                <a:gd name="connsiteX15" fmla="*/ 130492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2"/>
                    <a:pt x="110490" y="304800"/>
                    <a:pt x="130492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3673164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BE38A-EB2B-4D3A-BA3A-60E064537934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7" y="1631156"/>
            <a:ext cx="11157745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F5C59997-58CB-4A34-A7D6-744D4117F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9" name="Bildplatzhalter 6">
            <a:extLst>
              <a:ext uri="{FF2B5EF4-FFF2-40B4-BE49-F238E27FC236}">
                <a16:creationId xmlns:a16="http://schemas.microsoft.com/office/drawing/2014/main" id="{25613776-0F22-42BA-AE5A-1B73727AAD1E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6F3463B9-219F-47BA-A610-FB7E4EFC87CD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947022359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CC082-19BF-4D34-BDBA-EB322D18BEAC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8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024A1079-17C2-45DE-A16B-14C152A08F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06329" y="1631156"/>
            <a:ext cx="5469732" cy="456961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6791738E-1095-45F8-98E2-D057FFD19CAA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D20B1B70-928F-438A-A4F8-3D6D25006E3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35535879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| dr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01C556-645C-42D3-87FB-030FC3158F6C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36A777D-D5C6-4E84-A9C9-D0F4836A4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304591F-2FC9-4C29-9FE5-537955E3B92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8318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D0C47385-EF97-44EE-867E-E9365B44CA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07242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E3F53468-6A74-4DFC-93FD-A760B961965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12780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86333803-0B38-4F61-95AE-49DCFFD7FB8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D8037CEF-DC8D-42F8-A101-D7A662C38F3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128012453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 Bild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45246-EA9D-44AC-8282-2F0AC2B129E1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8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3A0E3338-4E71-4920-9A06-A4D408E5A297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206329" y="1631155"/>
            <a:ext cx="5469732" cy="4569619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8D50DB04-91D7-4C23-96CE-09E0502D14CD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83009F8A-4A00-4A24-A6D8-404B72DE25C4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014530973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- 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3A0E3338-4E71-4920-9A06-A4D408E5A297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8" y="1631155"/>
            <a:ext cx="5469732" cy="4569619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AD71A9-818B-4A2E-8A37-E98B7E8971F2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06331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1C6D487A-3469-4A14-880C-0C0352BFC29A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FFCDCB26-1E50-4916-A928-F93F50FC820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117654710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ldfolie | mit Stör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C430C106-4EB7-47B9-8F1D-0BFCFBEAECE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D1CD45B2-C7E2-4C43-84ED-BFB6DC4E84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8319" y="3431381"/>
            <a:ext cx="3571200" cy="2769394"/>
          </a:xfrm>
          <a:solidFill>
            <a:schemeClr val="bg1"/>
          </a:solidFill>
        </p:spPr>
        <p:txBody>
          <a:bodyPr wrap="square" lIns="180000" tIns="180000" rIns="360000" bIns="18000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DFE029E8-09EC-45DC-B2BB-25B2B1C145AC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D3613C15-D9EF-4DBF-8B74-3D509941276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8E0568E8-B36B-404B-9E38-F367F7DFCF81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54EB1BCB-8EFE-43BA-AE53-9984B9F11B54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B189016C-ED2A-474D-A417-5E0F497B514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9856DE16-FDEC-4063-8C73-CBF95C803B59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E3759D02-378A-4C73-8CA4-E4FB217B94E6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612F9041-226E-4E23-B398-1F7D9044B5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618D5641-3E9B-4072-8388-BB46336975A8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870072D5-E220-4946-9EE1-80DFB58C3A38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0A43D9D6-7790-4E94-8493-67757E33734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8E7E0758-62D1-453D-B55E-FDC4CCE3C6E4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84310EC5-28E5-4146-A748-79C1FCA769F0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2D5BC590-E7B8-48F8-AAC5-6799BCBDEB4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DF5B0BA6-3F36-41A3-8125-15AA496849C8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07018BC3-E9D3-4DC9-9093-D415FD96426D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38F1A063-9C9E-48DF-9813-A4EA4497C2D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F79F31FE-DC89-4DED-A231-3D8DCBF48D98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7DF8EA8-3E45-431B-90A0-140583E1D07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B300055A-A6D6-4CE1-986A-0930765E02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0B2C23E7-0482-498A-B984-44C6CF40F3B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AC7A65B2-F352-4DA5-9A36-9105D478D2C2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4D9AE9BE-891D-491B-98F9-78F552DDC8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E259A48F-52D3-481E-86F8-360FED16B872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7ADB04CE-94F5-430A-9FF1-01DE211731F2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50411913-7BEC-4F33-BDE8-154F93D079C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A40BADBF-D4AC-4B48-AE66-D79BD3055404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CB5DA2A5-4F29-4DF6-A342-0A7B4878AAB5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E820BD84-9211-4C19-A40B-4121AD892514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21C7D9CA-751B-4809-9338-47DDC5D1A72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D1C22B97-CFD8-4E78-BF7E-02A71F190F83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30697269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1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F7457-C8AB-4044-B935-CD3DF3246568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6A4CB3A7-ACED-41D0-8E35-318CD3693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EBFE18BD-74E5-4328-B98A-9C6FC4FCA59F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11157746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A51E223D-AC82-4D54-A383-0E2DF84E2EF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11157746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Bildplatzhalter 6">
            <a:extLst>
              <a:ext uri="{FF2B5EF4-FFF2-40B4-BE49-F238E27FC236}">
                <a16:creationId xmlns:a16="http://schemas.microsoft.com/office/drawing/2014/main" id="{05EC4CE8-43C6-428F-9E62-CB38E0CE6447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711068D0-85DC-484A-8BF9-5725F4DBB275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8852483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9981F1-A701-4B80-A32E-B610E9E63C09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8C7F934-D7F3-42CA-88CC-3AEB50FF1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4" name="Bildplatzhalter 8">
            <a:extLst>
              <a:ext uri="{FF2B5EF4-FFF2-40B4-BE49-F238E27FC236}">
                <a16:creationId xmlns:a16="http://schemas.microsoft.com/office/drawing/2014/main" id="{B4B72DA6-61BE-42F9-8894-08B159BC7C7D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5" name="Textplatzhalter 10">
            <a:extLst>
              <a:ext uri="{FF2B5EF4-FFF2-40B4-BE49-F238E27FC236}">
                <a16:creationId xmlns:a16="http://schemas.microsoft.com/office/drawing/2014/main" id="{0E2D86CD-8C0A-461A-82DE-DEB73A6F9ACE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6" name="Bildplatzhalter 8">
            <a:extLst>
              <a:ext uri="{FF2B5EF4-FFF2-40B4-BE49-F238E27FC236}">
                <a16:creationId xmlns:a16="http://schemas.microsoft.com/office/drawing/2014/main" id="{B4E7C39B-83E8-467B-AD57-55CA08888B5C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206331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7" name="Textplatzhalter 10">
            <a:extLst>
              <a:ext uri="{FF2B5EF4-FFF2-40B4-BE49-F238E27FC236}">
                <a16:creationId xmlns:a16="http://schemas.microsoft.com/office/drawing/2014/main" id="{CE124A50-74B4-4E32-AA56-DCD775B1300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206331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BF87D6FE-3E8F-49D4-B36A-217C95B23AF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039FC616-E693-41C1-BD19-698B2851440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400509618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583C28-30E4-4A43-BE3F-F394179AD869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9995CF9C-9826-4946-A085-FF49199BE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E2430412-20B6-4F53-A77B-A26A49135E4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2" name="Textplatzhalter 10">
            <a:extLst>
              <a:ext uri="{FF2B5EF4-FFF2-40B4-BE49-F238E27FC236}">
                <a16:creationId xmlns:a16="http://schemas.microsoft.com/office/drawing/2014/main" id="{48CA2DF0-5B92-4CE6-AF1A-CC648431BB9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Bildplatzhalter 8">
            <a:extLst>
              <a:ext uri="{FF2B5EF4-FFF2-40B4-BE49-F238E27FC236}">
                <a16:creationId xmlns:a16="http://schemas.microsoft.com/office/drawing/2014/main" id="{002E2471-F223-4896-A895-CE0AF20E11D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8106305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4" name="Textplatzhalter 10">
            <a:extLst>
              <a:ext uri="{FF2B5EF4-FFF2-40B4-BE49-F238E27FC236}">
                <a16:creationId xmlns:a16="http://schemas.microsoft.com/office/drawing/2014/main" id="{470E7482-A37A-44BE-ADE5-A0B3B10E8FCA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106305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5" name="Bildplatzhalter 8">
            <a:extLst>
              <a:ext uri="{FF2B5EF4-FFF2-40B4-BE49-F238E27FC236}">
                <a16:creationId xmlns:a16="http://schemas.microsoft.com/office/drawing/2014/main" id="{3FD09289-F115-4464-A726-812A11720CAD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4312311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6" name="Textplatzhalter 10">
            <a:extLst>
              <a:ext uri="{FF2B5EF4-FFF2-40B4-BE49-F238E27FC236}">
                <a16:creationId xmlns:a16="http://schemas.microsoft.com/office/drawing/2014/main" id="{F3F11CE6-C8CF-4ABE-B3B8-C00D74678A9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312311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Bildplatzhalter 6">
            <a:extLst>
              <a:ext uri="{FF2B5EF4-FFF2-40B4-BE49-F238E27FC236}">
                <a16:creationId xmlns:a16="http://schemas.microsoft.com/office/drawing/2014/main" id="{A7347480-9F70-4378-B138-B8B7C593F862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4DD60A60-C176-4FB0-8C31-9E7D2485123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85640042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1D27A-84E3-4260-80ED-4B4705F39F87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A3EEDC1-9ABB-471E-855E-52CC8C208FB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18317" y="1631156"/>
            <a:ext cx="11155366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BBD0D2AE-225B-47F4-A359-0020AE80A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451A9BBC-9F96-4260-BC40-C6D3D23D6FB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596D627D-C6DC-4A75-911F-5FBF1AB867DD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02849284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A609FD-4214-4F3A-AE46-EBDE80A3F977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A3EEDC1-9ABB-471E-855E-52CC8C208FB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18317" y="1631156"/>
            <a:ext cx="5469733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BBD0D2AE-225B-47F4-A359-0020AE80A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451A9BBC-9F96-4260-BC40-C6D3D23D6FB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Inhaltsplatzhalter 7">
            <a:extLst>
              <a:ext uri="{FF2B5EF4-FFF2-40B4-BE49-F238E27FC236}">
                <a16:creationId xmlns:a16="http://schemas.microsoft.com/office/drawing/2014/main" id="{33608DEB-69EC-4E8F-A567-9E3EA36C3624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6206330" y="1631156"/>
            <a:ext cx="5469733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E47B7883-3336-4077-90F0-B93089418A2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682510524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| mi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37093A-86DE-4C89-BE82-A64D3AE74032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5086500-15A5-49F2-8B64-748C19FDABC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04861" y="1631156"/>
            <a:ext cx="3571200" cy="456962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84BE64F-DBB2-4BF3-ABE7-E92BB978D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9" name="Inhaltsplatzhalter 7">
            <a:extLst>
              <a:ext uri="{FF2B5EF4-FFF2-40B4-BE49-F238E27FC236}">
                <a16:creationId xmlns:a16="http://schemas.microsoft.com/office/drawing/2014/main" id="{0D6633D6-CA56-460E-AA1C-9A4D6A62324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18317" y="1631157"/>
            <a:ext cx="7363752" cy="4569620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7CDDF36A-B7A5-4E95-A5D6-07C5FCED28B4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87DEC5F5-096F-46B9-AD07-8FF78ABF34B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876344212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 | Grü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14A8EF0-C4BB-4FF1-A087-1828A861A7A2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87F00BE4-512D-4F35-B132-4E5C5CF1413D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F1925060-7FCF-4CBC-B0DA-0731E3E98579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Textplatzhalter 9">
            <a:extLst>
              <a:ext uri="{FF2B5EF4-FFF2-40B4-BE49-F238E27FC236}">
                <a16:creationId xmlns:a16="http://schemas.microsoft.com/office/drawing/2014/main" id="{A9FF3927-CA7B-4361-998A-3A60E5D23F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Freihandform: Form 60">
            <a:extLst>
              <a:ext uri="{FF2B5EF4-FFF2-40B4-BE49-F238E27FC236}">
                <a16:creationId xmlns:a16="http://schemas.microsoft.com/office/drawing/2014/main" id="{BC19384B-1D95-4C0D-B3F0-61407A015F56}"/>
              </a:ext>
            </a:extLst>
          </p:cNvPr>
          <p:cNvSpPr>
            <a:spLocks noChangeAspect="1"/>
          </p:cNvSpPr>
          <p:nvPr userDrawn="1"/>
        </p:nvSpPr>
        <p:spPr>
          <a:xfrm>
            <a:off x="10596063" y="299346"/>
            <a:ext cx="1080000" cy="412328"/>
          </a:xfrm>
          <a:custGeom>
            <a:avLst/>
            <a:gdLst>
              <a:gd name="connsiteX0" fmla="*/ 0 w 4797018"/>
              <a:gd name="connsiteY0" fmla="*/ 170736 h 1831428"/>
              <a:gd name="connsiteX1" fmla="*/ 92812 w 4797018"/>
              <a:gd name="connsiteY1" fmla="*/ 77924 h 1831428"/>
              <a:gd name="connsiteX2" fmla="*/ 92812 w 4797018"/>
              <a:gd name="connsiteY2" fmla="*/ 1763373 h 1831428"/>
              <a:gd name="connsiteX3" fmla="*/ 0 w 4797018"/>
              <a:gd name="connsiteY3" fmla="*/ 1763373 h 1831428"/>
              <a:gd name="connsiteX4" fmla="*/ 0 w 4797018"/>
              <a:gd name="connsiteY4" fmla="*/ 170736 h 1831428"/>
              <a:gd name="connsiteX5" fmla="*/ 278425 w 4797018"/>
              <a:gd name="connsiteY5" fmla="*/ 92812 h 1831428"/>
              <a:gd name="connsiteX6" fmla="*/ 1392136 w 4797018"/>
              <a:gd name="connsiteY6" fmla="*/ 92812 h 1831428"/>
              <a:gd name="connsiteX7" fmla="*/ 1392136 w 4797018"/>
              <a:gd name="connsiteY7" fmla="*/ 0 h 1831428"/>
              <a:gd name="connsiteX8" fmla="*/ 185614 w 4797018"/>
              <a:gd name="connsiteY8" fmla="*/ 0 h 1831428"/>
              <a:gd name="connsiteX9" fmla="*/ 185614 w 4797018"/>
              <a:gd name="connsiteY9" fmla="*/ 1113701 h 1831428"/>
              <a:gd name="connsiteX10" fmla="*/ 1210723 w 4797018"/>
              <a:gd name="connsiteY10" fmla="*/ 1113701 h 1831428"/>
              <a:gd name="connsiteX11" fmla="*/ 1210723 w 4797018"/>
              <a:gd name="connsiteY11" fmla="*/ 1020899 h 1831428"/>
              <a:gd name="connsiteX12" fmla="*/ 278425 w 4797018"/>
              <a:gd name="connsiteY12" fmla="*/ 1020899 h 1831428"/>
              <a:gd name="connsiteX13" fmla="*/ 278425 w 4797018"/>
              <a:gd name="connsiteY13" fmla="*/ 92812 h 1831428"/>
              <a:gd name="connsiteX14" fmla="*/ 1350464 w 4797018"/>
              <a:gd name="connsiteY14" fmla="*/ 835285 h 1831428"/>
              <a:gd name="connsiteX15" fmla="*/ 464048 w 4797018"/>
              <a:gd name="connsiteY15" fmla="*/ 835285 h 1831428"/>
              <a:gd name="connsiteX16" fmla="*/ 464048 w 4797018"/>
              <a:gd name="connsiteY16" fmla="*/ 464048 h 1831428"/>
              <a:gd name="connsiteX17" fmla="*/ 1222124 w 4797018"/>
              <a:gd name="connsiteY17" fmla="*/ 464048 h 1831428"/>
              <a:gd name="connsiteX18" fmla="*/ 1314926 w 4797018"/>
              <a:gd name="connsiteY18" fmla="*/ 371237 h 1831428"/>
              <a:gd name="connsiteX19" fmla="*/ 464048 w 4797018"/>
              <a:gd name="connsiteY19" fmla="*/ 371237 h 1831428"/>
              <a:gd name="connsiteX20" fmla="*/ 464048 w 4797018"/>
              <a:gd name="connsiteY20" fmla="*/ 278425 h 1831428"/>
              <a:gd name="connsiteX21" fmla="*/ 1392146 w 4797018"/>
              <a:gd name="connsiteY21" fmla="*/ 278425 h 1831428"/>
              <a:gd name="connsiteX22" fmla="*/ 1392146 w 4797018"/>
              <a:gd name="connsiteY22" fmla="*/ 185614 h 1831428"/>
              <a:gd name="connsiteX23" fmla="*/ 371237 w 4797018"/>
              <a:gd name="connsiteY23" fmla="*/ 185614 h 1831428"/>
              <a:gd name="connsiteX24" fmla="*/ 371237 w 4797018"/>
              <a:gd name="connsiteY24" fmla="*/ 928087 h 1831428"/>
              <a:gd name="connsiteX25" fmla="*/ 1258872 w 4797018"/>
              <a:gd name="connsiteY25" fmla="*/ 928087 h 1831428"/>
              <a:gd name="connsiteX26" fmla="*/ 1350464 w 4797018"/>
              <a:gd name="connsiteY26" fmla="*/ 835285 h 1831428"/>
              <a:gd name="connsiteX27" fmla="*/ 185614 w 4797018"/>
              <a:gd name="connsiteY27" fmla="*/ 1763373 h 1831428"/>
              <a:gd name="connsiteX28" fmla="*/ 278425 w 4797018"/>
              <a:gd name="connsiteY28" fmla="*/ 1763373 h 1831428"/>
              <a:gd name="connsiteX29" fmla="*/ 278425 w 4797018"/>
              <a:gd name="connsiteY29" fmla="*/ 1299324 h 1831428"/>
              <a:gd name="connsiteX30" fmla="*/ 371237 w 4797018"/>
              <a:gd name="connsiteY30" fmla="*/ 1299324 h 1831428"/>
              <a:gd name="connsiteX31" fmla="*/ 371237 w 4797018"/>
              <a:gd name="connsiteY31" fmla="*/ 1685449 h 1831428"/>
              <a:gd name="connsiteX32" fmla="*/ 464039 w 4797018"/>
              <a:gd name="connsiteY32" fmla="*/ 1592647 h 1831428"/>
              <a:gd name="connsiteX33" fmla="*/ 464039 w 4797018"/>
              <a:gd name="connsiteY33" fmla="*/ 1299324 h 1831428"/>
              <a:gd name="connsiteX34" fmla="*/ 1210723 w 4797018"/>
              <a:gd name="connsiteY34" fmla="*/ 1299324 h 1831428"/>
              <a:gd name="connsiteX35" fmla="*/ 1210723 w 4797018"/>
              <a:gd name="connsiteY35" fmla="*/ 1206522 h 1831428"/>
              <a:gd name="connsiteX36" fmla="*/ 185614 w 4797018"/>
              <a:gd name="connsiteY36" fmla="*/ 1206522 h 1831428"/>
              <a:gd name="connsiteX37" fmla="*/ 185614 w 4797018"/>
              <a:gd name="connsiteY37" fmla="*/ 1763373 h 1831428"/>
              <a:gd name="connsiteX38" fmla="*/ 4704207 w 4797018"/>
              <a:gd name="connsiteY38" fmla="*/ 0 h 1831428"/>
              <a:gd name="connsiteX39" fmla="*/ 4704207 w 4797018"/>
              <a:gd name="connsiteY39" fmla="*/ 1067314 h 1831428"/>
              <a:gd name="connsiteX40" fmla="*/ 4334837 w 4797018"/>
              <a:gd name="connsiteY40" fmla="*/ 1692688 h 1831428"/>
              <a:gd name="connsiteX41" fmla="*/ 4332742 w 4797018"/>
              <a:gd name="connsiteY41" fmla="*/ 1689954 h 1831428"/>
              <a:gd name="connsiteX42" fmla="*/ 4611405 w 4797018"/>
              <a:gd name="connsiteY42" fmla="*/ 1158564 h 1831428"/>
              <a:gd name="connsiteX43" fmla="*/ 4611405 w 4797018"/>
              <a:gd name="connsiteY43" fmla="*/ 0 h 1831428"/>
              <a:gd name="connsiteX44" fmla="*/ 4518594 w 4797018"/>
              <a:gd name="connsiteY44" fmla="*/ 0 h 1831428"/>
              <a:gd name="connsiteX45" fmla="*/ 4518594 w 4797018"/>
              <a:gd name="connsiteY45" fmla="*/ 1157021 h 1831428"/>
              <a:gd name="connsiteX46" fmla="*/ 3915337 w 4797018"/>
              <a:gd name="connsiteY46" fmla="*/ 1740170 h 1831428"/>
              <a:gd name="connsiteX47" fmla="*/ 3312081 w 4797018"/>
              <a:gd name="connsiteY47" fmla="*/ 1157021 h 1831428"/>
              <a:gd name="connsiteX48" fmla="*/ 3312081 w 4797018"/>
              <a:gd name="connsiteY48" fmla="*/ 77924 h 1831428"/>
              <a:gd name="connsiteX49" fmla="*/ 3219269 w 4797018"/>
              <a:gd name="connsiteY49" fmla="*/ 170736 h 1831428"/>
              <a:gd name="connsiteX50" fmla="*/ 3219269 w 4797018"/>
              <a:gd name="connsiteY50" fmla="*/ 1158564 h 1831428"/>
              <a:gd name="connsiteX51" fmla="*/ 3915337 w 4797018"/>
              <a:gd name="connsiteY51" fmla="*/ 1831429 h 1831428"/>
              <a:gd name="connsiteX52" fmla="*/ 4008139 w 4797018"/>
              <a:gd name="connsiteY52" fmla="*/ 1831429 h 1831428"/>
              <a:gd name="connsiteX53" fmla="*/ 4797019 w 4797018"/>
              <a:gd name="connsiteY53" fmla="*/ 1068667 h 1831428"/>
              <a:gd name="connsiteX54" fmla="*/ 4797019 w 4797018"/>
              <a:gd name="connsiteY54" fmla="*/ 0 h 1831428"/>
              <a:gd name="connsiteX55" fmla="*/ 4704207 w 4797018"/>
              <a:gd name="connsiteY55" fmla="*/ 0 h 1831428"/>
              <a:gd name="connsiteX56" fmla="*/ 3915328 w 4797018"/>
              <a:gd name="connsiteY56" fmla="*/ 1647358 h 1831428"/>
              <a:gd name="connsiteX57" fmla="*/ 4425773 w 4797018"/>
              <a:gd name="connsiteY57" fmla="*/ 1157021 h 1831428"/>
              <a:gd name="connsiteX58" fmla="*/ 4425782 w 4797018"/>
              <a:gd name="connsiteY58" fmla="*/ 1157021 h 1831428"/>
              <a:gd name="connsiteX59" fmla="*/ 4425782 w 4797018"/>
              <a:gd name="connsiteY59" fmla="*/ 77924 h 1831428"/>
              <a:gd name="connsiteX60" fmla="*/ 4332970 w 4797018"/>
              <a:gd name="connsiteY60" fmla="*/ 170736 h 1831428"/>
              <a:gd name="connsiteX61" fmla="*/ 4332970 w 4797018"/>
              <a:gd name="connsiteY61" fmla="*/ 1067305 h 1831428"/>
              <a:gd name="connsiteX62" fmla="*/ 4008130 w 4797018"/>
              <a:gd name="connsiteY62" fmla="*/ 1368933 h 1831428"/>
              <a:gd name="connsiteX63" fmla="*/ 3683298 w 4797018"/>
              <a:gd name="connsiteY63" fmla="*/ 1067305 h 1831428"/>
              <a:gd name="connsiteX64" fmla="*/ 3683289 w 4797018"/>
              <a:gd name="connsiteY64" fmla="*/ 0 h 1831428"/>
              <a:gd name="connsiteX65" fmla="*/ 3590487 w 4797018"/>
              <a:gd name="connsiteY65" fmla="*/ 0 h 1831428"/>
              <a:gd name="connsiteX66" fmla="*/ 3590487 w 4797018"/>
              <a:gd name="connsiteY66" fmla="*/ 1067305 h 1831428"/>
              <a:gd name="connsiteX67" fmla="*/ 4008130 w 4797018"/>
              <a:gd name="connsiteY67" fmla="*/ 1461745 h 1831428"/>
              <a:gd name="connsiteX68" fmla="*/ 4294699 w 4797018"/>
              <a:gd name="connsiteY68" fmla="*/ 1333129 h 1831428"/>
              <a:gd name="connsiteX69" fmla="*/ 4296785 w 4797018"/>
              <a:gd name="connsiteY69" fmla="*/ 1335862 h 1831428"/>
              <a:gd name="connsiteX70" fmla="*/ 3915328 w 4797018"/>
              <a:gd name="connsiteY70" fmla="*/ 1554556 h 1831428"/>
              <a:gd name="connsiteX71" fmla="*/ 3497742 w 4797018"/>
              <a:gd name="connsiteY71" fmla="*/ 1160116 h 1831428"/>
              <a:gd name="connsiteX72" fmla="*/ 3497685 w 4797018"/>
              <a:gd name="connsiteY72" fmla="*/ 1160116 h 1831428"/>
              <a:gd name="connsiteX73" fmla="*/ 3497685 w 4797018"/>
              <a:gd name="connsiteY73" fmla="*/ 0 h 1831428"/>
              <a:gd name="connsiteX74" fmla="*/ 3404873 w 4797018"/>
              <a:gd name="connsiteY74" fmla="*/ 0 h 1831428"/>
              <a:gd name="connsiteX75" fmla="*/ 3404873 w 4797018"/>
              <a:gd name="connsiteY75" fmla="*/ 1160107 h 1831428"/>
              <a:gd name="connsiteX76" fmla="*/ 3404921 w 4797018"/>
              <a:gd name="connsiteY76" fmla="*/ 1160107 h 1831428"/>
              <a:gd name="connsiteX77" fmla="*/ 3915328 w 4797018"/>
              <a:gd name="connsiteY77" fmla="*/ 1647358 h 1831428"/>
              <a:gd name="connsiteX78" fmla="*/ 1852984 w 4797018"/>
              <a:gd name="connsiteY78" fmla="*/ 1206522 h 1831428"/>
              <a:gd name="connsiteX79" fmla="*/ 1618288 w 4797018"/>
              <a:gd name="connsiteY79" fmla="*/ 1763373 h 1831428"/>
              <a:gd name="connsiteX80" fmla="*/ 1711119 w 4797018"/>
              <a:gd name="connsiteY80" fmla="*/ 1763363 h 1831428"/>
              <a:gd name="connsiteX81" fmla="*/ 1711100 w 4797018"/>
              <a:gd name="connsiteY81" fmla="*/ 1763373 h 1831428"/>
              <a:gd name="connsiteX82" fmla="*/ 1711119 w 4797018"/>
              <a:gd name="connsiteY82" fmla="*/ 1763373 h 1831428"/>
              <a:gd name="connsiteX83" fmla="*/ 1828448 w 4797018"/>
              <a:gd name="connsiteY83" fmla="*/ 1484948 h 1831428"/>
              <a:gd name="connsiteX84" fmla="*/ 2614774 w 4797018"/>
              <a:gd name="connsiteY84" fmla="*/ 1484948 h 1831428"/>
              <a:gd name="connsiteX85" fmla="*/ 2732018 w 4797018"/>
              <a:gd name="connsiteY85" fmla="*/ 1763373 h 1831428"/>
              <a:gd name="connsiteX86" fmla="*/ 2824820 w 4797018"/>
              <a:gd name="connsiteY86" fmla="*/ 1763373 h 1831428"/>
              <a:gd name="connsiteX87" fmla="*/ 2668515 w 4797018"/>
              <a:gd name="connsiteY87" fmla="*/ 1392136 h 1831428"/>
              <a:gd name="connsiteX88" fmla="*/ 1867567 w 4797018"/>
              <a:gd name="connsiteY88" fmla="*/ 1392136 h 1831428"/>
              <a:gd name="connsiteX89" fmla="*/ 1906676 w 4797018"/>
              <a:gd name="connsiteY89" fmla="*/ 1299324 h 1831428"/>
              <a:gd name="connsiteX90" fmla="*/ 2722236 w 4797018"/>
              <a:gd name="connsiteY90" fmla="*/ 1299324 h 1831428"/>
              <a:gd name="connsiteX91" fmla="*/ 2917632 w 4797018"/>
              <a:gd name="connsiteY91" fmla="*/ 1763373 h 1831428"/>
              <a:gd name="connsiteX92" fmla="*/ 3010443 w 4797018"/>
              <a:gd name="connsiteY92" fmla="*/ 1763373 h 1831428"/>
              <a:gd name="connsiteX93" fmla="*/ 2775976 w 4797018"/>
              <a:gd name="connsiteY93" fmla="*/ 1206522 h 1831428"/>
              <a:gd name="connsiteX94" fmla="*/ 1852984 w 4797018"/>
              <a:gd name="connsiteY94" fmla="*/ 1206522 h 1831428"/>
              <a:gd name="connsiteX95" fmla="*/ 1989544 w 4797018"/>
              <a:gd name="connsiteY95" fmla="*/ 0 h 1831428"/>
              <a:gd name="connsiteX96" fmla="*/ 1307459 w 4797018"/>
              <a:gd name="connsiteY96" fmla="*/ 1617898 h 1831428"/>
              <a:gd name="connsiteX97" fmla="*/ 1366533 w 4797018"/>
              <a:gd name="connsiteY97" fmla="*/ 1698098 h 1831428"/>
              <a:gd name="connsiteX98" fmla="*/ 2082356 w 4797018"/>
              <a:gd name="connsiteY98" fmla="*/ 0 h 1831428"/>
              <a:gd name="connsiteX99" fmla="*/ 1989544 w 4797018"/>
              <a:gd name="connsiteY99" fmla="*/ 0 h 1831428"/>
              <a:gd name="connsiteX100" fmla="*/ 2360771 w 4797018"/>
              <a:gd name="connsiteY100" fmla="*/ 0 h 1831428"/>
              <a:gd name="connsiteX101" fmla="*/ 3075708 w 4797018"/>
              <a:gd name="connsiteY101" fmla="*/ 1698098 h 1831428"/>
              <a:gd name="connsiteX102" fmla="*/ 3134639 w 4797018"/>
              <a:gd name="connsiteY102" fmla="*/ 1617898 h 1831428"/>
              <a:gd name="connsiteX103" fmla="*/ 2453592 w 4797018"/>
              <a:gd name="connsiteY103" fmla="*/ 0 h 1831428"/>
              <a:gd name="connsiteX104" fmla="*/ 2360771 w 4797018"/>
              <a:gd name="connsiteY104" fmla="*/ 0 h 1831428"/>
              <a:gd name="connsiteX105" fmla="*/ 1799101 w 4797018"/>
              <a:gd name="connsiteY105" fmla="*/ 1113711 h 1831428"/>
              <a:gd name="connsiteX106" fmla="*/ 1524610 w 4797018"/>
              <a:gd name="connsiteY106" fmla="*/ 1763373 h 1831428"/>
              <a:gd name="connsiteX107" fmla="*/ 1431798 w 4797018"/>
              <a:gd name="connsiteY107" fmla="*/ 1763373 h 1831428"/>
              <a:gd name="connsiteX108" fmla="*/ 2128761 w 4797018"/>
              <a:gd name="connsiteY108" fmla="*/ 110195 h 1831428"/>
              <a:gd name="connsiteX109" fmla="*/ 2512219 w 4797018"/>
              <a:gd name="connsiteY109" fmla="*/ 1020899 h 1831428"/>
              <a:gd name="connsiteX110" fmla="*/ 2605021 w 4797018"/>
              <a:gd name="connsiteY110" fmla="*/ 1020899 h 1831428"/>
              <a:gd name="connsiteX111" fmla="*/ 2175158 w 4797018"/>
              <a:gd name="connsiteY111" fmla="*/ 0 h 1831428"/>
              <a:gd name="connsiteX112" fmla="*/ 2267969 w 4797018"/>
              <a:gd name="connsiteY112" fmla="*/ 0 h 1831428"/>
              <a:gd name="connsiteX113" fmla="*/ 2736895 w 4797018"/>
              <a:gd name="connsiteY113" fmla="*/ 1113701 h 1831428"/>
              <a:gd name="connsiteX114" fmla="*/ 1799101 w 4797018"/>
              <a:gd name="connsiteY114" fmla="*/ 1113701 h 1831428"/>
              <a:gd name="connsiteX115" fmla="*/ 2221802 w 4797018"/>
              <a:gd name="connsiteY115" fmla="*/ 551602 h 1831428"/>
              <a:gd name="connsiteX116" fmla="*/ 2024015 w 4797018"/>
              <a:gd name="connsiteY116" fmla="*/ 1020899 h 1831428"/>
              <a:gd name="connsiteX117" fmla="*/ 2419398 w 4797018"/>
              <a:gd name="connsiteY117" fmla="*/ 1020899 h 1831428"/>
              <a:gd name="connsiteX118" fmla="*/ 2221802 w 4797018"/>
              <a:gd name="connsiteY118" fmla="*/ 551602 h 1831428"/>
              <a:gd name="connsiteX119" fmla="*/ 1838163 w 4797018"/>
              <a:gd name="connsiteY119" fmla="*/ 1020899 h 1831428"/>
              <a:gd name="connsiteX120" fmla="*/ 1931213 w 4797018"/>
              <a:gd name="connsiteY120" fmla="*/ 1020899 h 1831428"/>
              <a:gd name="connsiteX121" fmla="*/ 2175415 w 4797018"/>
              <a:gd name="connsiteY121" fmla="*/ 441436 h 1831428"/>
              <a:gd name="connsiteX122" fmla="*/ 2128942 w 4797018"/>
              <a:gd name="connsiteY122" fmla="*/ 331070 h 1831428"/>
              <a:gd name="connsiteX123" fmla="*/ 1838163 w 4797018"/>
              <a:gd name="connsiteY123" fmla="*/ 1020899 h 1831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4797018" h="183142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93DCB95B-459E-4AC2-8E4B-6C459242A95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3ECEE8D8-DF92-4CFD-A29A-DD98DFA7EC69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E89218EB-083A-44EC-89C4-86451CE1FC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399474D3-E53E-4ABA-9B61-C9BB08A3276B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57879191-3BE6-4B4E-A6B9-7EE964614B47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94484379-E642-433C-B53A-1DEE6A9DD4E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7C54D7A6-C6ED-4572-B49C-338FB11A042A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382F9D16-DA93-44FA-B850-67D0B6AD397D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7201A13C-71DC-4465-B39F-F196A50353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D957CB6E-B09B-4A22-86F0-6C38F81B2E90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38DB7D0C-ACAA-4A6B-8088-624B0BC24502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E8B86ED7-0F29-451E-8C7D-9B396D5E209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ED76FB85-7BBB-4E8D-A853-5FCC744835E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1524020-40DB-450A-AEE5-3E1B459B16B5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539CBAAA-C79F-4BC9-9AF3-18ED0AF9EE7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feld 24">
              <a:extLst>
                <a:ext uri="{FF2B5EF4-FFF2-40B4-BE49-F238E27FC236}">
                  <a16:creationId xmlns:a16="http://schemas.microsoft.com/office/drawing/2014/main" id="{65F01F83-E434-491F-8893-1CE5848F9B6D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9ECB07F-83AC-4A69-A930-C51459FBE5BA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EB6DF347-64CA-4BE1-8952-3E80EBD0082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F82628F6-8442-4626-962B-E947FDA8C0C0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9B4EC5D-DF7B-4D80-86D6-C95B0B60B325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7A230F03-8AA4-4AAE-999A-6E872C727A8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1C36145D-6FFB-4D3A-85D6-2ACFDAE5F5D2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0D1EC147-B041-40BC-BA8D-878A722616DE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4A4E226E-C413-42F0-AA69-108B05313D4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4A93327E-EEC7-45A4-9C35-410D17ECB865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0EC1AF1A-26A7-479B-A176-8997B58ED4D1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80D76042-D322-4CD0-B41A-CE295CEC6835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97EC952-23B6-4728-82B6-3D733107C66E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D8CEDBB7-9662-435E-8F5A-F3EE555D990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24365663-FE3F-47D4-A8D7-729A38C4987D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92EE37E1-8647-4AEB-9AEE-FF0711435F3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C2B4E3D7-0BC3-4BC1-B86B-DD51E9785755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209284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|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0FB9A-2C34-4553-8D0B-FB25F8E93665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18B908A7-A1D8-4FB7-9CB4-BDC3E20D2B62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8" name="Textplatzhalter 9">
            <a:extLst>
              <a:ext uri="{FF2B5EF4-FFF2-40B4-BE49-F238E27FC236}">
                <a16:creationId xmlns:a16="http://schemas.microsoft.com/office/drawing/2014/main" id="{3ECE24E6-4A5A-4343-B2C1-436122DA9D14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583416416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E69FA-0A6C-4EF9-A6A0-29B5A0966AE3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EB25E710-D493-4189-8EF7-00ABE0AB56E5}"/>
              </a:ext>
            </a:extLst>
          </p:cNvPr>
          <p:cNvSpPr/>
          <p:nvPr userDrawn="1"/>
        </p:nvSpPr>
        <p:spPr>
          <a:xfrm>
            <a:off x="518317" y="1631155"/>
            <a:ext cx="11157746" cy="456961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2F509DB-422D-41FB-A02B-822A0A204E4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497190" y="2835964"/>
            <a:ext cx="7200000" cy="2160000"/>
          </a:xfrm>
        </p:spPr>
        <p:txBody>
          <a:bodyPr rIns="0" anchor="ctr" anchorCtr="0">
            <a:normAutofit/>
          </a:bodyPr>
          <a:lstStyle>
            <a:lvl1pPr algn="ctr">
              <a:defRPr sz="2000" i="1"/>
            </a:lvl1pPr>
            <a:lvl2pPr marL="0" indent="0">
              <a:buNone/>
              <a:defRPr/>
            </a:lvl2pPr>
          </a:lstStyle>
          <a:p>
            <a:pPr lvl="0"/>
            <a:r>
              <a:rPr lang="de-DE" dirty="0"/>
              <a:t>„Mastertextformat bearbeiten“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F862885B-685B-4384-B9F0-6266AD0BDA7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A79F5836-BEF7-4EB3-8486-34259F17452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359660173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chlussfoli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platzhalter 167">
            <a:extLst>
              <a:ext uri="{FF2B5EF4-FFF2-40B4-BE49-F238E27FC236}">
                <a16:creationId xmlns:a16="http://schemas.microsoft.com/office/drawing/2014/main" id="{68AB2348-B91F-4E68-BDE1-60ECCE02B49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1628775"/>
            <a:ext cx="12192000" cy="5229225"/>
          </a:xfrm>
          <a:gradFill>
            <a:gsLst>
              <a:gs pos="50000">
                <a:schemeClr val="accent4">
                  <a:alpha val="50000"/>
                </a:schemeClr>
              </a:gs>
              <a:gs pos="5000">
                <a:schemeClr val="accent4"/>
              </a:gs>
              <a:gs pos="100000">
                <a:schemeClr val="accent4">
                  <a:alpha val="20000"/>
                </a:schemeClr>
              </a:gs>
            </a:gsLst>
            <a:lin ang="5400000" scaled="1"/>
          </a:gradFill>
        </p:spPr>
        <p:txBody>
          <a:bodyPr vert="horz" wrap="square" lIns="540000" tIns="1188000" rIns="0" bIns="0" rtlCol="0" anchor="t" anchorCtr="0">
            <a:noAutofit/>
          </a:bodyPr>
          <a:lstStyle>
            <a:lvl1pPr>
              <a:defRPr lang="de-DE" sz="4000" b="1" dirty="0"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 </a:t>
            </a:r>
          </a:p>
        </p:txBody>
      </p:sp>
      <p:sp>
        <p:nvSpPr>
          <p:cNvPr id="59" name="Bildplatzhalter 60">
            <a:extLst>
              <a:ext uri="{FF2B5EF4-FFF2-40B4-BE49-F238E27FC236}">
                <a16:creationId xmlns:a16="http://schemas.microsoft.com/office/drawing/2014/main" id="{92CE05A2-27DE-4191-8A63-5C7C7ACA37C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628775"/>
            <a:ext cx="12192000" cy="5229226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r>
              <a:rPr lang="de-DE" dirty="0"/>
              <a:t> 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CBD8B083-79E8-44E1-BA43-E993160F02E1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4" name="Textplatzhalter 64">
            <a:extLst>
              <a:ext uri="{FF2B5EF4-FFF2-40B4-BE49-F238E27FC236}">
                <a16:creationId xmlns:a16="http://schemas.microsoft.com/office/drawing/2014/main" id="{94E4DAD8-28C4-496D-803F-AF50BFF89A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8317" y="2647985"/>
            <a:ext cx="11157745" cy="1562031"/>
          </a:xfrm>
        </p:spPr>
        <p:txBody>
          <a:bodyPr vert="horz" wrap="square" lIns="0" tIns="0" rIns="360000" bIns="0" rtlCol="0" anchor="ctr" anchorCtr="0">
            <a:spAutoFit/>
          </a:bodyPr>
          <a:lstStyle>
            <a:lvl1pPr>
              <a:spcAft>
                <a:spcPts val="0"/>
              </a:spcAft>
              <a:defRPr lang="de-DE" sz="4800" b="1" dirty="0" smtClean="0"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Vielen Dank</a:t>
            </a:r>
            <a:br>
              <a:rPr lang="de-DE" dirty="0"/>
            </a:br>
            <a:r>
              <a:rPr lang="de-DE" dirty="0"/>
              <a:t>für Ihre Aufmerksamkeit!</a:t>
            </a:r>
          </a:p>
        </p:txBody>
      </p:sp>
      <p:sp>
        <p:nvSpPr>
          <p:cNvPr id="58" name="Freihandform: Form 57">
            <a:extLst>
              <a:ext uri="{FF2B5EF4-FFF2-40B4-BE49-F238E27FC236}">
                <a16:creationId xmlns:a16="http://schemas.microsoft.com/office/drawing/2014/main" id="{1A7F7BEE-9A4B-44B2-960F-97720F4BC3DA}"/>
              </a:ext>
            </a:extLst>
          </p:cNvPr>
          <p:cNvSpPr/>
          <p:nvPr userDrawn="1"/>
        </p:nvSpPr>
        <p:spPr>
          <a:xfrm>
            <a:off x="10056938" y="300703"/>
            <a:ext cx="1619125" cy="618155"/>
          </a:xfrm>
          <a:custGeom>
            <a:avLst/>
            <a:gdLst>
              <a:gd name="connsiteX0" fmla="*/ 0 w 1456912"/>
              <a:gd name="connsiteY0" fmla="*/ 51854 h 556225"/>
              <a:gd name="connsiteX1" fmla="*/ 28188 w 1456912"/>
              <a:gd name="connsiteY1" fmla="*/ 23666 h 556225"/>
              <a:gd name="connsiteX2" fmla="*/ 28188 w 1456912"/>
              <a:gd name="connsiteY2" fmla="*/ 535557 h 556225"/>
              <a:gd name="connsiteX3" fmla="*/ 0 w 1456912"/>
              <a:gd name="connsiteY3" fmla="*/ 535557 h 556225"/>
              <a:gd name="connsiteX4" fmla="*/ 0 w 1456912"/>
              <a:gd name="connsiteY4" fmla="*/ 51854 h 556225"/>
              <a:gd name="connsiteX5" fmla="*/ 84564 w 1456912"/>
              <a:gd name="connsiteY5" fmla="*/ 28188 h 556225"/>
              <a:gd name="connsiteX6" fmla="*/ 422811 w 1456912"/>
              <a:gd name="connsiteY6" fmla="*/ 28188 h 556225"/>
              <a:gd name="connsiteX7" fmla="*/ 422811 w 1456912"/>
              <a:gd name="connsiteY7" fmla="*/ 0 h 556225"/>
              <a:gd name="connsiteX8" fmla="*/ 56376 w 1456912"/>
              <a:gd name="connsiteY8" fmla="*/ 0 h 556225"/>
              <a:gd name="connsiteX9" fmla="*/ 56376 w 1456912"/>
              <a:gd name="connsiteY9" fmla="*/ 338244 h 556225"/>
              <a:gd name="connsiteX10" fmla="*/ 367711 w 1456912"/>
              <a:gd name="connsiteY10" fmla="*/ 338244 h 556225"/>
              <a:gd name="connsiteX11" fmla="*/ 367711 w 1456912"/>
              <a:gd name="connsiteY11" fmla="*/ 310062 h 556225"/>
              <a:gd name="connsiteX12" fmla="*/ 84564 w 1456912"/>
              <a:gd name="connsiteY12" fmla="*/ 310062 h 556225"/>
              <a:gd name="connsiteX13" fmla="*/ 84564 w 1456912"/>
              <a:gd name="connsiteY13" fmla="*/ 28188 h 556225"/>
              <a:gd name="connsiteX14" fmla="*/ 410152 w 1456912"/>
              <a:gd name="connsiteY14" fmla="*/ 253686 h 556225"/>
              <a:gd name="connsiteX15" fmla="*/ 140937 w 1456912"/>
              <a:gd name="connsiteY15" fmla="*/ 253686 h 556225"/>
              <a:gd name="connsiteX16" fmla="*/ 140937 w 1456912"/>
              <a:gd name="connsiteY16" fmla="*/ 140940 h 556225"/>
              <a:gd name="connsiteX17" fmla="*/ 371171 w 1456912"/>
              <a:gd name="connsiteY17" fmla="*/ 140940 h 556225"/>
              <a:gd name="connsiteX18" fmla="*/ 399359 w 1456912"/>
              <a:gd name="connsiteY18" fmla="*/ 112752 h 556225"/>
              <a:gd name="connsiteX19" fmla="*/ 140937 w 1456912"/>
              <a:gd name="connsiteY19" fmla="*/ 112752 h 556225"/>
              <a:gd name="connsiteX20" fmla="*/ 140937 w 1456912"/>
              <a:gd name="connsiteY20" fmla="*/ 84564 h 556225"/>
              <a:gd name="connsiteX21" fmla="*/ 422811 w 1456912"/>
              <a:gd name="connsiteY21" fmla="*/ 84564 h 556225"/>
              <a:gd name="connsiteX22" fmla="*/ 422811 w 1456912"/>
              <a:gd name="connsiteY22" fmla="*/ 56376 h 556225"/>
              <a:gd name="connsiteX23" fmla="*/ 112749 w 1456912"/>
              <a:gd name="connsiteY23" fmla="*/ 56376 h 556225"/>
              <a:gd name="connsiteX24" fmla="*/ 112749 w 1456912"/>
              <a:gd name="connsiteY24" fmla="*/ 281874 h 556225"/>
              <a:gd name="connsiteX25" fmla="*/ 382334 w 1456912"/>
              <a:gd name="connsiteY25" fmla="*/ 281874 h 556225"/>
              <a:gd name="connsiteX26" fmla="*/ 410152 w 1456912"/>
              <a:gd name="connsiteY26" fmla="*/ 253686 h 556225"/>
              <a:gd name="connsiteX27" fmla="*/ 56376 w 1456912"/>
              <a:gd name="connsiteY27" fmla="*/ 535557 h 556225"/>
              <a:gd name="connsiteX28" fmla="*/ 84564 w 1456912"/>
              <a:gd name="connsiteY28" fmla="*/ 535557 h 556225"/>
              <a:gd name="connsiteX29" fmla="*/ 84564 w 1456912"/>
              <a:gd name="connsiteY29" fmla="*/ 394620 h 556225"/>
              <a:gd name="connsiteX30" fmla="*/ 112752 w 1456912"/>
              <a:gd name="connsiteY30" fmla="*/ 394620 h 556225"/>
              <a:gd name="connsiteX31" fmla="*/ 112752 w 1456912"/>
              <a:gd name="connsiteY31" fmla="*/ 511890 h 556225"/>
              <a:gd name="connsiteX32" fmla="*/ 140940 w 1456912"/>
              <a:gd name="connsiteY32" fmla="*/ 483705 h 556225"/>
              <a:gd name="connsiteX33" fmla="*/ 140940 w 1456912"/>
              <a:gd name="connsiteY33" fmla="*/ 394620 h 556225"/>
              <a:gd name="connsiteX34" fmla="*/ 367714 w 1456912"/>
              <a:gd name="connsiteY34" fmla="*/ 394620 h 556225"/>
              <a:gd name="connsiteX35" fmla="*/ 367714 w 1456912"/>
              <a:gd name="connsiteY35" fmla="*/ 366435 h 556225"/>
              <a:gd name="connsiteX36" fmla="*/ 56376 w 1456912"/>
              <a:gd name="connsiteY36" fmla="*/ 366435 h 556225"/>
              <a:gd name="connsiteX37" fmla="*/ 56376 w 1456912"/>
              <a:gd name="connsiteY37" fmla="*/ 535557 h 556225"/>
              <a:gd name="connsiteX38" fmla="*/ 1428724 w 1456912"/>
              <a:gd name="connsiteY38" fmla="*/ 0 h 556225"/>
              <a:gd name="connsiteX39" fmla="*/ 1428724 w 1456912"/>
              <a:gd name="connsiteY39" fmla="*/ 324156 h 556225"/>
              <a:gd name="connsiteX40" fmla="*/ 1316539 w 1456912"/>
              <a:gd name="connsiteY40" fmla="*/ 514089 h 556225"/>
              <a:gd name="connsiteX41" fmla="*/ 1315903 w 1456912"/>
              <a:gd name="connsiteY41" fmla="*/ 513258 h 556225"/>
              <a:gd name="connsiteX42" fmla="*/ 1400536 w 1456912"/>
              <a:gd name="connsiteY42" fmla="*/ 351869 h 556225"/>
              <a:gd name="connsiteX43" fmla="*/ 1400536 w 1456912"/>
              <a:gd name="connsiteY43" fmla="*/ 3 h 556225"/>
              <a:gd name="connsiteX44" fmla="*/ 1372348 w 1456912"/>
              <a:gd name="connsiteY44" fmla="*/ 3 h 556225"/>
              <a:gd name="connsiteX45" fmla="*/ 1372348 w 1456912"/>
              <a:gd name="connsiteY45" fmla="*/ 351400 h 556225"/>
              <a:gd name="connsiteX46" fmla="*/ 1189132 w 1456912"/>
              <a:gd name="connsiteY46" fmla="*/ 528510 h 556225"/>
              <a:gd name="connsiteX47" fmla="*/ 1005916 w 1456912"/>
              <a:gd name="connsiteY47" fmla="*/ 351400 h 556225"/>
              <a:gd name="connsiteX48" fmla="*/ 1005916 w 1456912"/>
              <a:gd name="connsiteY48" fmla="*/ 23666 h 556225"/>
              <a:gd name="connsiteX49" fmla="*/ 977728 w 1456912"/>
              <a:gd name="connsiteY49" fmla="*/ 51854 h 556225"/>
              <a:gd name="connsiteX50" fmla="*/ 977728 w 1456912"/>
              <a:gd name="connsiteY50" fmla="*/ 351869 h 556225"/>
              <a:gd name="connsiteX51" fmla="*/ 1189132 w 1456912"/>
              <a:gd name="connsiteY51" fmla="*/ 556226 h 556225"/>
              <a:gd name="connsiteX52" fmla="*/ 1217320 w 1456912"/>
              <a:gd name="connsiteY52" fmla="*/ 556226 h 556225"/>
              <a:gd name="connsiteX53" fmla="*/ 1456912 w 1456912"/>
              <a:gd name="connsiteY53" fmla="*/ 324566 h 556225"/>
              <a:gd name="connsiteX54" fmla="*/ 1456912 w 1456912"/>
              <a:gd name="connsiteY54" fmla="*/ 0 h 556225"/>
              <a:gd name="connsiteX55" fmla="*/ 1428724 w 1456912"/>
              <a:gd name="connsiteY55" fmla="*/ 0 h 556225"/>
              <a:gd name="connsiteX56" fmla="*/ 1189132 w 1456912"/>
              <a:gd name="connsiteY56" fmla="*/ 500322 h 556225"/>
              <a:gd name="connsiteX57" fmla="*/ 1344160 w 1456912"/>
              <a:gd name="connsiteY57" fmla="*/ 351400 h 556225"/>
              <a:gd name="connsiteX58" fmla="*/ 1344160 w 1456912"/>
              <a:gd name="connsiteY58" fmla="*/ 351400 h 556225"/>
              <a:gd name="connsiteX59" fmla="*/ 1344160 w 1456912"/>
              <a:gd name="connsiteY59" fmla="*/ 23666 h 556225"/>
              <a:gd name="connsiteX60" fmla="*/ 1315972 w 1456912"/>
              <a:gd name="connsiteY60" fmla="*/ 51854 h 556225"/>
              <a:gd name="connsiteX61" fmla="*/ 1315972 w 1456912"/>
              <a:gd name="connsiteY61" fmla="*/ 324153 h 556225"/>
              <a:gd name="connsiteX62" fmla="*/ 1217317 w 1456912"/>
              <a:gd name="connsiteY62" fmla="*/ 415761 h 556225"/>
              <a:gd name="connsiteX63" fmla="*/ 1118662 w 1456912"/>
              <a:gd name="connsiteY63" fmla="*/ 324153 h 556225"/>
              <a:gd name="connsiteX64" fmla="*/ 1118662 w 1456912"/>
              <a:gd name="connsiteY64" fmla="*/ 3 h 556225"/>
              <a:gd name="connsiteX65" fmla="*/ 1090474 w 1456912"/>
              <a:gd name="connsiteY65" fmla="*/ 3 h 556225"/>
              <a:gd name="connsiteX66" fmla="*/ 1090474 w 1456912"/>
              <a:gd name="connsiteY66" fmla="*/ 324156 h 556225"/>
              <a:gd name="connsiteX67" fmla="*/ 1217317 w 1456912"/>
              <a:gd name="connsiteY67" fmla="*/ 443951 h 556225"/>
              <a:gd name="connsiteX68" fmla="*/ 1304349 w 1456912"/>
              <a:gd name="connsiteY68" fmla="*/ 404889 h 556225"/>
              <a:gd name="connsiteX69" fmla="*/ 1304982 w 1456912"/>
              <a:gd name="connsiteY69" fmla="*/ 405720 h 556225"/>
              <a:gd name="connsiteX70" fmla="*/ 1189129 w 1456912"/>
              <a:gd name="connsiteY70" fmla="*/ 472139 h 556225"/>
              <a:gd name="connsiteX71" fmla="*/ 1062303 w 1456912"/>
              <a:gd name="connsiteY71" fmla="*/ 352344 h 556225"/>
              <a:gd name="connsiteX72" fmla="*/ 1062286 w 1456912"/>
              <a:gd name="connsiteY72" fmla="*/ 352344 h 556225"/>
              <a:gd name="connsiteX73" fmla="*/ 1062286 w 1456912"/>
              <a:gd name="connsiteY73" fmla="*/ 3 h 556225"/>
              <a:gd name="connsiteX74" fmla="*/ 1034098 w 1456912"/>
              <a:gd name="connsiteY74" fmla="*/ 3 h 556225"/>
              <a:gd name="connsiteX75" fmla="*/ 1034098 w 1456912"/>
              <a:gd name="connsiteY75" fmla="*/ 352341 h 556225"/>
              <a:gd name="connsiteX76" fmla="*/ 1034113 w 1456912"/>
              <a:gd name="connsiteY76" fmla="*/ 352341 h 556225"/>
              <a:gd name="connsiteX77" fmla="*/ 1189132 w 1456912"/>
              <a:gd name="connsiteY77" fmla="*/ 500322 h 556225"/>
              <a:gd name="connsiteX78" fmla="*/ 562774 w 1456912"/>
              <a:gd name="connsiteY78" fmla="*/ 366435 h 556225"/>
              <a:gd name="connsiteX79" fmla="*/ 491494 w 1456912"/>
              <a:gd name="connsiteY79" fmla="*/ 535557 h 556225"/>
              <a:gd name="connsiteX80" fmla="*/ 519684 w 1456912"/>
              <a:gd name="connsiteY80" fmla="*/ 535554 h 556225"/>
              <a:gd name="connsiteX81" fmla="*/ 519682 w 1456912"/>
              <a:gd name="connsiteY81" fmla="*/ 535557 h 556225"/>
              <a:gd name="connsiteX82" fmla="*/ 519684 w 1456912"/>
              <a:gd name="connsiteY82" fmla="*/ 535557 h 556225"/>
              <a:gd name="connsiteX83" fmla="*/ 555322 w 1456912"/>
              <a:gd name="connsiteY83" fmla="*/ 450996 h 556225"/>
              <a:gd name="connsiteX84" fmla="*/ 794138 w 1456912"/>
              <a:gd name="connsiteY84" fmla="*/ 450996 h 556225"/>
              <a:gd name="connsiteX85" fmla="*/ 829744 w 1456912"/>
              <a:gd name="connsiteY85" fmla="*/ 535557 h 556225"/>
              <a:gd name="connsiteX86" fmla="*/ 857932 w 1456912"/>
              <a:gd name="connsiteY86" fmla="*/ 535557 h 556225"/>
              <a:gd name="connsiteX87" fmla="*/ 810457 w 1456912"/>
              <a:gd name="connsiteY87" fmla="*/ 422808 h 556225"/>
              <a:gd name="connsiteX88" fmla="*/ 567200 w 1456912"/>
              <a:gd name="connsiteY88" fmla="*/ 422808 h 556225"/>
              <a:gd name="connsiteX89" fmla="*/ 579078 w 1456912"/>
              <a:gd name="connsiteY89" fmla="*/ 394620 h 556225"/>
              <a:gd name="connsiteX90" fmla="*/ 826776 w 1456912"/>
              <a:gd name="connsiteY90" fmla="*/ 394620 h 556225"/>
              <a:gd name="connsiteX91" fmla="*/ 886120 w 1456912"/>
              <a:gd name="connsiteY91" fmla="*/ 535557 h 556225"/>
              <a:gd name="connsiteX92" fmla="*/ 914308 w 1456912"/>
              <a:gd name="connsiteY92" fmla="*/ 535557 h 556225"/>
              <a:gd name="connsiteX93" fmla="*/ 843097 w 1456912"/>
              <a:gd name="connsiteY93" fmla="*/ 366435 h 556225"/>
              <a:gd name="connsiteX94" fmla="*/ 562774 w 1456912"/>
              <a:gd name="connsiteY94" fmla="*/ 366435 h 556225"/>
              <a:gd name="connsiteX95" fmla="*/ 604248 w 1456912"/>
              <a:gd name="connsiteY95" fmla="*/ 0 h 556225"/>
              <a:gd name="connsiteX96" fmla="*/ 397091 w 1456912"/>
              <a:gd name="connsiteY96" fmla="*/ 491374 h 556225"/>
              <a:gd name="connsiteX97" fmla="*/ 415032 w 1456912"/>
              <a:gd name="connsiteY97" fmla="*/ 515732 h 556225"/>
              <a:gd name="connsiteX98" fmla="*/ 632437 w 1456912"/>
              <a:gd name="connsiteY98" fmla="*/ 0 h 556225"/>
              <a:gd name="connsiteX99" fmla="*/ 604248 w 1456912"/>
              <a:gd name="connsiteY99" fmla="*/ 0 h 556225"/>
              <a:gd name="connsiteX100" fmla="*/ 716998 w 1456912"/>
              <a:gd name="connsiteY100" fmla="*/ 3 h 556225"/>
              <a:gd name="connsiteX101" fmla="*/ 934130 w 1456912"/>
              <a:gd name="connsiteY101" fmla="*/ 515735 h 556225"/>
              <a:gd name="connsiteX102" fmla="*/ 952028 w 1456912"/>
              <a:gd name="connsiteY102" fmla="*/ 491377 h 556225"/>
              <a:gd name="connsiteX103" fmla="*/ 745186 w 1456912"/>
              <a:gd name="connsiteY103" fmla="*/ 3 h 556225"/>
              <a:gd name="connsiteX104" fmla="*/ 716998 w 1456912"/>
              <a:gd name="connsiteY104" fmla="*/ 3 h 556225"/>
              <a:gd name="connsiteX105" fmla="*/ 546409 w 1456912"/>
              <a:gd name="connsiteY105" fmla="*/ 338247 h 556225"/>
              <a:gd name="connsiteX106" fmla="*/ 463042 w 1456912"/>
              <a:gd name="connsiteY106" fmla="*/ 535557 h 556225"/>
              <a:gd name="connsiteX107" fmla="*/ 434854 w 1456912"/>
              <a:gd name="connsiteY107" fmla="*/ 535557 h 556225"/>
              <a:gd name="connsiteX108" fmla="*/ 646528 w 1456912"/>
              <a:gd name="connsiteY108" fmla="*/ 33467 h 556225"/>
              <a:gd name="connsiteX109" fmla="*/ 762988 w 1456912"/>
              <a:gd name="connsiteY109" fmla="*/ 310059 h 556225"/>
              <a:gd name="connsiteX110" fmla="*/ 791176 w 1456912"/>
              <a:gd name="connsiteY110" fmla="*/ 310059 h 556225"/>
              <a:gd name="connsiteX111" fmla="*/ 660624 w 1456912"/>
              <a:gd name="connsiteY111" fmla="*/ 3 h 556225"/>
              <a:gd name="connsiteX112" fmla="*/ 688812 w 1456912"/>
              <a:gd name="connsiteY112" fmla="*/ 3 h 556225"/>
              <a:gd name="connsiteX113" fmla="*/ 831231 w 1456912"/>
              <a:gd name="connsiteY113" fmla="*/ 338247 h 556225"/>
              <a:gd name="connsiteX114" fmla="*/ 546409 w 1456912"/>
              <a:gd name="connsiteY114" fmla="*/ 338247 h 556225"/>
              <a:gd name="connsiteX115" fmla="*/ 674788 w 1456912"/>
              <a:gd name="connsiteY115" fmla="*/ 167531 h 556225"/>
              <a:gd name="connsiteX116" fmla="*/ 614721 w 1456912"/>
              <a:gd name="connsiteY116" fmla="*/ 310062 h 556225"/>
              <a:gd name="connsiteX117" fmla="*/ 734800 w 1456912"/>
              <a:gd name="connsiteY117" fmla="*/ 310062 h 556225"/>
              <a:gd name="connsiteX118" fmla="*/ 674788 w 1456912"/>
              <a:gd name="connsiteY118" fmla="*/ 167531 h 556225"/>
              <a:gd name="connsiteX119" fmla="*/ 558275 w 1456912"/>
              <a:gd name="connsiteY119" fmla="*/ 310062 h 556225"/>
              <a:gd name="connsiteX120" fmla="*/ 586535 w 1456912"/>
              <a:gd name="connsiteY120" fmla="*/ 310062 h 556225"/>
              <a:gd name="connsiteX121" fmla="*/ 660703 w 1456912"/>
              <a:gd name="connsiteY121" fmla="*/ 134072 h 556225"/>
              <a:gd name="connsiteX122" fmla="*/ 646588 w 1456912"/>
              <a:gd name="connsiteY122" fmla="*/ 100553 h 556225"/>
              <a:gd name="connsiteX123" fmla="*/ 558275 w 1456912"/>
              <a:gd name="connsiteY123" fmla="*/ 310062 h 55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1456912" h="556225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chemeClr val="tx1"/>
          </a:solidFill>
          <a:ln w="289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0C3B9D07-F821-46AB-95B1-D19222D00FD7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22380010-0050-441D-BA9C-97B58351587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feld 62">
              <a:extLst>
                <a:ext uri="{FF2B5EF4-FFF2-40B4-BE49-F238E27FC236}">
                  <a16:creationId xmlns:a16="http://schemas.microsoft.com/office/drawing/2014/main" id="{C13F555F-C26E-4B21-A77C-6CA7380155F8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705760C0-8935-4141-9AEE-BB96816B3799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6" name="Gerader Verbinder 65">
              <a:extLst>
                <a:ext uri="{FF2B5EF4-FFF2-40B4-BE49-F238E27FC236}">
                  <a16:creationId xmlns:a16="http://schemas.microsoft.com/office/drawing/2014/main" id="{EBE9DAC0-7790-4611-B602-40B3CD18C73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Textfeld 66">
              <a:extLst>
                <a:ext uri="{FF2B5EF4-FFF2-40B4-BE49-F238E27FC236}">
                  <a16:creationId xmlns:a16="http://schemas.microsoft.com/office/drawing/2014/main" id="{1FBE1EE4-3D10-40E7-9F1E-627A51E59C6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B25E0919-4E1B-4A97-A1C2-6AE7D2A59920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9" name="Gerader Verbinder 68">
              <a:extLst>
                <a:ext uri="{FF2B5EF4-FFF2-40B4-BE49-F238E27FC236}">
                  <a16:creationId xmlns:a16="http://schemas.microsoft.com/office/drawing/2014/main" id="{849FBB7D-3378-4F36-B80B-3E0BDCA8343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feld 69">
              <a:extLst>
                <a:ext uri="{FF2B5EF4-FFF2-40B4-BE49-F238E27FC236}">
                  <a16:creationId xmlns:a16="http://schemas.microsoft.com/office/drawing/2014/main" id="{6141066E-6566-420D-B6EB-886DF25CCD1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87A742EA-EC3D-47DE-9C2D-533639983C8D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846719FD-F8B1-447D-8561-7A1E238E8A5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2ABDBC31-5895-4E49-887D-433A43B32DB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74" name="Gruppieren 73">
            <a:extLst>
              <a:ext uri="{FF2B5EF4-FFF2-40B4-BE49-F238E27FC236}">
                <a16:creationId xmlns:a16="http://schemas.microsoft.com/office/drawing/2014/main" id="{AEF4BF1C-C847-48A1-A7BF-3BEE82EF1C59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5" name="Gerader Verbinder 74">
              <a:extLst>
                <a:ext uri="{FF2B5EF4-FFF2-40B4-BE49-F238E27FC236}">
                  <a16:creationId xmlns:a16="http://schemas.microsoft.com/office/drawing/2014/main" id="{1CF60061-B6B2-4FE6-9482-278DFD418BD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73D29742-39CB-41E5-B346-BADC9743E285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7" name="Gruppieren 76">
            <a:extLst>
              <a:ext uri="{FF2B5EF4-FFF2-40B4-BE49-F238E27FC236}">
                <a16:creationId xmlns:a16="http://schemas.microsoft.com/office/drawing/2014/main" id="{D55A5473-7182-4B24-8843-51E2ADF3D492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204A095A-3A24-4259-92A8-4500898AC05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82971EAD-9159-4D12-8726-4FBE6AFA23F0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80" name="Gruppieren 79">
            <a:extLst>
              <a:ext uri="{FF2B5EF4-FFF2-40B4-BE49-F238E27FC236}">
                <a16:creationId xmlns:a16="http://schemas.microsoft.com/office/drawing/2014/main" id="{D1FF9524-93DA-476B-89EA-9E475617F2D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81" name="Gerader Verbinder 80">
              <a:extLst>
                <a:ext uri="{FF2B5EF4-FFF2-40B4-BE49-F238E27FC236}">
                  <a16:creationId xmlns:a16="http://schemas.microsoft.com/office/drawing/2014/main" id="{8DFFD401-DC7D-4F6D-82BF-DC6E357E59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Textfeld 81">
              <a:extLst>
                <a:ext uri="{FF2B5EF4-FFF2-40B4-BE49-F238E27FC236}">
                  <a16:creationId xmlns:a16="http://schemas.microsoft.com/office/drawing/2014/main" id="{36A6CE9C-ECB8-42E6-B61D-3A0F3C4D7A5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20076CAA-CFEC-4359-9762-07ED0661EE26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91EF761B-D6BF-475C-8903-456E1F0576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feld 84">
              <a:extLst>
                <a:ext uri="{FF2B5EF4-FFF2-40B4-BE49-F238E27FC236}">
                  <a16:creationId xmlns:a16="http://schemas.microsoft.com/office/drawing/2014/main" id="{413A99B1-6C23-41A6-A82B-0EC01B779471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16CE4EF7-E819-4747-A9E4-8C86F991481E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7" name="Gerader Verbinder 86">
              <a:extLst>
                <a:ext uri="{FF2B5EF4-FFF2-40B4-BE49-F238E27FC236}">
                  <a16:creationId xmlns:a16="http://schemas.microsoft.com/office/drawing/2014/main" id="{3B78DE36-86EF-463F-A7E5-0CD3043C9F4D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Textfeld 87">
              <a:extLst>
                <a:ext uri="{FF2B5EF4-FFF2-40B4-BE49-F238E27FC236}">
                  <a16:creationId xmlns:a16="http://schemas.microsoft.com/office/drawing/2014/main" id="{EAD15804-28A7-4690-889A-7D8A91A7D478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9" name="Gerader Verbinder 88">
            <a:extLst>
              <a:ext uri="{FF2B5EF4-FFF2-40B4-BE49-F238E27FC236}">
                <a16:creationId xmlns:a16="http://schemas.microsoft.com/office/drawing/2014/main" id="{9023C4F7-97EF-4D2F-9223-1AFEE89D9C6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D5072DFD-BA29-43BB-A0B1-01F593A0242E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91" name="Gerader Verbinder 90">
              <a:extLst>
                <a:ext uri="{FF2B5EF4-FFF2-40B4-BE49-F238E27FC236}">
                  <a16:creationId xmlns:a16="http://schemas.microsoft.com/office/drawing/2014/main" id="{A9C77A6D-E177-4B69-A5A1-6B77E4229F3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feld 91">
              <a:extLst>
                <a:ext uri="{FF2B5EF4-FFF2-40B4-BE49-F238E27FC236}">
                  <a16:creationId xmlns:a16="http://schemas.microsoft.com/office/drawing/2014/main" id="{701274C6-5A42-4082-BC4B-8532BFB4CC40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93" name="Grafik 3">
            <a:extLst>
              <a:ext uri="{FF2B5EF4-FFF2-40B4-BE49-F238E27FC236}">
                <a16:creationId xmlns:a16="http://schemas.microsoft.com/office/drawing/2014/main" id="{3011B2CF-5596-40FB-835C-D450C93B6163}"/>
              </a:ext>
            </a:extLst>
          </p:cNvPr>
          <p:cNvGrpSpPr/>
          <p:nvPr userDrawn="1"/>
        </p:nvGrpSpPr>
        <p:grpSpPr>
          <a:xfrm>
            <a:off x="520163" y="293688"/>
            <a:ext cx="2623087" cy="328167"/>
            <a:chOff x="2178367" y="2525076"/>
            <a:chExt cx="7773352" cy="972502"/>
          </a:xfrm>
          <a:solidFill>
            <a:schemeClr val="tx1"/>
          </a:solidFill>
        </p:grpSpPr>
        <p:sp>
          <p:nvSpPr>
            <p:cNvPr id="94" name="Freihandform: Form 93">
              <a:extLst>
                <a:ext uri="{FF2B5EF4-FFF2-40B4-BE49-F238E27FC236}">
                  <a16:creationId xmlns:a16="http://schemas.microsoft.com/office/drawing/2014/main" id="{B0449415-1C6A-4A64-8E2F-F702863ADCF1}"/>
                </a:ext>
              </a:extLst>
            </p:cNvPr>
            <p:cNvSpPr/>
            <p:nvPr/>
          </p:nvSpPr>
          <p:spPr>
            <a:xfrm>
              <a:off x="2178367" y="2545079"/>
              <a:ext cx="232409" cy="369569"/>
            </a:xfrm>
            <a:custGeom>
              <a:avLst/>
              <a:gdLst>
                <a:gd name="connsiteX0" fmla="*/ 232410 w 232409"/>
                <a:gd name="connsiteY0" fmla="*/ 60960 h 369569"/>
                <a:gd name="connsiteX1" fmla="*/ 65722 w 232409"/>
                <a:gd name="connsiteY1" fmla="*/ 60960 h 369569"/>
                <a:gd name="connsiteX2" fmla="*/ 65722 w 232409"/>
                <a:gd name="connsiteY2" fmla="*/ 152400 h 369569"/>
                <a:gd name="connsiteX3" fmla="*/ 189547 w 232409"/>
                <a:gd name="connsiteY3" fmla="*/ 152400 h 369569"/>
                <a:gd name="connsiteX4" fmla="*/ 189547 w 232409"/>
                <a:gd name="connsiteY4" fmla="*/ 212408 h 369569"/>
                <a:gd name="connsiteX5" fmla="*/ 65722 w 232409"/>
                <a:gd name="connsiteY5" fmla="*/ 212408 h 369569"/>
                <a:gd name="connsiteX6" fmla="*/ 65722 w 232409"/>
                <a:gd name="connsiteY6" fmla="*/ 369570 h 369569"/>
                <a:gd name="connsiteX7" fmla="*/ 0 w 232409"/>
                <a:gd name="connsiteY7" fmla="*/ 369570 h 369569"/>
                <a:gd name="connsiteX8" fmla="*/ 0 w 232409"/>
                <a:gd name="connsiteY8" fmla="*/ 0 h 369569"/>
                <a:gd name="connsiteX9" fmla="*/ 231458 w 232409"/>
                <a:gd name="connsiteY9" fmla="*/ 0 h 369569"/>
                <a:gd name="connsiteX10" fmla="*/ 231458 w 232409"/>
                <a:gd name="connsiteY10" fmla="*/ 60960 h 369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2409" h="369569">
                  <a:moveTo>
                    <a:pt x="232410" y="60960"/>
                  </a:moveTo>
                  <a:lnTo>
                    <a:pt x="65722" y="60960"/>
                  </a:lnTo>
                  <a:lnTo>
                    <a:pt x="65722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2" y="212408"/>
                  </a:lnTo>
                  <a:lnTo>
                    <a:pt x="65722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5" name="Freihandform: Form 94">
              <a:extLst>
                <a:ext uri="{FF2B5EF4-FFF2-40B4-BE49-F238E27FC236}">
                  <a16:creationId xmlns:a16="http://schemas.microsoft.com/office/drawing/2014/main" id="{738B0DA3-FE01-4AE2-A303-09F23CA731E7}"/>
                </a:ext>
              </a:extLst>
            </p:cNvPr>
            <p:cNvSpPr/>
            <p:nvPr/>
          </p:nvSpPr>
          <p:spPr>
            <a:xfrm>
              <a:off x="2446972" y="2641039"/>
              <a:ext cx="160019" cy="272657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6" name="Freihandform: Form 95">
              <a:extLst>
                <a:ext uri="{FF2B5EF4-FFF2-40B4-BE49-F238E27FC236}">
                  <a16:creationId xmlns:a16="http://schemas.microsoft.com/office/drawing/2014/main" id="{9D6AD124-56CB-4E6C-AA90-A81031F6BDB3}"/>
                </a:ext>
              </a:extLst>
            </p:cNvPr>
            <p:cNvSpPr/>
            <p:nvPr/>
          </p:nvSpPr>
          <p:spPr>
            <a:xfrm>
              <a:off x="2651759" y="2528887"/>
              <a:ext cx="79057" cy="384810"/>
            </a:xfrm>
            <a:custGeom>
              <a:avLst/>
              <a:gdLst>
                <a:gd name="connsiteX0" fmla="*/ 79057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7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7" name="Freihandform: Form 96">
              <a:extLst>
                <a:ext uri="{FF2B5EF4-FFF2-40B4-BE49-F238E27FC236}">
                  <a16:creationId xmlns:a16="http://schemas.microsoft.com/office/drawing/2014/main" id="{61C4E282-28A6-498E-9040-A910141F1EFD}"/>
                </a:ext>
              </a:extLst>
            </p:cNvPr>
            <p:cNvSpPr/>
            <p:nvPr/>
          </p:nvSpPr>
          <p:spPr>
            <a:xfrm>
              <a:off x="2787966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3 h 279082"/>
                <a:gd name="connsiteX7" fmla="*/ 198120 w 242887"/>
                <a:gd name="connsiteY7" fmla="*/ 194310 h 279082"/>
                <a:gd name="connsiteX8" fmla="*/ 237173 w 242887"/>
                <a:gd name="connsiteY8" fmla="*/ 235268 h 279082"/>
                <a:gd name="connsiteX9" fmla="*/ 132398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2403" y="279083"/>
                    <a:pt x="132398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3" y="74295"/>
                    <a:pt x="159068" y="50482"/>
                    <a:pt x="123825" y="50482"/>
                  </a:cubicBezTo>
                  <a:cubicBezTo>
                    <a:pt x="89535" y="50482"/>
                    <a:pt x="67628" y="74295"/>
                    <a:pt x="61913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8" name="Freihandform: Form 97">
              <a:extLst>
                <a:ext uri="{FF2B5EF4-FFF2-40B4-BE49-F238E27FC236}">
                  <a16:creationId xmlns:a16="http://schemas.microsoft.com/office/drawing/2014/main" id="{73C68822-B829-45A4-BBE9-36FFB1E83213}"/>
                </a:ext>
              </a:extLst>
            </p:cNvPr>
            <p:cNvSpPr/>
            <p:nvPr/>
          </p:nvSpPr>
          <p:spPr>
            <a:xfrm>
              <a:off x="3086099" y="2525076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2 w 248602"/>
                <a:gd name="connsiteY7" fmla="*/ 389573 h 396239"/>
                <a:gd name="connsiteX8" fmla="*/ 187642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0960 w 248602"/>
                <a:gd name="connsiteY12" fmla="*/ 255270 h 396239"/>
                <a:gd name="connsiteX13" fmla="*/ 122872 w 248602"/>
                <a:gd name="connsiteY13" fmla="*/ 340995 h 396239"/>
                <a:gd name="connsiteX14" fmla="*/ 186690 w 248602"/>
                <a:gd name="connsiteY14" fmla="*/ 305753 h 396239"/>
                <a:gd name="connsiteX15" fmla="*/ 186690 w 248602"/>
                <a:gd name="connsiteY15" fmla="*/ 207645 h 396239"/>
                <a:gd name="connsiteX16" fmla="*/ 122872 w 248602"/>
                <a:gd name="connsiteY16" fmla="*/ 172402 h 396239"/>
                <a:gd name="connsiteX17" fmla="*/ 60960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9" name="Freihandform: Form 98">
              <a:extLst>
                <a:ext uri="{FF2B5EF4-FFF2-40B4-BE49-F238E27FC236}">
                  <a16:creationId xmlns:a16="http://schemas.microsoft.com/office/drawing/2014/main" id="{D77A74DB-FD82-47F9-8878-37803B7AB3D7}"/>
                </a:ext>
              </a:extLst>
            </p:cNvPr>
            <p:cNvSpPr/>
            <p:nvPr/>
          </p:nvSpPr>
          <p:spPr>
            <a:xfrm>
              <a:off x="3417569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0" name="Freihandform: Form 99">
              <a:extLst>
                <a:ext uri="{FF2B5EF4-FFF2-40B4-BE49-F238E27FC236}">
                  <a16:creationId xmlns:a16="http://schemas.microsoft.com/office/drawing/2014/main" id="{19522EFA-8CEC-4EE0-9442-39E9ADAB2CCC}"/>
                </a:ext>
              </a:extLst>
            </p:cNvPr>
            <p:cNvSpPr/>
            <p:nvPr/>
          </p:nvSpPr>
          <p:spPr>
            <a:xfrm>
              <a:off x="3622357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8 w 79057"/>
                <a:gd name="connsiteY4" fmla="*/ 38100 h 384810"/>
                <a:gd name="connsiteX5" fmla="*/ 70485 w 79057"/>
                <a:gd name="connsiteY5" fmla="*/ 384810 h 384810"/>
                <a:gd name="connsiteX6" fmla="*/ 8572 w 79057"/>
                <a:gd name="connsiteY6" fmla="*/ 384810 h 384810"/>
                <a:gd name="connsiteX7" fmla="*/ 8572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1" name="Freihandform: Form 100">
              <a:extLst>
                <a:ext uri="{FF2B5EF4-FFF2-40B4-BE49-F238E27FC236}">
                  <a16:creationId xmlns:a16="http://schemas.microsoft.com/office/drawing/2014/main" id="{0DF3FC5F-9F16-467C-B353-4E19CECDB559}"/>
                </a:ext>
              </a:extLst>
            </p:cNvPr>
            <p:cNvSpPr/>
            <p:nvPr/>
          </p:nvSpPr>
          <p:spPr>
            <a:xfrm>
              <a:off x="3759516" y="2640329"/>
              <a:ext cx="224790" cy="280034"/>
            </a:xfrm>
            <a:custGeom>
              <a:avLst/>
              <a:gdLst>
                <a:gd name="connsiteX0" fmla="*/ 222885 w 224790"/>
                <a:gd name="connsiteY0" fmla="*/ 237172 h 280034"/>
                <a:gd name="connsiteX1" fmla="*/ 127635 w 224790"/>
                <a:gd name="connsiteY1" fmla="*/ 280035 h 280034"/>
                <a:gd name="connsiteX2" fmla="*/ 0 w 224790"/>
                <a:gd name="connsiteY2" fmla="*/ 140970 h 280034"/>
                <a:gd name="connsiteX3" fmla="*/ 128588 w 224790"/>
                <a:gd name="connsiteY3" fmla="*/ 0 h 280034"/>
                <a:gd name="connsiteX4" fmla="*/ 224790 w 224790"/>
                <a:gd name="connsiteY4" fmla="*/ 45720 h 280034"/>
                <a:gd name="connsiteX5" fmla="*/ 181928 w 224790"/>
                <a:gd name="connsiteY5" fmla="*/ 86678 h 280034"/>
                <a:gd name="connsiteX6" fmla="*/ 128588 w 224790"/>
                <a:gd name="connsiteY6" fmla="*/ 57150 h 280034"/>
                <a:gd name="connsiteX7" fmla="*/ 62865 w 224790"/>
                <a:gd name="connsiteY7" fmla="*/ 140018 h 280034"/>
                <a:gd name="connsiteX8" fmla="*/ 128588 w 224790"/>
                <a:gd name="connsiteY8" fmla="*/ 222885 h 280034"/>
                <a:gd name="connsiteX9" fmla="*/ 183833 w 224790"/>
                <a:gd name="connsiteY9" fmla="*/ 193358 h 280034"/>
                <a:gd name="connsiteX10" fmla="*/ 222885 w 224790"/>
                <a:gd name="connsiteY10" fmla="*/ 237172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4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2" name="Freihandform: Form 101">
              <a:extLst>
                <a:ext uri="{FF2B5EF4-FFF2-40B4-BE49-F238E27FC236}">
                  <a16:creationId xmlns:a16="http://schemas.microsoft.com/office/drawing/2014/main" id="{54D5478D-625E-4820-BE3F-5A2A1D1D92CB}"/>
                </a:ext>
              </a:extLst>
            </p:cNvPr>
            <p:cNvSpPr/>
            <p:nvPr/>
          </p:nvSpPr>
          <p:spPr>
            <a:xfrm>
              <a:off x="4038599" y="2525076"/>
              <a:ext cx="228600" cy="389572"/>
            </a:xfrm>
            <a:custGeom>
              <a:avLst/>
              <a:gdLst>
                <a:gd name="connsiteX0" fmla="*/ 228600 w 228600"/>
                <a:gd name="connsiteY0" fmla="*/ 388620 h 389572"/>
                <a:gd name="connsiteX1" fmla="*/ 166688 w 228600"/>
                <a:gd name="connsiteY1" fmla="*/ 388620 h 389572"/>
                <a:gd name="connsiteX2" fmla="*/ 166688 w 228600"/>
                <a:gd name="connsiteY2" fmla="*/ 236220 h 389572"/>
                <a:gd name="connsiteX3" fmla="*/ 117158 w 228600"/>
                <a:gd name="connsiteY3" fmla="*/ 171450 h 389572"/>
                <a:gd name="connsiteX4" fmla="*/ 61913 w 228600"/>
                <a:gd name="connsiteY4" fmla="*/ 236220 h 389572"/>
                <a:gd name="connsiteX5" fmla="*/ 61913 w 228600"/>
                <a:gd name="connsiteY5" fmla="*/ 389573 h 389572"/>
                <a:gd name="connsiteX6" fmla="*/ 0 w 228600"/>
                <a:gd name="connsiteY6" fmla="*/ 389573 h 389572"/>
                <a:gd name="connsiteX7" fmla="*/ 0 w 228600"/>
                <a:gd name="connsiteY7" fmla="*/ 15240 h 389572"/>
                <a:gd name="connsiteX8" fmla="*/ 61913 w 228600"/>
                <a:gd name="connsiteY8" fmla="*/ 0 h 389572"/>
                <a:gd name="connsiteX9" fmla="*/ 61913 w 228600"/>
                <a:gd name="connsiteY9" fmla="*/ 155258 h 389572"/>
                <a:gd name="connsiteX10" fmla="*/ 62865 w 228600"/>
                <a:gd name="connsiteY10" fmla="*/ 155258 h 389572"/>
                <a:gd name="connsiteX11" fmla="*/ 140970 w 228600"/>
                <a:gd name="connsiteY11" fmla="*/ 116205 h 389572"/>
                <a:gd name="connsiteX12" fmla="*/ 228600 w 228600"/>
                <a:gd name="connsiteY12" fmla="*/ 223838 h 389572"/>
                <a:gd name="connsiteX13" fmla="*/ 228600 w 228600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89572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3" name="Freihandform: Form 102">
              <a:extLst>
                <a:ext uri="{FF2B5EF4-FFF2-40B4-BE49-F238E27FC236}">
                  <a16:creationId xmlns:a16="http://schemas.microsoft.com/office/drawing/2014/main" id="{DFDF2471-44E2-421C-AC3B-D064ACCDB94C}"/>
                </a:ext>
              </a:extLst>
            </p:cNvPr>
            <p:cNvSpPr/>
            <p:nvPr/>
          </p:nvSpPr>
          <p:spPr>
            <a:xfrm>
              <a:off x="4338637" y="2721291"/>
              <a:ext cx="130492" cy="59055"/>
            </a:xfrm>
            <a:custGeom>
              <a:avLst/>
              <a:gdLst>
                <a:gd name="connsiteX0" fmla="*/ 130493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3 w 130492"/>
                <a:gd name="connsiteY3" fmla="*/ 0 h 59055"/>
                <a:gd name="connsiteX4" fmla="*/ 130493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4" name="Freihandform: Form 103">
              <a:extLst>
                <a:ext uri="{FF2B5EF4-FFF2-40B4-BE49-F238E27FC236}">
                  <a16:creationId xmlns:a16="http://schemas.microsoft.com/office/drawing/2014/main" id="{1F7D1821-AC51-4D3F-9530-6B9F6703662A}"/>
                </a:ext>
              </a:extLst>
            </p:cNvPr>
            <p:cNvSpPr/>
            <p:nvPr/>
          </p:nvSpPr>
          <p:spPr>
            <a:xfrm>
              <a:off x="4502467" y="2545079"/>
              <a:ext cx="342900" cy="368617"/>
            </a:xfrm>
            <a:custGeom>
              <a:avLst/>
              <a:gdLst>
                <a:gd name="connsiteX0" fmla="*/ 136207 w 342900"/>
                <a:gd name="connsiteY0" fmla="*/ 0 h 368617"/>
                <a:gd name="connsiteX1" fmla="*/ 205740 w 342900"/>
                <a:gd name="connsiteY1" fmla="*/ 0 h 368617"/>
                <a:gd name="connsiteX2" fmla="*/ 342900 w 342900"/>
                <a:gd name="connsiteY2" fmla="*/ 368618 h 368617"/>
                <a:gd name="connsiteX3" fmla="*/ 271463 w 342900"/>
                <a:gd name="connsiteY3" fmla="*/ 368618 h 368617"/>
                <a:gd name="connsiteX4" fmla="*/ 244792 w 342900"/>
                <a:gd name="connsiteY4" fmla="*/ 290512 h 368617"/>
                <a:gd name="connsiteX5" fmla="*/ 96202 w 342900"/>
                <a:gd name="connsiteY5" fmla="*/ 290512 h 368617"/>
                <a:gd name="connsiteX6" fmla="*/ 69532 w 342900"/>
                <a:gd name="connsiteY6" fmla="*/ 368618 h 368617"/>
                <a:gd name="connsiteX7" fmla="*/ 0 w 342900"/>
                <a:gd name="connsiteY7" fmla="*/ 368618 h 368617"/>
                <a:gd name="connsiteX8" fmla="*/ 136207 w 342900"/>
                <a:gd name="connsiteY8" fmla="*/ 0 h 368617"/>
                <a:gd name="connsiteX9" fmla="*/ 116205 w 342900"/>
                <a:gd name="connsiteY9" fmla="*/ 231458 h 368617"/>
                <a:gd name="connsiteX10" fmla="*/ 223838 w 342900"/>
                <a:gd name="connsiteY10" fmla="*/ 231458 h 368617"/>
                <a:gd name="connsiteX11" fmla="*/ 170497 w 342900"/>
                <a:gd name="connsiteY11" fmla="*/ 75247 h 368617"/>
                <a:gd name="connsiteX12" fmla="*/ 169545 w 342900"/>
                <a:gd name="connsiteY12" fmla="*/ 75247 h 368617"/>
                <a:gd name="connsiteX13" fmla="*/ 116205 w 342900"/>
                <a:gd name="connsiteY13" fmla="*/ 231458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2900" h="368617">
                  <a:moveTo>
                    <a:pt x="136207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2" y="290512"/>
                  </a:lnTo>
                  <a:lnTo>
                    <a:pt x="96202" y="290512"/>
                  </a:lnTo>
                  <a:lnTo>
                    <a:pt x="69532" y="368618"/>
                  </a:lnTo>
                  <a:lnTo>
                    <a:pt x="0" y="368618"/>
                  </a:lnTo>
                  <a:lnTo>
                    <a:pt x="136207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7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5" name="Freihandform: Form 104">
              <a:extLst>
                <a:ext uri="{FF2B5EF4-FFF2-40B4-BE49-F238E27FC236}">
                  <a16:creationId xmlns:a16="http://schemas.microsoft.com/office/drawing/2014/main" id="{EB17AE7F-A04B-467A-9306-87FE75DF0E04}"/>
                </a:ext>
              </a:extLst>
            </p:cNvPr>
            <p:cNvSpPr/>
            <p:nvPr/>
          </p:nvSpPr>
          <p:spPr>
            <a:xfrm>
              <a:off x="4900612" y="2525076"/>
              <a:ext cx="61912" cy="388620"/>
            </a:xfrm>
            <a:custGeom>
              <a:avLst/>
              <a:gdLst>
                <a:gd name="connsiteX0" fmla="*/ 61913 w 61912"/>
                <a:gd name="connsiteY0" fmla="*/ 388620 h 388620"/>
                <a:gd name="connsiteX1" fmla="*/ 0 w 61912"/>
                <a:gd name="connsiteY1" fmla="*/ 388620 h 388620"/>
                <a:gd name="connsiteX2" fmla="*/ 0 w 61912"/>
                <a:gd name="connsiteY2" fmla="*/ 14288 h 388620"/>
                <a:gd name="connsiteX3" fmla="*/ 61913 w 61912"/>
                <a:gd name="connsiteY3" fmla="*/ 0 h 388620"/>
                <a:gd name="connsiteX4" fmla="*/ 61913 w 61912"/>
                <a:gd name="connsiteY4" fmla="*/ 388620 h 388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8620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6" name="Freihandform: Form 105">
              <a:extLst>
                <a:ext uri="{FF2B5EF4-FFF2-40B4-BE49-F238E27FC236}">
                  <a16:creationId xmlns:a16="http://schemas.microsoft.com/office/drawing/2014/main" id="{46339B94-749D-4AB3-A33D-B33FA5BAE446}"/>
                </a:ext>
              </a:extLst>
            </p:cNvPr>
            <p:cNvSpPr/>
            <p:nvPr/>
          </p:nvSpPr>
          <p:spPr>
            <a:xfrm>
              <a:off x="502919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7" name="Freihandform: Form 106">
              <a:extLst>
                <a:ext uri="{FF2B5EF4-FFF2-40B4-BE49-F238E27FC236}">
                  <a16:creationId xmlns:a16="http://schemas.microsoft.com/office/drawing/2014/main" id="{40C8837A-0B5F-4A13-B684-B3EB1FF4F1B5}"/>
                </a:ext>
              </a:extLst>
            </p:cNvPr>
            <p:cNvSpPr/>
            <p:nvPr/>
          </p:nvSpPr>
          <p:spPr>
            <a:xfrm>
              <a:off x="5306377" y="2646997"/>
              <a:ext cx="255269" cy="266700"/>
            </a:xfrm>
            <a:custGeom>
              <a:avLst/>
              <a:gdLst>
                <a:gd name="connsiteX0" fmla="*/ 255270 w 255269"/>
                <a:gd name="connsiteY0" fmla="*/ 266700 h 266700"/>
                <a:gd name="connsiteX1" fmla="*/ 183832 w 255269"/>
                <a:gd name="connsiteY1" fmla="*/ 266700 h 266700"/>
                <a:gd name="connsiteX2" fmla="*/ 126682 w 255269"/>
                <a:gd name="connsiteY2" fmla="*/ 174307 h 266700"/>
                <a:gd name="connsiteX3" fmla="*/ 125730 w 255269"/>
                <a:gd name="connsiteY3" fmla="*/ 174307 h 266700"/>
                <a:gd name="connsiteX4" fmla="*/ 70485 w 255269"/>
                <a:gd name="connsiteY4" fmla="*/ 266700 h 266700"/>
                <a:gd name="connsiteX5" fmla="*/ 0 w 255269"/>
                <a:gd name="connsiteY5" fmla="*/ 266700 h 266700"/>
                <a:gd name="connsiteX6" fmla="*/ 91440 w 255269"/>
                <a:gd name="connsiteY6" fmla="*/ 128588 h 266700"/>
                <a:gd name="connsiteX7" fmla="*/ 6667 w 255269"/>
                <a:gd name="connsiteY7" fmla="*/ 0 h 266700"/>
                <a:gd name="connsiteX8" fmla="*/ 77153 w 255269"/>
                <a:gd name="connsiteY8" fmla="*/ 0 h 266700"/>
                <a:gd name="connsiteX9" fmla="*/ 127635 w 255269"/>
                <a:gd name="connsiteY9" fmla="*/ 81915 h 266700"/>
                <a:gd name="connsiteX10" fmla="*/ 128588 w 255269"/>
                <a:gd name="connsiteY10" fmla="*/ 81915 h 266700"/>
                <a:gd name="connsiteX11" fmla="*/ 178117 w 255269"/>
                <a:gd name="connsiteY11" fmla="*/ 0 h 266700"/>
                <a:gd name="connsiteX12" fmla="*/ 247650 w 255269"/>
                <a:gd name="connsiteY12" fmla="*/ 0 h 266700"/>
                <a:gd name="connsiteX13" fmla="*/ 163830 w 255269"/>
                <a:gd name="connsiteY13" fmla="*/ 127635 h 266700"/>
                <a:gd name="connsiteX14" fmla="*/ 255270 w 255269"/>
                <a:gd name="connsiteY14" fmla="*/ 26670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5269" h="266700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3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8" name="Freihandform: Form 107">
              <a:extLst>
                <a:ext uri="{FF2B5EF4-FFF2-40B4-BE49-F238E27FC236}">
                  <a16:creationId xmlns:a16="http://schemas.microsoft.com/office/drawing/2014/main" id="{C79E37DC-409A-4084-8BCE-C5917C2A84A1}"/>
                </a:ext>
              </a:extLst>
            </p:cNvPr>
            <p:cNvSpPr/>
            <p:nvPr/>
          </p:nvSpPr>
          <p:spPr>
            <a:xfrm>
              <a:off x="5594967" y="2641281"/>
              <a:ext cx="225759" cy="279082"/>
            </a:xfrm>
            <a:custGeom>
              <a:avLst/>
              <a:gdLst>
                <a:gd name="connsiteX0" fmla="*/ 114317 w 225759"/>
                <a:gd name="connsiteY0" fmla="*/ 107632 h 279082"/>
                <a:gd name="connsiteX1" fmla="*/ 164799 w 225759"/>
                <a:gd name="connsiteY1" fmla="*/ 113347 h 279082"/>
                <a:gd name="connsiteX2" fmla="*/ 164799 w 225759"/>
                <a:gd name="connsiteY2" fmla="*/ 103822 h 279082"/>
                <a:gd name="connsiteX3" fmla="*/ 105744 w 225759"/>
                <a:gd name="connsiteY3" fmla="*/ 52388 h 279082"/>
                <a:gd name="connsiteX4" fmla="*/ 38117 w 225759"/>
                <a:gd name="connsiteY4" fmla="*/ 67628 h 279082"/>
                <a:gd name="connsiteX5" fmla="*/ 24782 w 225759"/>
                <a:gd name="connsiteY5" fmla="*/ 15240 h 279082"/>
                <a:gd name="connsiteX6" fmla="*/ 112412 w 225759"/>
                <a:gd name="connsiteY6" fmla="*/ 0 h 279082"/>
                <a:gd name="connsiteX7" fmla="*/ 225759 w 225759"/>
                <a:gd name="connsiteY7" fmla="*/ 102870 h 279082"/>
                <a:gd name="connsiteX8" fmla="*/ 225759 w 225759"/>
                <a:gd name="connsiteY8" fmla="*/ 273368 h 279082"/>
                <a:gd name="connsiteX9" fmla="*/ 166704 w 225759"/>
                <a:gd name="connsiteY9" fmla="*/ 273368 h 279082"/>
                <a:gd name="connsiteX10" fmla="*/ 166704 w 225759"/>
                <a:gd name="connsiteY10" fmla="*/ 244793 h 279082"/>
                <a:gd name="connsiteX11" fmla="*/ 165752 w 225759"/>
                <a:gd name="connsiteY11" fmla="*/ 244793 h 279082"/>
                <a:gd name="connsiteX12" fmla="*/ 87647 w 225759"/>
                <a:gd name="connsiteY12" fmla="*/ 279083 h 279082"/>
                <a:gd name="connsiteX13" fmla="*/ 17 w 225759"/>
                <a:gd name="connsiteY13" fmla="*/ 194310 h 279082"/>
                <a:gd name="connsiteX14" fmla="*/ 114317 w 225759"/>
                <a:gd name="connsiteY14" fmla="*/ 107632 h 279082"/>
                <a:gd name="connsiteX15" fmla="*/ 103839 w 225759"/>
                <a:gd name="connsiteY15" fmla="*/ 232410 h 279082"/>
                <a:gd name="connsiteX16" fmla="*/ 164799 w 225759"/>
                <a:gd name="connsiteY16" fmla="*/ 200025 h 279082"/>
                <a:gd name="connsiteX17" fmla="*/ 164799 w 225759"/>
                <a:gd name="connsiteY17" fmla="*/ 154305 h 279082"/>
                <a:gd name="connsiteX18" fmla="*/ 120984 w 225759"/>
                <a:gd name="connsiteY18" fmla="*/ 149543 h 279082"/>
                <a:gd name="connsiteX19" fmla="*/ 59072 w 225759"/>
                <a:gd name="connsiteY19" fmla="*/ 193358 h 279082"/>
                <a:gd name="connsiteX20" fmla="*/ 103839 w 225759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59" h="279082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5735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9" name="Freihandform: Form 108">
              <a:extLst>
                <a:ext uri="{FF2B5EF4-FFF2-40B4-BE49-F238E27FC236}">
                  <a16:creationId xmlns:a16="http://schemas.microsoft.com/office/drawing/2014/main" id="{7484E8C0-76B0-4B1C-9BF9-74EE12367B72}"/>
                </a:ext>
              </a:extLst>
            </p:cNvPr>
            <p:cNvSpPr/>
            <p:nvPr/>
          </p:nvSpPr>
          <p:spPr>
            <a:xfrm>
              <a:off x="5900737" y="2641281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7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8 h 273367"/>
                <a:gd name="connsiteX6" fmla="*/ 0 w 228600"/>
                <a:gd name="connsiteY6" fmla="*/ 273368 h 273367"/>
                <a:gd name="connsiteX7" fmla="*/ 0 w 228600"/>
                <a:gd name="connsiteY7" fmla="*/ 6668 h 273367"/>
                <a:gd name="connsiteX8" fmla="*/ 61913 w 228600"/>
                <a:gd name="connsiteY8" fmla="*/ 6668 h 273367"/>
                <a:gd name="connsiteX9" fmla="*/ 61913 w 228600"/>
                <a:gd name="connsiteY9" fmla="*/ 39053 h 273367"/>
                <a:gd name="connsiteX10" fmla="*/ 62865 w 228600"/>
                <a:gd name="connsiteY10" fmla="*/ 39053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0" name="Freihandform: Form 109">
              <a:extLst>
                <a:ext uri="{FF2B5EF4-FFF2-40B4-BE49-F238E27FC236}">
                  <a16:creationId xmlns:a16="http://schemas.microsoft.com/office/drawing/2014/main" id="{112417C7-0430-4F81-BBD4-AA6D1ED1EBE6}"/>
                </a:ext>
              </a:extLst>
            </p:cNvPr>
            <p:cNvSpPr/>
            <p:nvPr/>
          </p:nvSpPr>
          <p:spPr>
            <a:xfrm>
              <a:off x="6195059" y="2525076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3 w 248602"/>
                <a:gd name="connsiteY7" fmla="*/ 389573 h 396239"/>
                <a:gd name="connsiteX8" fmla="*/ 187643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1913 w 248602"/>
                <a:gd name="connsiteY12" fmla="*/ 255270 h 396239"/>
                <a:gd name="connsiteX13" fmla="*/ 123825 w 248602"/>
                <a:gd name="connsiteY13" fmla="*/ 340995 h 396239"/>
                <a:gd name="connsiteX14" fmla="*/ 187643 w 248602"/>
                <a:gd name="connsiteY14" fmla="*/ 305753 h 396239"/>
                <a:gd name="connsiteX15" fmla="*/ 187643 w 248602"/>
                <a:gd name="connsiteY15" fmla="*/ 207645 h 396239"/>
                <a:gd name="connsiteX16" fmla="*/ 123825 w 248602"/>
                <a:gd name="connsiteY16" fmla="*/ 172402 h 396239"/>
                <a:gd name="connsiteX17" fmla="*/ 61913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1" name="Freihandform: Form 110">
              <a:extLst>
                <a:ext uri="{FF2B5EF4-FFF2-40B4-BE49-F238E27FC236}">
                  <a16:creationId xmlns:a16="http://schemas.microsoft.com/office/drawing/2014/main" id="{596D4F29-6C7C-4E6D-AF8B-430889FA2F92}"/>
                </a:ext>
              </a:extLst>
            </p:cNvPr>
            <p:cNvSpPr/>
            <p:nvPr/>
          </p:nvSpPr>
          <p:spPr>
            <a:xfrm>
              <a:off x="651128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7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3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7" y="53340"/>
                    <a:pt x="242887" y="135255"/>
                  </a:cubicBezTo>
                  <a:cubicBezTo>
                    <a:pt x="242887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2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3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7628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2" name="Freihandform: Form 111">
              <a:extLst>
                <a:ext uri="{FF2B5EF4-FFF2-40B4-BE49-F238E27FC236}">
                  <a16:creationId xmlns:a16="http://schemas.microsoft.com/office/drawing/2014/main" id="{C78C5412-D97D-4017-B0C7-8AEC1552AEF0}"/>
                </a:ext>
              </a:extLst>
            </p:cNvPr>
            <p:cNvSpPr/>
            <p:nvPr/>
          </p:nvSpPr>
          <p:spPr>
            <a:xfrm>
              <a:off x="6824662" y="2641039"/>
              <a:ext cx="160019" cy="272657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3" name="Freihandform: Form 112">
              <a:extLst>
                <a:ext uri="{FF2B5EF4-FFF2-40B4-BE49-F238E27FC236}">
                  <a16:creationId xmlns:a16="http://schemas.microsoft.com/office/drawing/2014/main" id="{850A92F4-5A6E-4593-B6AA-859530A02DAA}"/>
                </a:ext>
              </a:extLst>
            </p:cNvPr>
            <p:cNvSpPr/>
            <p:nvPr/>
          </p:nvSpPr>
          <p:spPr>
            <a:xfrm>
              <a:off x="7023734" y="2721291"/>
              <a:ext cx="130492" cy="59055"/>
            </a:xfrm>
            <a:custGeom>
              <a:avLst/>
              <a:gdLst>
                <a:gd name="connsiteX0" fmla="*/ 130492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2 w 130492"/>
                <a:gd name="connsiteY3" fmla="*/ 0 h 59055"/>
                <a:gd name="connsiteX4" fmla="*/ 130492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2" name="Freihandform: Form 161">
              <a:extLst>
                <a:ext uri="{FF2B5EF4-FFF2-40B4-BE49-F238E27FC236}">
                  <a16:creationId xmlns:a16="http://schemas.microsoft.com/office/drawing/2014/main" id="{BEAAE5B0-8E68-4059-9692-6EA74FCE9E8F}"/>
                </a:ext>
              </a:extLst>
            </p:cNvPr>
            <p:cNvSpPr/>
            <p:nvPr/>
          </p:nvSpPr>
          <p:spPr>
            <a:xfrm>
              <a:off x="7233284" y="2545079"/>
              <a:ext cx="288607" cy="375284"/>
            </a:xfrm>
            <a:custGeom>
              <a:avLst/>
              <a:gdLst>
                <a:gd name="connsiteX0" fmla="*/ 288607 w 288607"/>
                <a:gd name="connsiteY0" fmla="*/ 222885 h 375284"/>
                <a:gd name="connsiteX1" fmla="*/ 143827 w 288607"/>
                <a:gd name="connsiteY1" fmla="*/ 375285 h 375284"/>
                <a:gd name="connsiteX2" fmla="*/ 0 w 288607"/>
                <a:gd name="connsiteY2" fmla="*/ 222885 h 375284"/>
                <a:gd name="connsiteX3" fmla="*/ 0 w 288607"/>
                <a:gd name="connsiteY3" fmla="*/ 0 h 375284"/>
                <a:gd name="connsiteX4" fmla="*/ 66675 w 288607"/>
                <a:gd name="connsiteY4" fmla="*/ 0 h 375284"/>
                <a:gd name="connsiteX5" fmla="*/ 66675 w 288607"/>
                <a:gd name="connsiteY5" fmla="*/ 219075 h 375284"/>
                <a:gd name="connsiteX6" fmla="*/ 144780 w 288607"/>
                <a:gd name="connsiteY6" fmla="*/ 312420 h 375284"/>
                <a:gd name="connsiteX7" fmla="*/ 220980 w 288607"/>
                <a:gd name="connsiteY7" fmla="*/ 219075 h 375284"/>
                <a:gd name="connsiteX8" fmla="*/ 220980 w 288607"/>
                <a:gd name="connsiteY8" fmla="*/ 0 h 375284"/>
                <a:gd name="connsiteX9" fmla="*/ 287655 w 288607"/>
                <a:gd name="connsiteY9" fmla="*/ 0 h 375284"/>
                <a:gd name="connsiteX10" fmla="*/ 287655 w 288607"/>
                <a:gd name="connsiteY10" fmla="*/ 222885 h 375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88607" h="375284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2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3" name="Freihandform: Form 162">
              <a:extLst>
                <a:ext uri="{FF2B5EF4-FFF2-40B4-BE49-F238E27FC236}">
                  <a16:creationId xmlns:a16="http://schemas.microsoft.com/office/drawing/2014/main" id="{268B4AAB-F3FC-4A54-AE59-11D4B13AF48D}"/>
                </a:ext>
              </a:extLst>
            </p:cNvPr>
            <p:cNvSpPr/>
            <p:nvPr/>
          </p:nvSpPr>
          <p:spPr>
            <a:xfrm>
              <a:off x="7605712" y="2641281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7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8 h 273367"/>
                <a:gd name="connsiteX6" fmla="*/ 0 w 228600"/>
                <a:gd name="connsiteY6" fmla="*/ 273368 h 273367"/>
                <a:gd name="connsiteX7" fmla="*/ 0 w 228600"/>
                <a:gd name="connsiteY7" fmla="*/ 6668 h 273367"/>
                <a:gd name="connsiteX8" fmla="*/ 61913 w 228600"/>
                <a:gd name="connsiteY8" fmla="*/ 6668 h 273367"/>
                <a:gd name="connsiteX9" fmla="*/ 61913 w 228600"/>
                <a:gd name="connsiteY9" fmla="*/ 39053 h 273367"/>
                <a:gd name="connsiteX10" fmla="*/ 62865 w 228600"/>
                <a:gd name="connsiteY10" fmla="*/ 39053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4" name="Freihandform: Form 163">
              <a:extLst>
                <a:ext uri="{FF2B5EF4-FFF2-40B4-BE49-F238E27FC236}">
                  <a16:creationId xmlns:a16="http://schemas.microsoft.com/office/drawing/2014/main" id="{CE185222-A5ED-406F-996B-85DC26BD01B4}"/>
                </a:ext>
              </a:extLst>
            </p:cNvPr>
            <p:cNvSpPr/>
            <p:nvPr/>
          </p:nvSpPr>
          <p:spPr>
            <a:xfrm>
              <a:off x="7904797" y="2528887"/>
              <a:ext cx="79057" cy="384810"/>
            </a:xfrm>
            <a:custGeom>
              <a:avLst/>
              <a:gdLst>
                <a:gd name="connsiteX0" fmla="*/ 79057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7 w 79057"/>
                <a:gd name="connsiteY4" fmla="*/ 38100 h 384810"/>
                <a:gd name="connsiteX5" fmla="*/ 70485 w 79057"/>
                <a:gd name="connsiteY5" fmla="*/ 384810 h 384810"/>
                <a:gd name="connsiteX6" fmla="*/ 8572 w 79057"/>
                <a:gd name="connsiteY6" fmla="*/ 384810 h 384810"/>
                <a:gd name="connsiteX7" fmla="*/ 8572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5" name="Freihandform: Form 164">
              <a:extLst>
                <a:ext uri="{FF2B5EF4-FFF2-40B4-BE49-F238E27FC236}">
                  <a16:creationId xmlns:a16="http://schemas.microsoft.com/office/drawing/2014/main" id="{3B0202CA-7509-4877-85C8-CACDC758DC37}"/>
                </a:ext>
              </a:extLst>
            </p:cNvPr>
            <p:cNvSpPr/>
            <p:nvPr/>
          </p:nvSpPr>
          <p:spPr>
            <a:xfrm>
              <a:off x="8027669" y="2647949"/>
              <a:ext cx="259080" cy="266700"/>
            </a:xfrm>
            <a:custGeom>
              <a:avLst/>
              <a:gdLst>
                <a:gd name="connsiteX0" fmla="*/ 259080 w 259080"/>
                <a:gd name="connsiteY0" fmla="*/ 0 h 266700"/>
                <a:gd name="connsiteX1" fmla="*/ 161925 w 259080"/>
                <a:gd name="connsiteY1" fmla="*/ 266700 h 266700"/>
                <a:gd name="connsiteX2" fmla="*/ 97155 w 259080"/>
                <a:gd name="connsiteY2" fmla="*/ 266700 h 266700"/>
                <a:gd name="connsiteX3" fmla="*/ 0 w 259080"/>
                <a:gd name="connsiteY3" fmla="*/ 0 h 266700"/>
                <a:gd name="connsiteX4" fmla="*/ 68580 w 259080"/>
                <a:gd name="connsiteY4" fmla="*/ 0 h 266700"/>
                <a:gd name="connsiteX5" fmla="*/ 129540 w 259080"/>
                <a:gd name="connsiteY5" fmla="*/ 193358 h 266700"/>
                <a:gd name="connsiteX6" fmla="*/ 130493 w 259080"/>
                <a:gd name="connsiteY6" fmla="*/ 193358 h 266700"/>
                <a:gd name="connsiteX7" fmla="*/ 191453 w 259080"/>
                <a:gd name="connsiteY7" fmla="*/ 0 h 266700"/>
                <a:gd name="connsiteX8" fmla="*/ 259080 w 259080"/>
                <a:gd name="connsiteY8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9080" h="266700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3" y="193358"/>
                  </a:lnTo>
                  <a:lnTo>
                    <a:pt x="191453" y="0"/>
                  </a:lnTo>
                  <a:lnTo>
                    <a:pt x="25908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6" name="Freihandform: Form 165">
              <a:extLst>
                <a:ext uri="{FF2B5EF4-FFF2-40B4-BE49-F238E27FC236}">
                  <a16:creationId xmlns:a16="http://schemas.microsoft.com/office/drawing/2014/main" id="{1547BA79-BB16-48DF-8A3E-A4E312335A44}"/>
                </a:ext>
              </a:extLst>
            </p:cNvPr>
            <p:cNvSpPr/>
            <p:nvPr/>
          </p:nvSpPr>
          <p:spPr>
            <a:xfrm>
              <a:off x="8315324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3 h 279082"/>
                <a:gd name="connsiteX7" fmla="*/ 198120 w 242887"/>
                <a:gd name="connsiteY7" fmla="*/ 194310 h 279082"/>
                <a:gd name="connsiteX8" fmla="*/ 237173 w 242887"/>
                <a:gd name="connsiteY8" fmla="*/ 235268 h 279082"/>
                <a:gd name="connsiteX9" fmla="*/ 132398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7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7" name="Freihandform: Form 166">
              <a:extLst>
                <a:ext uri="{FF2B5EF4-FFF2-40B4-BE49-F238E27FC236}">
                  <a16:creationId xmlns:a16="http://schemas.microsoft.com/office/drawing/2014/main" id="{AD9038C9-BA8B-4732-A59B-84A026AFA342}"/>
                </a:ext>
              </a:extLst>
            </p:cNvPr>
            <p:cNvSpPr/>
            <p:nvPr/>
          </p:nvSpPr>
          <p:spPr>
            <a:xfrm>
              <a:off x="8628697" y="2641039"/>
              <a:ext cx="160019" cy="272657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8" name="Freihandform: Form 167">
              <a:extLst>
                <a:ext uri="{FF2B5EF4-FFF2-40B4-BE49-F238E27FC236}">
                  <a16:creationId xmlns:a16="http://schemas.microsoft.com/office/drawing/2014/main" id="{94B26F25-E866-4555-9CFA-54479F3BDC9B}"/>
                </a:ext>
              </a:extLst>
            </p:cNvPr>
            <p:cNvSpPr/>
            <p:nvPr/>
          </p:nvSpPr>
          <p:spPr>
            <a:xfrm>
              <a:off x="8818244" y="2640329"/>
              <a:ext cx="205740" cy="280034"/>
            </a:xfrm>
            <a:custGeom>
              <a:avLst/>
              <a:gdLst>
                <a:gd name="connsiteX0" fmla="*/ 29528 w 205740"/>
                <a:gd name="connsiteY0" fmla="*/ 198120 h 280034"/>
                <a:gd name="connsiteX1" fmla="*/ 104775 w 205740"/>
                <a:gd name="connsiteY1" fmla="*/ 227647 h 280034"/>
                <a:gd name="connsiteX2" fmla="*/ 143828 w 205740"/>
                <a:gd name="connsiteY2" fmla="*/ 200978 h 280034"/>
                <a:gd name="connsiteX3" fmla="*/ 10478 w 205740"/>
                <a:gd name="connsiteY3" fmla="*/ 82868 h 280034"/>
                <a:gd name="connsiteX4" fmla="*/ 111443 w 205740"/>
                <a:gd name="connsiteY4" fmla="*/ 0 h 280034"/>
                <a:gd name="connsiteX5" fmla="*/ 203835 w 205740"/>
                <a:gd name="connsiteY5" fmla="*/ 27622 h 280034"/>
                <a:gd name="connsiteX6" fmla="*/ 174307 w 205740"/>
                <a:gd name="connsiteY6" fmla="*/ 76200 h 280034"/>
                <a:gd name="connsiteX7" fmla="*/ 110490 w 205740"/>
                <a:gd name="connsiteY7" fmla="*/ 52387 h 280034"/>
                <a:gd name="connsiteX8" fmla="*/ 72390 w 205740"/>
                <a:gd name="connsiteY8" fmla="*/ 77153 h 280034"/>
                <a:gd name="connsiteX9" fmla="*/ 205740 w 205740"/>
                <a:gd name="connsiteY9" fmla="*/ 195262 h 280034"/>
                <a:gd name="connsiteX10" fmla="*/ 102870 w 205740"/>
                <a:gd name="connsiteY10" fmla="*/ 280035 h 280034"/>
                <a:gd name="connsiteX11" fmla="*/ 0 w 205740"/>
                <a:gd name="connsiteY11" fmla="*/ 247650 h 280034"/>
                <a:gd name="connsiteX12" fmla="*/ 29528 w 205740"/>
                <a:gd name="connsiteY12" fmla="*/ 198120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4">
                  <a:moveTo>
                    <a:pt x="29528" y="198120"/>
                  </a:moveTo>
                  <a:cubicBezTo>
                    <a:pt x="56198" y="218122"/>
                    <a:pt x="80963" y="227647"/>
                    <a:pt x="104775" y="227647"/>
                  </a:cubicBezTo>
                  <a:cubicBezTo>
                    <a:pt x="127635" y="227647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3" y="0"/>
                  </a:cubicBezTo>
                  <a:cubicBezTo>
                    <a:pt x="143828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8" y="60007"/>
                    <a:pt x="130493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8" y="280035"/>
                    <a:pt x="31432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9" name="Freihandform: Form 168">
              <a:extLst>
                <a:ext uri="{FF2B5EF4-FFF2-40B4-BE49-F238E27FC236}">
                  <a16:creationId xmlns:a16="http://schemas.microsoft.com/office/drawing/2014/main" id="{D13C4216-5CFC-4D30-81F4-6398173809B8}"/>
                </a:ext>
              </a:extLst>
            </p:cNvPr>
            <p:cNvSpPr/>
            <p:nvPr/>
          </p:nvSpPr>
          <p:spPr>
            <a:xfrm>
              <a:off x="9082087" y="2528887"/>
              <a:ext cx="79057" cy="384810"/>
            </a:xfrm>
            <a:custGeom>
              <a:avLst/>
              <a:gdLst>
                <a:gd name="connsiteX0" fmla="*/ 79057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7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0" name="Freihandform: Form 169">
              <a:extLst>
                <a:ext uri="{FF2B5EF4-FFF2-40B4-BE49-F238E27FC236}">
                  <a16:creationId xmlns:a16="http://schemas.microsoft.com/office/drawing/2014/main" id="{BED719F3-A124-4E3F-B15E-D51E0B0B16B9}"/>
                </a:ext>
              </a:extLst>
            </p:cNvPr>
            <p:cNvSpPr/>
            <p:nvPr/>
          </p:nvSpPr>
          <p:spPr>
            <a:xfrm>
              <a:off x="9205912" y="2562224"/>
              <a:ext cx="165735" cy="358139"/>
            </a:xfrm>
            <a:custGeom>
              <a:avLst/>
              <a:gdLst>
                <a:gd name="connsiteX0" fmla="*/ 165735 w 165735"/>
                <a:gd name="connsiteY0" fmla="*/ 295275 h 358139"/>
                <a:gd name="connsiteX1" fmla="*/ 165735 w 165735"/>
                <a:gd name="connsiteY1" fmla="*/ 348615 h 358139"/>
                <a:gd name="connsiteX2" fmla="*/ 113348 w 165735"/>
                <a:gd name="connsiteY2" fmla="*/ 358140 h 358139"/>
                <a:gd name="connsiteX3" fmla="*/ 40957 w 165735"/>
                <a:gd name="connsiteY3" fmla="*/ 282892 h 358139"/>
                <a:gd name="connsiteX4" fmla="*/ 40957 w 165735"/>
                <a:gd name="connsiteY4" fmla="*/ 137160 h 358139"/>
                <a:gd name="connsiteX5" fmla="*/ 0 w 165735"/>
                <a:gd name="connsiteY5" fmla="*/ 137160 h 358139"/>
                <a:gd name="connsiteX6" fmla="*/ 0 w 165735"/>
                <a:gd name="connsiteY6" fmla="*/ 85725 h 358139"/>
                <a:gd name="connsiteX7" fmla="*/ 40005 w 165735"/>
                <a:gd name="connsiteY7" fmla="*/ 85725 h 358139"/>
                <a:gd name="connsiteX8" fmla="*/ 40005 w 165735"/>
                <a:gd name="connsiteY8" fmla="*/ 13335 h 358139"/>
                <a:gd name="connsiteX9" fmla="*/ 101918 w 165735"/>
                <a:gd name="connsiteY9" fmla="*/ 0 h 358139"/>
                <a:gd name="connsiteX10" fmla="*/ 101918 w 165735"/>
                <a:gd name="connsiteY10" fmla="*/ 86677 h 358139"/>
                <a:gd name="connsiteX11" fmla="*/ 165735 w 165735"/>
                <a:gd name="connsiteY11" fmla="*/ 86677 h 358139"/>
                <a:gd name="connsiteX12" fmla="*/ 165735 w 165735"/>
                <a:gd name="connsiteY12" fmla="*/ 138113 h 358139"/>
                <a:gd name="connsiteX13" fmla="*/ 101918 w 165735"/>
                <a:gd name="connsiteY13" fmla="*/ 138113 h 358139"/>
                <a:gd name="connsiteX14" fmla="*/ 101918 w 165735"/>
                <a:gd name="connsiteY14" fmla="*/ 269558 h 358139"/>
                <a:gd name="connsiteX15" fmla="*/ 130493 w 165735"/>
                <a:gd name="connsiteY15" fmla="*/ 304800 h 358139"/>
                <a:gd name="connsiteX16" fmla="*/ 165735 w 165735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1" name="Freihandform: Form 170">
              <a:extLst>
                <a:ext uri="{FF2B5EF4-FFF2-40B4-BE49-F238E27FC236}">
                  <a16:creationId xmlns:a16="http://schemas.microsoft.com/office/drawing/2014/main" id="{99FEC83F-D466-45C2-9AC2-A4F2E3C49543}"/>
                </a:ext>
              </a:extLst>
            </p:cNvPr>
            <p:cNvSpPr/>
            <p:nvPr/>
          </p:nvSpPr>
          <p:spPr>
            <a:xfrm>
              <a:off x="9420224" y="2533649"/>
              <a:ext cx="225742" cy="386714"/>
            </a:xfrm>
            <a:custGeom>
              <a:avLst/>
              <a:gdLst>
                <a:gd name="connsiteX0" fmla="*/ 114300 w 225742"/>
                <a:gd name="connsiteY0" fmla="*/ 215265 h 386714"/>
                <a:gd name="connsiteX1" fmla="*/ 164782 w 225742"/>
                <a:gd name="connsiteY1" fmla="*/ 220980 h 386714"/>
                <a:gd name="connsiteX2" fmla="*/ 164782 w 225742"/>
                <a:gd name="connsiteY2" fmla="*/ 211455 h 386714"/>
                <a:gd name="connsiteX3" fmla="*/ 105727 w 225742"/>
                <a:gd name="connsiteY3" fmla="*/ 160020 h 386714"/>
                <a:gd name="connsiteX4" fmla="*/ 38100 w 225742"/>
                <a:gd name="connsiteY4" fmla="*/ 175260 h 386714"/>
                <a:gd name="connsiteX5" fmla="*/ 24765 w 225742"/>
                <a:gd name="connsiteY5" fmla="*/ 122873 h 386714"/>
                <a:gd name="connsiteX6" fmla="*/ 112395 w 225742"/>
                <a:gd name="connsiteY6" fmla="*/ 107632 h 386714"/>
                <a:gd name="connsiteX7" fmla="*/ 225743 w 225742"/>
                <a:gd name="connsiteY7" fmla="*/ 210502 h 386714"/>
                <a:gd name="connsiteX8" fmla="*/ 225743 w 225742"/>
                <a:gd name="connsiteY8" fmla="*/ 381000 h 386714"/>
                <a:gd name="connsiteX9" fmla="*/ 166688 w 225742"/>
                <a:gd name="connsiteY9" fmla="*/ 381000 h 386714"/>
                <a:gd name="connsiteX10" fmla="*/ 166688 w 225742"/>
                <a:gd name="connsiteY10" fmla="*/ 352425 h 386714"/>
                <a:gd name="connsiteX11" fmla="*/ 165735 w 225742"/>
                <a:gd name="connsiteY11" fmla="*/ 352425 h 386714"/>
                <a:gd name="connsiteX12" fmla="*/ 87630 w 225742"/>
                <a:gd name="connsiteY12" fmla="*/ 386715 h 386714"/>
                <a:gd name="connsiteX13" fmla="*/ 0 w 225742"/>
                <a:gd name="connsiteY13" fmla="*/ 301942 h 386714"/>
                <a:gd name="connsiteX14" fmla="*/ 114300 w 225742"/>
                <a:gd name="connsiteY14" fmla="*/ 215265 h 386714"/>
                <a:gd name="connsiteX15" fmla="*/ 63818 w 225742"/>
                <a:gd name="connsiteY15" fmla="*/ 72390 h 386714"/>
                <a:gd name="connsiteX16" fmla="*/ 26670 w 225742"/>
                <a:gd name="connsiteY16" fmla="*/ 36195 h 386714"/>
                <a:gd name="connsiteX17" fmla="*/ 63818 w 225742"/>
                <a:gd name="connsiteY17" fmla="*/ 0 h 386714"/>
                <a:gd name="connsiteX18" fmla="*/ 100965 w 225742"/>
                <a:gd name="connsiteY18" fmla="*/ 36195 h 386714"/>
                <a:gd name="connsiteX19" fmla="*/ 63818 w 225742"/>
                <a:gd name="connsiteY19" fmla="*/ 72390 h 386714"/>
                <a:gd name="connsiteX20" fmla="*/ 103823 w 225742"/>
                <a:gd name="connsiteY20" fmla="*/ 340042 h 386714"/>
                <a:gd name="connsiteX21" fmla="*/ 164782 w 225742"/>
                <a:gd name="connsiteY21" fmla="*/ 307658 h 386714"/>
                <a:gd name="connsiteX22" fmla="*/ 164782 w 225742"/>
                <a:gd name="connsiteY22" fmla="*/ 261938 h 386714"/>
                <a:gd name="connsiteX23" fmla="*/ 120968 w 225742"/>
                <a:gd name="connsiteY23" fmla="*/ 257175 h 386714"/>
                <a:gd name="connsiteX24" fmla="*/ 59055 w 225742"/>
                <a:gd name="connsiteY24" fmla="*/ 300990 h 386714"/>
                <a:gd name="connsiteX25" fmla="*/ 103823 w 225742"/>
                <a:gd name="connsiteY25" fmla="*/ 340042 h 386714"/>
                <a:gd name="connsiteX26" fmla="*/ 172402 w 225742"/>
                <a:gd name="connsiteY26" fmla="*/ 72390 h 386714"/>
                <a:gd name="connsiteX27" fmla="*/ 135255 w 225742"/>
                <a:gd name="connsiteY27" fmla="*/ 36195 h 386714"/>
                <a:gd name="connsiteX28" fmla="*/ 172402 w 225742"/>
                <a:gd name="connsiteY28" fmla="*/ 0 h 386714"/>
                <a:gd name="connsiteX29" fmla="*/ 209550 w 225742"/>
                <a:gd name="connsiteY29" fmla="*/ 36195 h 386714"/>
                <a:gd name="connsiteX30" fmla="*/ 172402 w 225742"/>
                <a:gd name="connsiteY30" fmla="*/ 72390 h 386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4">
                  <a:moveTo>
                    <a:pt x="114300" y="215265"/>
                  </a:moveTo>
                  <a:cubicBezTo>
                    <a:pt x="131445" y="215265"/>
                    <a:pt x="147638" y="216217"/>
                    <a:pt x="164782" y="220980"/>
                  </a:cubicBezTo>
                  <a:lnTo>
                    <a:pt x="164782" y="211455"/>
                  </a:lnTo>
                  <a:cubicBezTo>
                    <a:pt x="164782" y="177165"/>
                    <a:pt x="144780" y="160020"/>
                    <a:pt x="105727" y="160020"/>
                  </a:cubicBezTo>
                  <a:cubicBezTo>
                    <a:pt x="83820" y="160020"/>
                    <a:pt x="60007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2" y="340042"/>
                    <a:pt x="147638" y="328613"/>
                    <a:pt x="164782" y="307658"/>
                  </a:cubicBezTo>
                  <a:lnTo>
                    <a:pt x="164782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3367"/>
                    <a:pt x="59055" y="300990"/>
                  </a:cubicBezTo>
                  <a:cubicBezTo>
                    <a:pt x="59055" y="324803"/>
                    <a:pt x="77152" y="340042"/>
                    <a:pt x="103823" y="340042"/>
                  </a:cubicBezTo>
                  <a:close/>
                  <a:moveTo>
                    <a:pt x="172402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2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2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2" name="Freihandform: Form 171">
              <a:extLst>
                <a:ext uri="{FF2B5EF4-FFF2-40B4-BE49-F238E27FC236}">
                  <a16:creationId xmlns:a16="http://schemas.microsoft.com/office/drawing/2014/main" id="{E04CB4EC-8DC6-45C9-B808-C96E8C5508C4}"/>
                </a:ext>
              </a:extLst>
            </p:cNvPr>
            <p:cNvSpPr/>
            <p:nvPr/>
          </p:nvSpPr>
          <p:spPr>
            <a:xfrm>
              <a:off x="9694544" y="2562224"/>
              <a:ext cx="165735" cy="358139"/>
            </a:xfrm>
            <a:custGeom>
              <a:avLst/>
              <a:gdLst>
                <a:gd name="connsiteX0" fmla="*/ 165735 w 165735"/>
                <a:gd name="connsiteY0" fmla="*/ 295275 h 358139"/>
                <a:gd name="connsiteX1" fmla="*/ 165735 w 165735"/>
                <a:gd name="connsiteY1" fmla="*/ 348615 h 358139"/>
                <a:gd name="connsiteX2" fmla="*/ 113348 w 165735"/>
                <a:gd name="connsiteY2" fmla="*/ 358140 h 358139"/>
                <a:gd name="connsiteX3" fmla="*/ 40957 w 165735"/>
                <a:gd name="connsiteY3" fmla="*/ 282892 h 358139"/>
                <a:gd name="connsiteX4" fmla="*/ 40957 w 165735"/>
                <a:gd name="connsiteY4" fmla="*/ 137160 h 358139"/>
                <a:gd name="connsiteX5" fmla="*/ 0 w 165735"/>
                <a:gd name="connsiteY5" fmla="*/ 137160 h 358139"/>
                <a:gd name="connsiteX6" fmla="*/ 0 w 165735"/>
                <a:gd name="connsiteY6" fmla="*/ 85725 h 358139"/>
                <a:gd name="connsiteX7" fmla="*/ 40005 w 165735"/>
                <a:gd name="connsiteY7" fmla="*/ 85725 h 358139"/>
                <a:gd name="connsiteX8" fmla="*/ 40005 w 165735"/>
                <a:gd name="connsiteY8" fmla="*/ 13335 h 358139"/>
                <a:gd name="connsiteX9" fmla="*/ 101918 w 165735"/>
                <a:gd name="connsiteY9" fmla="*/ 0 h 358139"/>
                <a:gd name="connsiteX10" fmla="*/ 101918 w 165735"/>
                <a:gd name="connsiteY10" fmla="*/ 86677 h 358139"/>
                <a:gd name="connsiteX11" fmla="*/ 165735 w 165735"/>
                <a:gd name="connsiteY11" fmla="*/ 86677 h 358139"/>
                <a:gd name="connsiteX12" fmla="*/ 165735 w 165735"/>
                <a:gd name="connsiteY12" fmla="*/ 138113 h 358139"/>
                <a:gd name="connsiteX13" fmla="*/ 101918 w 165735"/>
                <a:gd name="connsiteY13" fmla="*/ 138113 h 358139"/>
                <a:gd name="connsiteX14" fmla="*/ 101918 w 165735"/>
                <a:gd name="connsiteY14" fmla="*/ 269558 h 358139"/>
                <a:gd name="connsiteX15" fmla="*/ 130493 w 165735"/>
                <a:gd name="connsiteY15" fmla="*/ 304800 h 358139"/>
                <a:gd name="connsiteX16" fmla="*/ 165735 w 165735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3" name="Freihandform: Form 172">
              <a:extLst>
                <a:ext uri="{FF2B5EF4-FFF2-40B4-BE49-F238E27FC236}">
                  <a16:creationId xmlns:a16="http://schemas.microsoft.com/office/drawing/2014/main" id="{558AC431-F147-488F-B059-EA67234AB074}"/>
                </a:ext>
              </a:extLst>
            </p:cNvPr>
            <p:cNvSpPr/>
            <p:nvPr/>
          </p:nvSpPr>
          <p:spPr>
            <a:xfrm>
              <a:off x="2179319" y="3121341"/>
              <a:ext cx="292417" cy="369570"/>
            </a:xfrm>
            <a:custGeom>
              <a:avLst/>
              <a:gdLst>
                <a:gd name="connsiteX0" fmla="*/ 0 w 292417"/>
                <a:gd name="connsiteY0" fmla="*/ 0 h 369570"/>
                <a:gd name="connsiteX1" fmla="*/ 66675 w 292417"/>
                <a:gd name="connsiteY1" fmla="*/ 0 h 369570"/>
                <a:gd name="connsiteX2" fmla="*/ 230505 w 292417"/>
                <a:gd name="connsiteY2" fmla="*/ 257175 h 369570"/>
                <a:gd name="connsiteX3" fmla="*/ 231458 w 292417"/>
                <a:gd name="connsiteY3" fmla="*/ 257175 h 369570"/>
                <a:gd name="connsiteX4" fmla="*/ 229553 w 292417"/>
                <a:gd name="connsiteY4" fmla="*/ 0 h 369570"/>
                <a:gd name="connsiteX5" fmla="*/ 292418 w 292417"/>
                <a:gd name="connsiteY5" fmla="*/ 0 h 369570"/>
                <a:gd name="connsiteX6" fmla="*/ 292418 w 292417"/>
                <a:gd name="connsiteY6" fmla="*/ 368617 h 369570"/>
                <a:gd name="connsiteX7" fmla="*/ 227647 w 292417"/>
                <a:gd name="connsiteY7" fmla="*/ 368617 h 369570"/>
                <a:gd name="connsiteX8" fmla="*/ 63818 w 292417"/>
                <a:gd name="connsiteY8" fmla="*/ 110490 h 369570"/>
                <a:gd name="connsiteX9" fmla="*/ 62865 w 292417"/>
                <a:gd name="connsiteY9" fmla="*/ 110490 h 369570"/>
                <a:gd name="connsiteX10" fmla="*/ 63818 w 292417"/>
                <a:gd name="connsiteY10" fmla="*/ 369570 h 369570"/>
                <a:gd name="connsiteX11" fmla="*/ 0 w 292417"/>
                <a:gd name="connsiteY11" fmla="*/ 369570 h 369570"/>
                <a:gd name="connsiteX12" fmla="*/ 0 w 292417"/>
                <a:gd name="connsiteY12" fmla="*/ 0 h 369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92417" h="369570">
                  <a:moveTo>
                    <a:pt x="0" y="0"/>
                  </a:moveTo>
                  <a:lnTo>
                    <a:pt x="66675" y="0"/>
                  </a:lnTo>
                  <a:lnTo>
                    <a:pt x="230505" y="257175"/>
                  </a:lnTo>
                  <a:lnTo>
                    <a:pt x="231458" y="257175"/>
                  </a:lnTo>
                  <a:lnTo>
                    <a:pt x="229553" y="0"/>
                  </a:lnTo>
                  <a:lnTo>
                    <a:pt x="292418" y="0"/>
                  </a:lnTo>
                  <a:lnTo>
                    <a:pt x="292418" y="368617"/>
                  </a:lnTo>
                  <a:lnTo>
                    <a:pt x="227647" y="368617"/>
                  </a:lnTo>
                  <a:lnTo>
                    <a:pt x="63818" y="110490"/>
                  </a:lnTo>
                  <a:lnTo>
                    <a:pt x="62865" y="110490"/>
                  </a:lnTo>
                  <a:lnTo>
                    <a:pt x="63818" y="369570"/>
                  </a:lnTo>
                  <a:lnTo>
                    <a:pt x="0" y="36957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4" name="Freihandform: Form 173">
              <a:extLst>
                <a:ext uri="{FF2B5EF4-FFF2-40B4-BE49-F238E27FC236}">
                  <a16:creationId xmlns:a16="http://schemas.microsoft.com/office/drawing/2014/main" id="{B11E2C39-461E-4E9E-87BB-0C375FF08B3A}"/>
                </a:ext>
              </a:extLst>
            </p:cNvPr>
            <p:cNvSpPr/>
            <p:nvPr/>
          </p:nvSpPr>
          <p:spPr>
            <a:xfrm>
              <a:off x="2543174" y="3217544"/>
              <a:ext cx="225742" cy="279082"/>
            </a:xfrm>
            <a:custGeom>
              <a:avLst/>
              <a:gdLst>
                <a:gd name="connsiteX0" fmla="*/ 114300 w 225742"/>
                <a:gd name="connsiteY0" fmla="*/ 107633 h 279082"/>
                <a:gd name="connsiteX1" fmla="*/ 164783 w 225742"/>
                <a:gd name="connsiteY1" fmla="*/ 113347 h 279082"/>
                <a:gd name="connsiteX2" fmla="*/ 164783 w 225742"/>
                <a:gd name="connsiteY2" fmla="*/ 103822 h 279082"/>
                <a:gd name="connsiteX3" fmla="*/ 105727 w 225742"/>
                <a:gd name="connsiteY3" fmla="*/ 52388 h 279082"/>
                <a:gd name="connsiteX4" fmla="*/ 38100 w 225742"/>
                <a:gd name="connsiteY4" fmla="*/ 67627 h 279082"/>
                <a:gd name="connsiteX5" fmla="*/ 24765 w 225742"/>
                <a:gd name="connsiteY5" fmla="*/ 15240 h 279082"/>
                <a:gd name="connsiteX6" fmla="*/ 112395 w 225742"/>
                <a:gd name="connsiteY6" fmla="*/ 0 h 279082"/>
                <a:gd name="connsiteX7" fmla="*/ 225742 w 225742"/>
                <a:gd name="connsiteY7" fmla="*/ 102870 h 279082"/>
                <a:gd name="connsiteX8" fmla="*/ 225742 w 225742"/>
                <a:gd name="connsiteY8" fmla="*/ 273367 h 279082"/>
                <a:gd name="connsiteX9" fmla="*/ 166688 w 225742"/>
                <a:gd name="connsiteY9" fmla="*/ 273367 h 279082"/>
                <a:gd name="connsiteX10" fmla="*/ 166688 w 225742"/>
                <a:gd name="connsiteY10" fmla="*/ 244792 h 279082"/>
                <a:gd name="connsiteX11" fmla="*/ 165735 w 225742"/>
                <a:gd name="connsiteY11" fmla="*/ 244792 h 279082"/>
                <a:gd name="connsiteX12" fmla="*/ 87630 w 225742"/>
                <a:gd name="connsiteY12" fmla="*/ 279083 h 279082"/>
                <a:gd name="connsiteX13" fmla="*/ 0 w 225742"/>
                <a:gd name="connsiteY13" fmla="*/ 194310 h 279082"/>
                <a:gd name="connsiteX14" fmla="*/ 114300 w 225742"/>
                <a:gd name="connsiteY14" fmla="*/ 107633 h 279082"/>
                <a:gd name="connsiteX15" fmla="*/ 103823 w 225742"/>
                <a:gd name="connsiteY15" fmla="*/ 232410 h 279082"/>
                <a:gd name="connsiteX16" fmla="*/ 164783 w 225742"/>
                <a:gd name="connsiteY16" fmla="*/ 200025 h 279082"/>
                <a:gd name="connsiteX17" fmla="*/ 164783 w 225742"/>
                <a:gd name="connsiteY17" fmla="*/ 153352 h 279082"/>
                <a:gd name="connsiteX18" fmla="*/ 120967 w 225742"/>
                <a:gd name="connsiteY18" fmla="*/ 148590 h 279082"/>
                <a:gd name="connsiteX19" fmla="*/ 59055 w 225742"/>
                <a:gd name="connsiteY19" fmla="*/ 192405 h 279082"/>
                <a:gd name="connsiteX20" fmla="*/ 103823 w 225742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42" h="279082">
                  <a:moveTo>
                    <a:pt x="114300" y="107633"/>
                  </a:moveTo>
                  <a:cubicBezTo>
                    <a:pt x="131445" y="107633"/>
                    <a:pt x="147638" y="108585"/>
                    <a:pt x="164783" y="113347"/>
                  </a:cubicBezTo>
                  <a:lnTo>
                    <a:pt x="164783" y="103822"/>
                  </a:lnTo>
                  <a:cubicBezTo>
                    <a:pt x="164783" y="69532"/>
                    <a:pt x="144780" y="52388"/>
                    <a:pt x="105727" y="52388"/>
                  </a:cubicBezTo>
                  <a:cubicBezTo>
                    <a:pt x="83820" y="52388"/>
                    <a:pt x="60008" y="57150"/>
                    <a:pt x="38100" y="67627"/>
                  </a:cubicBezTo>
                  <a:lnTo>
                    <a:pt x="24765" y="15240"/>
                  </a:lnTo>
                  <a:cubicBezTo>
                    <a:pt x="49530" y="5715"/>
                    <a:pt x="81915" y="0"/>
                    <a:pt x="112395" y="0"/>
                  </a:cubicBezTo>
                  <a:cubicBezTo>
                    <a:pt x="187642" y="0"/>
                    <a:pt x="225742" y="35242"/>
                    <a:pt x="225742" y="102870"/>
                  </a:cubicBezTo>
                  <a:lnTo>
                    <a:pt x="225742" y="273367"/>
                  </a:lnTo>
                  <a:lnTo>
                    <a:pt x="166688" y="273367"/>
                  </a:lnTo>
                  <a:lnTo>
                    <a:pt x="166688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4300" y="107633"/>
                  </a:cubicBezTo>
                  <a:close/>
                  <a:moveTo>
                    <a:pt x="103823" y="232410"/>
                  </a:moveTo>
                  <a:cubicBezTo>
                    <a:pt x="126683" y="232410"/>
                    <a:pt x="147638" y="220980"/>
                    <a:pt x="164783" y="200025"/>
                  </a:cubicBezTo>
                  <a:lnTo>
                    <a:pt x="164783" y="153352"/>
                  </a:lnTo>
                  <a:cubicBezTo>
                    <a:pt x="150495" y="149542"/>
                    <a:pt x="135255" y="148590"/>
                    <a:pt x="120967" y="148590"/>
                  </a:cubicBezTo>
                  <a:cubicBezTo>
                    <a:pt x="81915" y="148590"/>
                    <a:pt x="59055" y="164783"/>
                    <a:pt x="59055" y="192405"/>
                  </a:cubicBezTo>
                  <a:cubicBezTo>
                    <a:pt x="59055" y="217170"/>
                    <a:pt x="76200" y="232410"/>
                    <a:pt x="103823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5" name="Freihandform: Form 174">
              <a:extLst>
                <a:ext uri="{FF2B5EF4-FFF2-40B4-BE49-F238E27FC236}">
                  <a16:creationId xmlns:a16="http://schemas.microsoft.com/office/drawing/2014/main" id="{AD56B961-4367-4BC5-9ECE-62828F08D1C2}"/>
                </a:ext>
              </a:extLst>
            </p:cNvPr>
            <p:cNvSpPr/>
            <p:nvPr/>
          </p:nvSpPr>
          <p:spPr>
            <a:xfrm>
              <a:off x="2817494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7 w 165734"/>
                <a:gd name="connsiteY9" fmla="*/ 0 h 358140"/>
                <a:gd name="connsiteX10" fmla="*/ 101917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7 w 165734"/>
                <a:gd name="connsiteY13" fmla="*/ 138113 h 358140"/>
                <a:gd name="connsiteX14" fmla="*/ 101917 w 165734"/>
                <a:gd name="connsiteY14" fmla="*/ 269558 h 358140"/>
                <a:gd name="connsiteX15" fmla="*/ 130492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2"/>
                    <a:pt x="110490" y="304800"/>
                    <a:pt x="130492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6" name="Freihandform: Form 175">
              <a:extLst>
                <a:ext uri="{FF2B5EF4-FFF2-40B4-BE49-F238E27FC236}">
                  <a16:creationId xmlns:a16="http://schemas.microsoft.com/office/drawing/2014/main" id="{BF0A6D61-3390-4476-8EB0-7DE9776449B1}"/>
                </a:ext>
              </a:extLst>
            </p:cNvPr>
            <p:cNvSpPr/>
            <p:nvPr/>
          </p:nvSpPr>
          <p:spPr>
            <a:xfrm>
              <a:off x="3038474" y="3224212"/>
              <a:ext cx="229552" cy="273367"/>
            </a:xfrm>
            <a:custGeom>
              <a:avLst/>
              <a:gdLst>
                <a:gd name="connsiteX0" fmla="*/ 62865 w 229552"/>
                <a:gd name="connsiteY0" fmla="*/ 160020 h 273367"/>
                <a:gd name="connsiteX1" fmla="*/ 116205 w 229552"/>
                <a:gd name="connsiteY1" fmla="*/ 216217 h 273367"/>
                <a:gd name="connsiteX2" fmla="*/ 167640 w 229552"/>
                <a:gd name="connsiteY2" fmla="*/ 160020 h 273367"/>
                <a:gd name="connsiteX3" fmla="*/ 167640 w 229552"/>
                <a:gd name="connsiteY3" fmla="*/ 0 h 273367"/>
                <a:gd name="connsiteX4" fmla="*/ 229553 w 229552"/>
                <a:gd name="connsiteY4" fmla="*/ 0 h 273367"/>
                <a:gd name="connsiteX5" fmla="*/ 229553 w 229552"/>
                <a:gd name="connsiteY5" fmla="*/ 161925 h 273367"/>
                <a:gd name="connsiteX6" fmla="*/ 117158 w 229552"/>
                <a:gd name="connsiteY6" fmla="*/ 273367 h 273367"/>
                <a:gd name="connsiteX7" fmla="*/ 0 w 229552"/>
                <a:gd name="connsiteY7" fmla="*/ 162878 h 273367"/>
                <a:gd name="connsiteX8" fmla="*/ 0 w 229552"/>
                <a:gd name="connsiteY8" fmla="*/ 952 h 273367"/>
                <a:gd name="connsiteX9" fmla="*/ 61913 w 229552"/>
                <a:gd name="connsiteY9" fmla="*/ 952 h 273367"/>
                <a:gd name="connsiteX10" fmla="*/ 61913 w 229552"/>
                <a:gd name="connsiteY10" fmla="*/ 160020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9552" h="273367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8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7" name="Freihandform: Form 176">
              <a:extLst>
                <a:ext uri="{FF2B5EF4-FFF2-40B4-BE49-F238E27FC236}">
                  <a16:creationId xmlns:a16="http://schemas.microsoft.com/office/drawing/2014/main" id="{DC2E152D-6891-4B91-B9F0-47DB3B128BBE}"/>
                </a:ext>
              </a:extLst>
            </p:cNvPr>
            <p:cNvSpPr/>
            <p:nvPr/>
          </p:nvSpPr>
          <p:spPr>
            <a:xfrm>
              <a:off x="3348989" y="3216591"/>
              <a:ext cx="160019" cy="273367"/>
            </a:xfrm>
            <a:custGeom>
              <a:avLst/>
              <a:gdLst>
                <a:gd name="connsiteX0" fmla="*/ 160020 w 160019"/>
                <a:gd name="connsiteY0" fmla="*/ 5715 h 273367"/>
                <a:gd name="connsiteX1" fmla="*/ 150495 w 160019"/>
                <a:gd name="connsiteY1" fmla="*/ 69533 h 273367"/>
                <a:gd name="connsiteX2" fmla="*/ 116205 w 160019"/>
                <a:gd name="connsiteY2" fmla="*/ 60960 h 273367"/>
                <a:gd name="connsiteX3" fmla="*/ 61913 w 160019"/>
                <a:gd name="connsiteY3" fmla="*/ 136208 h 273367"/>
                <a:gd name="connsiteX4" fmla="*/ 61913 w 160019"/>
                <a:gd name="connsiteY4" fmla="*/ 273367 h 273367"/>
                <a:gd name="connsiteX5" fmla="*/ 0 w 160019"/>
                <a:gd name="connsiteY5" fmla="*/ 273367 h 273367"/>
                <a:gd name="connsiteX6" fmla="*/ 0 w 160019"/>
                <a:gd name="connsiteY6" fmla="*/ 6668 h 273367"/>
                <a:gd name="connsiteX7" fmla="*/ 60960 w 160019"/>
                <a:gd name="connsiteY7" fmla="*/ 6668 h 273367"/>
                <a:gd name="connsiteX8" fmla="*/ 60960 w 160019"/>
                <a:gd name="connsiteY8" fmla="*/ 40005 h 273367"/>
                <a:gd name="connsiteX9" fmla="*/ 61913 w 160019"/>
                <a:gd name="connsiteY9" fmla="*/ 40005 h 273367"/>
                <a:gd name="connsiteX10" fmla="*/ 131445 w 160019"/>
                <a:gd name="connsiteY10" fmla="*/ 0 h 273367"/>
                <a:gd name="connsiteX11" fmla="*/ 160020 w 160019"/>
                <a:gd name="connsiteY11" fmla="*/ 57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3367">
                  <a:moveTo>
                    <a:pt x="160020" y="5715"/>
                  </a:moveTo>
                  <a:lnTo>
                    <a:pt x="150495" y="69533"/>
                  </a:lnTo>
                  <a:cubicBezTo>
                    <a:pt x="140970" y="64770"/>
                    <a:pt x="129540" y="60960"/>
                    <a:pt x="116205" y="60960"/>
                  </a:cubicBezTo>
                  <a:cubicBezTo>
                    <a:pt x="73342" y="60960"/>
                    <a:pt x="61913" y="95250"/>
                    <a:pt x="61913" y="136208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8"/>
                  </a:lnTo>
                  <a:lnTo>
                    <a:pt x="60960" y="6668"/>
                  </a:lnTo>
                  <a:lnTo>
                    <a:pt x="60960" y="40005"/>
                  </a:lnTo>
                  <a:lnTo>
                    <a:pt x="61913" y="40005"/>
                  </a:lnTo>
                  <a:cubicBezTo>
                    <a:pt x="76200" y="15240"/>
                    <a:pt x="100965" y="0"/>
                    <a:pt x="131445" y="0"/>
                  </a:cubicBezTo>
                  <a:cubicBezTo>
                    <a:pt x="139065" y="0"/>
                    <a:pt x="150495" y="1905"/>
                    <a:pt x="160020" y="57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8" name="Freihandform: Form 177">
              <a:extLst>
                <a:ext uri="{FF2B5EF4-FFF2-40B4-BE49-F238E27FC236}">
                  <a16:creationId xmlns:a16="http://schemas.microsoft.com/office/drawing/2014/main" id="{1F487762-1320-482B-AA1F-A775BAF19905}"/>
                </a:ext>
              </a:extLst>
            </p:cNvPr>
            <p:cNvSpPr/>
            <p:nvPr/>
          </p:nvSpPr>
          <p:spPr>
            <a:xfrm>
              <a:off x="3548062" y="3224212"/>
              <a:ext cx="376237" cy="266700"/>
            </a:xfrm>
            <a:custGeom>
              <a:avLst/>
              <a:gdLst>
                <a:gd name="connsiteX0" fmla="*/ 376238 w 376237"/>
                <a:gd name="connsiteY0" fmla="*/ 0 h 266700"/>
                <a:gd name="connsiteX1" fmla="*/ 297180 w 376237"/>
                <a:gd name="connsiteY1" fmla="*/ 266700 h 266700"/>
                <a:gd name="connsiteX2" fmla="*/ 237172 w 376237"/>
                <a:gd name="connsiteY2" fmla="*/ 266700 h 266700"/>
                <a:gd name="connsiteX3" fmla="*/ 188595 w 376237"/>
                <a:gd name="connsiteY3" fmla="*/ 81915 h 266700"/>
                <a:gd name="connsiteX4" fmla="*/ 187642 w 376237"/>
                <a:gd name="connsiteY4" fmla="*/ 81915 h 266700"/>
                <a:gd name="connsiteX5" fmla="*/ 139065 w 376237"/>
                <a:gd name="connsiteY5" fmla="*/ 266700 h 266700"/>
                <a:gd name="connsiteX6" fmla="*/ 79058 w 376237"/>
                <a:gd name="connsiteY6" fmla="*/ 266700 h 266700"/>
                <a:gd name="connsiteX7" fmla="*/ 0 w 376237"/>
                <a:gd name="connsiteY7" fmla="*/ 0 h 266700"/>
                <a:gd name="connsiteX8" fmla="*/ 65722 w 376237"/>
                <a:gd name="connsiteY8" fmla="*/ 0 h 266700"/>
                <a:gd name="connsiteX9" fmla="*/ 111442 w 376237"/>
                <a:gd name="connsiteY9" fmla="*/ 180022 h 266700"/>
                <a:gd name="connsiteX10" fmla="*/ 112395 w 376237"/>
                <a:gd name="connsiteY10" fmla="*/ 180022 h 266700"/>
                <a:gd name="connsiteX11" fmla="*/ 160020 w 376237"/>
                <a:gd name="connsiteY11" fmla="*/ 0 h 266700"/>
                <a:gd name="connsiteX12" fmla="*/ 217170 w 376237"/>
                <a:gd name="connsiteY12" fmla="*/ 0 h 266700"/>
                <a:gd name="connsiteX13" fmla="*/ 265747 w 376237"/>
                <a:gd name="connsiteY13" fmla="*/ 180022 h 266700"/>
                <a:gd name="connsiteX14" fmla="*/ 266700 w 376237"/>
                <a:gd name="connsiteY14" fmla="*/ 180022 h 266700"/>
                <a:gd name="connsiteX15" fmla="*/ 311467 w 376237"/>
                <a:gd name="connsiteY15" fmla="*/ 0 h 266700"/>
                <a:gd name="connsiteX16" fmla="*/ 376238 w 376237"/>
                <a:gd name="connsiteY16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76237" h="266700">
                  <a:moveTo>
                    <a:pt x="376238" y="0"/>
                  </a:moveTo>
                  <a:lnTo>
                    <a:pt x="297180" y="266700"/>
                  </a:lnTo>
                  <a:lnTo>
                    <a:pt x="237172" y="266700"/>
                  </a:lnTo>
                  <a:lnTo>
                    <a:pt x="188595" y="81915"/>
                  </a:lnTo>
                  <a:lnTo>
                    <a:pt x="187642" y="81915"/>
                  </a:lnTo>
                  <a:lnTo>
                    <a:pt x="139065" y="266700"/>
                  </a:lnTo>
                  <a:lnTo>
                    <a:pt x="79058" y="266700"/>
                  </a:lnTo>
                  <a:lnTo>
                    <a:pt x="0" y="0"/>
                  </a:lnTo>
                  <a:lnTo>
                    <a:pt x="65722" y="0"/>
                  </a:lnTo>
                  <a:lnTo>
                    <a:pt x="111442" y="180022"/>
                  </a:lnTo>
                  <a:lnTo>
                    <a:pt x="112395" y="180022"/>
                  </a:lnTo>
                  <a:lnTo>
                    <a:pt x="160020" y="0"/>
                  </a:lnTo>
                  <a:lnTo>
                    <a:pt x="217170" y="0"/>
                  </a:lnTo>
                  <a:lnTo>
                    <a:pt x="265747" y="180022"/>
                  </a:lnTo>
                  <a:lnTo>
                    <a:pt x="266700" y="180022"/>
                  </a:lnTo>
                  <a:lnTo>
                    <a:pt x="311467" y="0"/>
                  </a:lnTo>
                  <a:lnTo>
                    <a:pt x="3762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9" name="Freihandform: Form 178">
              <a:extLst>
                <a:ext uri="{FF2B5EF4-FFF2-40B4-BE49-F238E27FC236}">
                  <a16:creationId xmlns:a16="http://schemas.microsoft.com/office/drawing/2014/main" id="{B39F0DE7-3D07-4192-947C-90054D2045DE}"/>
                </a:ext>
              </a:extLst>
            </p:cNvPr>
            <p:cNvSpPr/>
            <p:nvPr/>
          </p:nvSpPr>
          <p:spPr>
            <a:xfrm>
              <a:off x="3970971" y="3105149"/>
              <a:ext cx="79057" cy="384809"/>
            </a:xfrm>
            <a:custGeom>
              <a:avLst/>
              <a:gdLst>
                <a:gd name="connsiteX0" fmla="*/ 79058 w 79057"/>
                <a:gd name="connsiteY0" fmla="*/ 38100 h 384809"/>
                <a:gd name="connsiteX1" fmla="*/ 39053 w 79057"/>
                <a:gd name="connsiteY1" fmla="*/ 76200 h 384809"/>
                <a:gd name="connsiteX2" fmla="*/ 0 w 79057"/>
                <a:gd name="connsiteY2" fmla="*/ 38100 h 384809"/>
                <a:gd name="connsiteX3" fmla="*/ 39053 w 79057"/>
                <a:gd name="connsiteY3" fmla="*/ 0 h 384809"/>
                <a:gd name="connsiteX4" fmla="*/ 79058 w 79057"/>
                <a:gd name="connsiteY4" fmla="*/ 38100 h 384809"/>
                <a:gd name="connsiteX5" fmla="*/ 70485 w 79057"/>
                <a:gd name="connsiteY5" fmla="*/ 384810 h 384809"/>
                <a:gd name="connsiteX6" fmla="*/ 8573 w 79057"/>
                <a:gd name="connsiteY6" fmla="*/ 384810 h 384809"/>
                <a:gd name="connsiteX7" fmla="*/ 8573 w 79057"/>
                <a:gd name="connsiteY7" fmla="*/ 118110 h 384809"/>
                <a:gd name="connsiteX8" fmla="*/ 70485 w 79057"/>
                <a:gd name="connsiteY8" fmla="*/ 118110 h 384809"/>
                <a:gd name="connsiteX9" fmla="*/ 70485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8" y="38100"/>
                  </a:moveTo>
                  <a:cubicBezTo>
                    <a:pt x="79058" y="60008"/>
                    <a:pt x="60960" y="76200"/>
                    <a:pt x="39053" y="76200"/>
                  </a:cubicBezTo>
                  <a:cubicBezTo>
                    <a:pt x="17145" y="76200"/>
                    <a:pt x="0" y="60008"/>
                    <a:pt x="0" y="38100"/>
                  </a:cubicBezTo>
                  <a:cubicBezTo>
                    <a:pt x="0" y="16192"/>
                    <a:pt x="18098" y="0"/>
                    <a:pt x="39053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0" name="Freihandform: Form 179">
              <a:extLst>
                <a:ext uri="{FF2B5EF4-FFF2-40B4-BE49-F238E27FC236}">
                  <a16:creationId xmlns:a16="http://schemas.microsoft.com/office/drawing/2014/main" id="{635A2E71-4279-4C10-85D7-36329C8072A8}"/>
                </a:ext>
              </a:extLst>
            </p:cNvPr>
            <p:cNvSpPr/>
            <p:nvPr/>
          </p:nvSpPr>
          <p:spPr>
            <a:xfrm>
              <a:off x="4099559" y="3216591"/>
              <a:ext cx="205740" cy="280035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3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3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7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1" name="Freihandform: Form 180">
              <a:extLst>
                <a:ext uri="{FF2B5EF4-FFF2-40B4-BE49-F238E27FC236}">
                  <a16:creationId xmlns:a16="http://schemas.microsoft.com/office/drawing/2014/main" id="{14F6612F-7FFD-43C4-8253-5F26F2FA8205}"/>
                </a:ext>
              </a:extLst>
            </p:cNvPr>
            <p:cNvSpPr/>
            <p:nvPr/>
          </p:nvSpPr>
          <p:spPr>
            <a:xfrm>
              <a:off x="4346256" y="3216591"/>
              <a:ext cx="205740" cy="280035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3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6198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3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2" name="Freihandform: Form 181">
              <a:extLst>
                <a:ext uri="{FF2B5EF4-FFF2-40B4-BE49-F238E27FC236}">
                  <a16:creationId xmlns:a16="http://schemas.microsoft.com/office/drawing/2014/main" id="{618FC839-7C8D-47CE-8EA1-08C1B33D2966}"/>
                </a:ext>
              </a:extLst>
            </p:cNvPr>
            <p:cNvSpPr/>
            <p:nvPr/>
          </p:nvSpPr>
          <p:spPr>
            <a:xfrm>
              <a:off x="4601527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8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3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89535" y="50482"/>
                    <a:pt x="67628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3" name="Freihandform: Form 182">
              <a:extLst>
                <a:ext uri="{FF2B5EF4-FFF2-40B4-BE49-F238E27FC236}">
                  <a16:creationId xmlns:a16="http://schemas.microsoft.com/office/drawing/2014/main" id="{8BF38685-A8C4-4C94-89FB-0ED4A3F66456}"/>
                </a:ext>
              </a:extLst>
            </p:cNvPr>
            <p:cNvSpPr/>
            <p:nvPr/>
          </p:nvSpPr>
          <p:spPr>
            <a:xfrm>
              <a:off x="4913946" y="3217544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8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3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4" name="Freihandform: Form 183">
              <a:extLst>
                <a:ext uri="{FF2B5EF4-FFF2-40B4-BE49-F238E27FC236}">
                  <a16:creationId xmlns:a16="http://schemas.microsoft.com/office/drawing/2014/main" id="{BE74C300-BF3D-407C-B075-3AEC8CCABF80}"/>
                </a:ext>
              </a:extLst>
            </p:cNvPr>
            <p:cNvSpPr/>
            <p:nvPr/>
          </p:nvSpPr>
          <p:spPr>
            <a:xfrm>
              <a:off x="5198744" y="3216591"/>
              <a:ext cx="205740" cy="280035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3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6198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3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5" name="Freihandform: Form 184">
              <a:extLst>
                <a:ext uri="{FF2B5EF4-FFF2-40B4-BE49-F238E27FC236}">
                  <a16:creationId xmlns:a16="http://schemas.microsoft.com/office/drawing/2014/main" id="{0694207B-F80C-48C1-95D4-851EEEE6D0F5}"/>
                </a:ext>
              </a:extLst>
            </p:cNvPr>
            <p:cNvSpPr/>
            <p:nvPr/>
          </p:nvSpPr>
          <p:spPr>
            <a:xfrm>
              <a:off x="5454967" y="3216591"/>
              <a:ext cx="224789" cy="280035"/>
            </a:xfrm>
            <a:custGeom>
              <a:avLst/>
              <a:gdLst>
                <a:gd name="connsiteX0" fmla="*/ 222885 w 224789"/>
                <a:gd name="connsiteY0" fmla="*/ 237173 h 280035"/>
                <a:gd name="connsiteX1" fmla="*/ 127635 w 224789"/>
                <a:gd name="connsiteY1" fmla="*/ 280035 h 280035"/>
                <a:gd name="connsiteX2" fmla="*/ 0 w 224789"/>
                <a:gd name="connsiteY2" fmla="*/ 140970 h 280035"/>
                <a:gd name="connsiteX3" fmla="*/ 128588 w 224789"/>
                <a:gd name="connsiteY3" fmla="*/ 0 h 280035"/>
                <a:gd name="connsiteX4" fmla="*/ 224790 w 224789"/>
                <a:gd name="connsiteY4" fmla="*/ 45720 h 280035"/>
                <a:gd name="connsiteX5" fmla="*/ 181927 w 224789"/>
                <a:gd name="connsiteY5" fmla="*/ 86678 h 280035"/>
                <a:gd name="connsiteX6" fmla="*/ 128588 w 224789"/>
                <a:gd name="connsiteY6" fmla="*/ 57150 h 280035"/>
                <a:gd name="connsiteX7" fmla="*/ 62865 w 224789"/>
                <a:gd name="connsiteY7" fmla="*/ 140017 h 280035"/>
                <a:gd name="connsiteX8" fmla="*/ 128588 w 224789"/>
                <a:gd name="connsiteY8" fmla="*/ 222885 h 280035"/>
                <a:gd name="connsiteX9" fmla="*/ 183832 w 224789"/>
                <a:gd name="connsiteY9" fmla="*/ 193358 h 280035"/>
                <a:gd name="connsiteX10" fmla="*/ 222885 w 224789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6" name="Freihandform: Form 185">
              <a:extLst>
                <a:ext uri="{FF2B5EF4-FFF2-40B4-BE49-F238E27FC236}">
                  <a16:creationId xmlns:a16="http://schemas.microsoft.com/office/drawing/2014/main" id="{A2F0F18D-4450-4104-A4C5-D960B4A1B571}"/>
                </a:ext>
              </a:extLst>
            </p:cNvPr>
            <p:cNvSpPr/>
            <p:nvPr/>
          </p:nvSpPr>
          <p:spPr>
            <a:xfrm>
              <a:off x="5733096" y="3101339"/>
              <a:ext cx="228600" cy="389572"/>
            </a:xfrm>
            <a:custGeom>
              <a:avLst/>
              <a:gdLst>
                <a:gd name="connsiteX0" fmla="*/ 228600 w 228600"/>
                <a:gd name="connsiteY0" fmla="*/ 388620 h 389572"/>
                <a:gd name="connsiteX1" fmla="*/ 166688 w 228600"/>
                <a:gd name="connsiteY1" fmla="*/ 388620 h 389572"/>
                <a:gd name="connsiteX2" fmla="*/ 166688 w 228600"/>
                <a:gd name="connsiteY2" fmla="*/ 236220 h 389572"/>
                <a:gd name="connsiteX3" fmla="*/ 117158 w 228600"/>
                <a:gd name="connsiteY3" fmla="*/ 171450 h 389572"/>
                <a:gd name="connsiteX4" fmla="*/ 61913 w 228600"/>
                <a:gd name="connsiteY4" fmla="*/ 236220 h 389572"/>
                <a:gd name="connsiteX5" fmla="*/ 61913 w 228600"/>
                <a:gd name="connsiteY5" fmla="*/ 389573 h 389572"/>
                <a:gd name="connsiteX6" fmla="*/ 0 w 228600"/>
                <a:gd name="connsiteY6" fmla="*/ 389573 h 389572"/>
                <a:gd name="connsiteX7" fmla="*/ 0 w 228600"/>
                <a:gd name="connsiteY7" fmla="*/ 15240 h 389572"/>
                <a:gd name="connsiteX8" fmla="*/ 61913 w 228600"/>
                <a:gd name="connsiteY8" fmla="*/ 0 h 389572"/>
                <a:gd name="connsiteX9" fmla="*/ 61913 w 228600"/>
                <a:gd name="connsiteY9" fmla="*/ 155258 h 389572"/>
                <a:gd name="connsiteX10" fmla="*/ 62865 w 228600"/>
                <a:gd name="connsiteY10" fmla="*/ 155258 h 389572"/>
                <a:gd name="connsiteX11" fmla="*/ 140970 w 228600"/>
                <a:gd name="connsiteY11" fmla="*/ 116205 h 389572"/>
                <a:gd name="connsiteX12" fmla="*/ 228600 w 228600"/>
                <a:gd name="connsiteY12" fmla="*/ 223838 h 389572"/>
                <a:gd name="connsiteX13" fmla="*/ 228600 w 228600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89572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7" name="Freihandform: Form 186">
              <a:extLst>
                <a:ext uri="{FF2B5EF4-FFF2-40B4-BE49-F238E27FC236}">
                  <a16:creationId xmlns:a16="http://schemas.microsoft.com/office/drawing/2014/main" id="{4FBC7316-BDD7-429B-8210-6AC7F92BB84D}"/>
                </a:ext>
              </a:extLst>
            </p:cNvPr>
            <p:cNvSpPr/>
            <p:nvPr/>
          </p:nvSpPr>
          <p:spPr>
            <a:xfrm>
              <a:off x="6023609" y="3217544"/>
              <a:ext cx="225742" cy="279082"/>
            </a:xfrm>
            <a:custGeom>
              <a:avLst/>
              <a:gdLst>
                <a:gd name="connsiteX0" fmla="*/ 114300 w 225742"/>
                <a:gd name="connsiteY0" fmla="*/ 107633 h 279082"/>
                <a:gd name="connsiteX1" fmla="*/ 164783 w 225742"/>
                <a:gd name="connsiteY1" fmla="*/ 113347 h 279082"/>
                <a:gd name="connsiteX2" fmla="*/ 164783 w 225742"/>
                <a:gd name="connsiteY2" fmla="*/ 103822 h 279082"/>
                <a:gd name="connsiteX3" fmla="*/ 105728 w 225742"/>
                <a:gd name="connsiteY3" fmla="*/ 52388 h 279082"/>
                <a:gd name="connsiteX4" fmla="*/ 38100 w 225742"/>
                <a:gd name="connsiteY4" fmla="*/ 67627 h 279082"/>
                <a:gd name="connsiteX5" fmla="*/ 24765 w 225742"/>
                <a:gd name="connsiteY5" fmla="*/ 15240 h 279082"/>
                <a:gd name="connsiteX6" fmla="*/ 112395 w 225742"/>
                <a:gd name="connsiteY6" fmla="*/ 0 h 279082"/>
                <a:gd name="connsiteX7" fmla="*/ 225743 w 225742"/>
                <a:gd name="connsiteY7" fmla="*/ 102870 h 279082"/>
                <a:gd name="connsiteX8" fmla="*/ 225743 w 225742"/>
                <a:gd name="connsiteY8" fmla="*/ 273367 h 279082"/>
                <a:gd name="connsiteX9" fmla="*/ 166688 w 225742"/>
                <a:gd name="connsiteY9" fmla="*/ 273367 h 279082"/>
                <a:gd name="connsiteX10" fmla="*/ 166688 w 225742"/>
                <a:gd name="connsiteY10" fmla="*/ 244792 h 279082"/>
                <a:gd name="connsiteX11" fmla="*/ 165735 w 225742"/>
                <a:gd name="connsiteY11" fmla="*/ 244792 h 279082"/>
                <a:gd name="connsiteX12" fmla="*/ 87630 w 225742"/>
                <a:gd name="connsiteY12" fmla="*/ 279083 h 279082"/>
                <a:gd name="connsiteX13" fmla="*/ 0 w 225742"/>
                <a:gd name="connsiteY13" fmla="*/ 194310 h 279082"/>
                <a:gd name="connsiteX14" fmla="*/ 114300 w 225742"/>
                <a:gd name="connsiteY14" fmla="*/ 107633 h 279082"/>
                <a:gd name="connsiteX15" fmla="*/ 103822 w 225742"/>
                <a:gd name="connsiteY15" fmla="*/ 232410 h 279082"/>
                <a:gd name="connsiteX16" fmla="*/ 164783 w 225742"/>
                <a:gd name="connsiteY16" fmla="*/ 200025 h 279082"/>
                <a:gd name="connsiteX17" fmla="*/ 164783 w 225742"/>
                <a:gd name="connsiteY17" fmla="*/ 153352 h 279082"/>
                <a:gd name="connsiteX18" fmla="*/ 120968 w 225742"/>
                <a:gd name="connsiteY18" fmla="*/ 148590 h 279082"/>
                <a:gd name="connsiteX19" fmla="*/ 59055 w 225742"/>
                <a:gd name="connsiteY19" fmla="*/ 192405 h 279082"/>
                <a:gd name="connsiteX20" fmla="*/ 103822 w 225742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42" h="279082">
                  <a:moveTo>
                    <a:pt x="114300" y="107633"/>
                  </a:moveTo>
                  <a:cubicBezTo>
                    <a:pt x="131445" y="107633"/>
                    <a:pt x="147638" y="108585"/>
                    <a:pt x="164783" y="113347"/>
                  </a:cubicBezTo>
                  <a:lnTo>
                    <a:pt x="164783" y="103822"/>
                  </a:lnTo>
                  <a:cubicBezTo>
                    <a:pt x="164783" y="69532"/>
                    <a:pt x="144780" y="52388"/>
                    <a:pt x="105728" y="52388"/>
                  </a:cubicBezTo>
                  <a:cubicBezTo>
                    <a:pt x="83820" y="52388"/>
                    <a:pt x="60008" y="57150"/>
                    <a:pt x="38100" y="67627"/>
                  </a:cubicBezTo>
                  <a:lnTo>
                    <a:pt x="24765" y="15240"/>
                  </a:lnTo>
                  <a:cubicBezTo>
                    <a:pt x="49530" y="5715"/>
                    <a:pt x="81915" y="0"/>
                    <a:pt x="112395" y="0"/>
                  </a:cubicBezTo>
                  <a:cubicBezTo>
                    <a:pt x="187643" y="0"/>
                    <a:pt x="225743" y="35242"/>
                    <a:pt x="225743" y="102870"/>
                  </a:cubicBezTo>
                  <a:lnTo>
                    <a:pt x="225743" y="273367"/>
                  </a:lnTo>
                  <a:lnTo>
                    <a:pt x="166688" y="273367"/>
                  </a:lnTo>
                  <a:lnTo>
                    <a:pt x="166688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4300" y="107633"/>
                  </a:cubicBezTo>
                  <a:close/>
                  <a:moveTo>
                    <a:pt x="103822" y="232410"/>
                  </a:moveTo>
                  <a:cubicBezTo>
                    <a:pt x="126683" y="232410"/>
                    <a:pt x="147638" y="220980"/>
                    <a:pt x="164783" y="200025"/>
                  </a:cubicBezTo>
                  <a:lnTo>
                    <a:pt x="164783" y="153352"/>
                  </a:lnTo>
                  <a:cubicBezTo>
                    <a:pt x="150495" y="149542"/>
                    <a:pt x="135255" y="148590"/>
                    <a:pt x="120968" y="148590"/>
                  </a:cubicBezTo>
                  <a:cubicBezTo>
                    <a:pt x="81915" y="148590"/>
                    <a:pt x="59055" y="164783"/>
                    <a:pt x="59055" y="192405"/>
                  </a:cubicBezTo>
                  <a:cubicBezTo>
                    <a:pt x="60008" y="217170"/>
                    <a:pt x="77153" y="232410"/>
                    <a:pt x="103822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8" name="Freihandform: Form 187">
              <a:extLst>
                <a:ext uri="{FF2B5EF4-FFF2-40B4-BE49-F238E27FC236}">
                  <a16:creationId xmlns:a16="http://schemas.microsoft.com/office/drawing/2014/main" id="{93A88007-D673-4001-9BC9-61D23CFC79F4}"/>
                </a:ext>
              </a:extLst>
            </p:cNvPr>
            <p:cNvSpPr/>
            <p:nvPr/>
          </p:nvSpPr>
          <p:spPr>
            <a:xfrm>
              <a:off x="6299834" y="3097529"/>
              <a:ext cx="162877" cy="391477"/>
            </a:xfrm>
            <a:custGeom>
              <a:avLst/>
              <a:gdLst>
                <a:gd name="connsiteX0" fmla="*/ 162878 w 162877"/>
                <a:gd name="connsiteY0" fmla="*/ 58103 h 391477"/>
                <a:gd name="connsiteX1" fmla="*/ 135255 w 162877"/>
                <a:gd name="connsiteY1" fmla="*/ 52388 h 391477"/>
                <a:gd name="connsiteX2" fmla="*/ 101918 w 162877"/>
                <a:gd name="connsiteY2" fmla="*/ 89535 h 391477"/>
                <a:gd name="connsiteX3" fmla="*/ 101918 w 162877"/>
                <a:gd name="connsiteY3" fmla="*/ 125730 h 391477"/>
                <a:gd name="connsiteX4" fmla="*/ 155258 w 162877"/>
                <a:gd name="connsiteY4" fmla="*/ 125730 h 391477"/>
                <a:gd name="connsiteX5" fmla="*/ 155258 w 162877"/>
                <a:gd name="connsiteY5" fmla="*/ 177165 h 391477"/>
                <a:gd name="connsiteX6" fmla="*/ 102870 w 162877"/>
                <a:gd name="connsiteY6" fmla="*/ 177165 h 391477"/>
                <a:gd name="connsiteX7" fmla="*/ 102870 w 162877"/>
                <a:gd name="connsiteY7" fmla="*/ 391478 h 391477"/>
                <a:gd name="connsiteX8" fmla="*/ 40958 w 162877"/>
                <a:gd name="connsiteY8" fmla="*/ 391478 h 391477"/>
                <a:gd name="connsiteX9" fmla="*/ 40958 w 162877"/>
                <a:gd name="connsiteY9" fmla="*/ 177165 h 391477"/>
                <a:gd name="connsiteX10" fmla="*/ 0 w 162877"/>
                <a:gd name="connsiteY10" fmla="*/ 177165 h 391477"/>
                <a:gd name="connsiteX11" fmla="*/ 0 w 162877"/>
                <a:gd name="connsiteY11" fmla="*/ 126683 h 391477"/>
                <a:gd name="connsiteX12" fmla="*/ 40958 w 162877"/>
                <a:gd name="connsiteY12" fmla="*/ 126683 h 391477"/>
                <a:gd name="connsiteX13" fmla="*/ 40958 w 162877"/>
                <a:gd name="connsiteY13" fmla="*/ 88583 h 391477"/>
                <a:gd name="connsiteX14" fmla="*/ 125730 w 162877"/>
                <a:gd name="connsiteY14" fmla="*/ 0 h 391477"/>
                <a:gd name="connsiteX15" fmla="*/ 162878 w 162877"/>
                <a:gd name="connsiteY15" fmla="*/ 5715 h 391477"/>
                <a:gd name="connsiteX16" fmla="*/ 162878 w 162877"/>
                <a:gd name="connsiteY16" fmla="*/ 58103 h 391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2877" h="391477">
                  <a:moveTo>
                    <a:pt x="162878" y="58103"/>
                  </a:moveTo>
                  <a:cubicBezTo>
                    <a:pt x="154305" y="54293"/>
                    <a:pt x="144780" y="52388"/>
                    <a:pt x="135255" y="52388"/>
                  </a:cubicBezTo>
                  <a:cubicBezTo>
                    <a:pt x="111443" y="52388"/>
                    <a:pt x="101918" y="64770"/>
                    <a:pt x="101918" y="89535"/>
                  </a:cubicBezTo>
                  <a:lnTo>
                    <a:pt x="101918" y="125730"/>
                  </a:lnTo>
                  <a:lnTo>
                    <a:pt x="155258" y="125730"/>
                  </a:lnTo>
                  <a:lnTo>
                    <a:pt x="155258" y="177165"/>
                  </a:lnTo>
                  <a:lnTo>
                    <a:pt x="102870" y="177165"/>
                  </a:lnTo>
                  <a:lnTo>
                    <a:pt x="102870" y="391478"/>
                  </a:lnTo>
                  <a:lnTo>
                    <a:pt x="40958" y="391478"/>
                  </a:lnTo>
                  <a:lnTo>
                    <a:pt x="40958" y="177165"/>
                  </a:lnTo>
                  <a:lnTo>
                    <a:pt x="0" y="177165"/>
                  </a:lnTo>
                  <a:lnTo>
                    <a:pt x="0" y="126683"/>
                  </a:lnTo>
                  <a:lnTo>
                    <a:pt x="40958" y="126683"/>
                  </a:lnTo>
                  <a:lnTo>
                    <a:pt x="40958" y="88583"/>
                  </a:lnTo>
                  <a:cubicBezTo>
                    <a:pt x="40958" y="33338"/>
                    <a:pt x="65722" y="0"/>
                    <a:pt x="125730" y="0"/>
                  </a:cubicBezTo>
                  <a:cubicBezTo>
                    <a:pt x="139065" y="0"/>
                    <a:pt x="152400" y="1905"/>
                    <a:pt x="162878" y="5715"/>
                  </a:cubicBezTo>
                  <a:lnTo>
                    <a:pt x="162878" y="5810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9" name="Freihandform: Form 188">
              <a:extLst>
                <a:ext uri="{FF2B5EF4-FFF2-40B4-BE49-F238E27FC236}">
                  <a16:creationId xmlns:a16="http://schemas.microsoft.com/office/drawing/2014/main" id="{8DA8B809-24B2-4D90-9ED8-0EC1864BB1A6}"/>
                </a:ext>
              </a:extLst>
            </p:cNvPr>
            <p:cNvSpPr/>
            <p:nvPr/>
          </p:nvSpPr>
          <p:spPr>
            <a:xfrm>
              <a:off x="6497002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7 w 165734"/>
                <a:gd name="connsiteY9" fmla="*/ 0 h 358140"/>
                <a:gd name="connsiteX10" fmla="*/ 101917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7 w 165734"/>
                <a:gd name="connsiteY13" fmla="*/ 138113 h 358140"/>
                <a:gd name="connsiteX14" fmla="*/ 101917 w 165734"/>
                <a:gd name="connsiteY14" fmla="*/ 269558 h 358140"/>
                <a:gd name="connsiteX15" fmla="*/ 130492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2"/>
                    <a:pt x="110490" y="304800"/>
                    <a:pt x="130492" y="304800"/>
                  </a:cubicBezTo>
                  <a:cubicBezTo>
                    <a:pt x="141922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0" name="Freihandform: Form 189">
              <a:extLst>
                <a:ext uri="{FF2B5EF4-FFF2-40B4-BE49-F238E27FC236}">
                  <a16:creationId xmlns:a16="http://schemas.microsoft.com/office/drawing/2014/main" id="{1D83D1A9-8840-46E3-A56E-2CA2BE14E7DE}"/>
                </a:ext>
              </a:extLst>
            </p:cNvPr>
            <p:cNvSpPr/>
            <p:nvPr/>
          </p:nvSpPr>
          <p:spPr>
            <a:xfrm>
              <a:off x="6725601" y="3100387"/>
              <a:ext cx="61912" cy="389572"/>
            </a:xfrm>
            <a:custGeom>
              <a:avLst/>
              <a:gdLst>
                <a:gd name="connsiteX0" fmla="*/ 61913 w 61912"/>
                <a:gd name="connsiteY0" fmla="*/ 389572 h 389572"/>
                <a:gd name="connsiteX1" fmla="*/ 0 w 61912"/>
                <a:gd name="connsiteY1" fmla="*/ 389572 h 389572"/>
                <a:gd name="connsiteX2" fmla="*/ 0 w 61912"/>
                <a:gd name="connsiteY2" fmla="*/ 14288 h 389572"/>
                <a:gd name="connsiteX3" fmla="*/ 61913 w 61912"/>
                <a:gd name="connsiteY3" fmla="*/ 0 h 389572"/>
                <a:gd name="connsiteX4" fmla="*/ 61913 w 61912"/>
                <a:gd name="connsiteY4" fmla="*/ 389572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957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1" name="Freihandform: Form 190">
              <a:extLst>
                <a:ext uri="{FF2B5EF4-FFF2-40B4-BE49-F238E27FC236}">
                  <a16:creationId xmlns:a16="http://schemas.microsoft.com/office/drawing/2014/main" id="{C2CD6EC0-4F06-472B-95CC-C377820B6039}"/>
                </a:ext>
              </a:extLst>
            </p:cNvPr>
            <p:cNvSpPr/>
            <p:nvPr/>
          </p:nvSpPr>
          <p:spPr>
            <a:xfrm>
              <a:off x="6861809" y="3105149"/>
              <a:ext cx="79057" cy="384809"/>
            </a:xfrm>
            <a:custGeom>
              <a:avLst/>
              <a:gdLst>
                <a:gd name="connsiteX0" fmla="*/ 79057 w 79057"/>
                <a:gd name="connsiteY0" fmla="*/ 38100 h 384809"/>
                <a:gd name="connsiteX1" fmla="*/ 39052 w 79057"/>
                <a:gd name="connsiteY1" fmla="*/ 76200 h 384809"/>
                <a:gd name="connsiteX2" fmla="*/ 0 w 79057"/>
                <a:gd name="connsiteY2" fmla="*/ 38100 h 384809"/>
                <a:gd name="connsiteX3" fmla="*/ 39052 w 79057"/>
                <a:gd name="connsiteY3" fmla="*/ 0 h 384809"/>
                <a:gd name="connsiteX4" fmla="*/ 79057 w 79057"/>
                <a:gd name="connsiteY4" fmla="*/ 38100 h 384809"/>
                <a:gd name="connsiteX5" fmla="*/ 70485 w 79057"/>
                <a:gd name="connsiteY5" fmla="*/ 384810 h 384809"/>
                <a:gd name="connsiteX6" fmla="*/ 8572 w 79057"/>
                <a:gd name="connsiteY6" fmla="*/ 384810 h 384809"/>
                <a:gd name="connsiteX7" fmla="*/ 8572 w 79057"/>
                <a:gd name="connsiteY7" fmla="*/ 118110 h 384809"/>
                <a:gd name="connsiteX8" fmla="*/ 70485 w 79057"/>
                <a:gd name="connsiteY8" fmla="*/ 118110 h 384809"/>
                <a:gd name="connsiteX9" fmla="*/ 70485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7" y="38100"/>
                  </a:moveTo>
                  <a:cubicBezTo>
                    <a:pt x="79057" y="60008"/>
                    <a:pt x="60960" y="76200"/>
                    <a:pt x="39052" y="76200"/>
                  </a:cubicBezTo>
                  <a:cubicBezTo>
                    <a:pt x="17145" y="76200"/>
                    <a:pt x="0" y="60008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7" y="16192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2" name="Freihandform: Form 191">
              <a:extLst>
                <a:ext uri="{FF2B5EF4-FFF2-40B4-BE49-F238E27FC236}">
                  <a16:creationId xmlns:a16="http://schemas.microsoft.com/office/drawing/2014/main" id="{B23C2F5C-B201-44AE-B4CD-5354E822D5AA}"/>
                </a:ext>
              </a:extLst>
            </p:cNvPr>
            <p:cNvSpPr/>
            <p:nvPr/>
          </p:nvSpPr>
          <p:spPr>
            <a:xfrm>
              <a:off x="6998969" y="3216591"/>
              <a:ext cx="224790" cy="280035"/>
            </a:xfrm>
            <a:custGeom>
              <a:avLst/>
              <a:gdLst>
                <a:gd name="connsiteX0" fmla="*/ 222885 w 224790"/>
                <a:gd name="connsiteY0" fmla="*/ 237173 h 280035"/>
                <a:gd name="connsiteX1" fmla="*/ 127635 w 224790"/>
                <a:gd name="connsiteY1" fmla="*/ 280035 h 280035"/>
                <a:gd name="connsiteX2" fmla="*/ 0 w 224790"/>
                <a:gd name="connsiteY2" fmla="*/ 140970 h 280035"/>
                <a:gd name="connsiteX3" fmla="*/ 128588 w 224790"/>
                <a:gd name="connsiteY3" fmla="*/ 0 h 280035"/>
                <a:gd name="connsiteX4" fmla="*/ 224790 w 224790"/>
                <a:gd name="connsiteY4" fmla="*/ 45720 h 280035"/>
                <a:gd name="connsiteX5" fmla="*/ 181928 w 224790"/>
                <a:gd name="connsiteY5" fmla="*/ 86678 h 280035"/>
                <a:gd name="connsiteX6" fmla="*/ 128588 w 224790"/>
                <a:gd name="connsiteY6" fmla="*/ 57150 h 280035"/>
                <a:gd name="connsiteX7" fmla="*/ 62865 w 224790"/>
                <a:gd name="connsiteY7" fmla="*/ 140017 h 280035"/>
                <a:gd name="connsiteX8" fmla="*/ 128588 w 224790"/>
                <a:gd name="connsiteY8" fmla="*/ 222885 h 280035"/>
                <a:gd name="connsiteX9" fmla="*/ 183832 w 224790"/>
                <a:gd name="connsiteY9" fmla="*/ 193358 h 280035"/>
                <a:gd name="connsiteX10" fmla="*/ 222885 w 224790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3" name="Freihandform: Form 192">
              <a:extLst>
                <a:ext uri="{FF2B5EF4-FFF2-40B4-BE49-F238E27FC236}">
                  <a16:creationId xmlns:a16="http://schemas.microsoft.com/office/drawing/2014/main" id="{2A01C539-3230-423D-8CB5-A0C5433E0D2D}"/>
                </a:ext>
              </a:extLst>
            </p:cNvPr>
            <p:cNvSpPr/>
            <p:nvPr/>
          </p:nvSpPr>
          <p:spPr>
            <a:xfrm>
              <a:off x="7277099" y="3101339"/>
              <a:ext cx="229552" cy="389572"/>
            </a:xfrm>
            <a:custGeom>
              <a:avLst/>
              <a:gdLst>
                <a:gd name="connsiteX0" fmla="*/ 229552 w 229552"/>
                <a:gd name="connsiteY0" fmla="*/ 388620 h 389572"/>
                <a:gd name="connsiteX1" fmla="*/ 166688 w 229552"/>
                <a:gd name="connsiteY1" fmla="*/ 388620 h 389572"/>
                <a:gd name="connsiteX2" fmla="*/ 166688 w 229552"/>
                <a:gd name="connsiteY2" fmla="*/ 236220 h 389572"/>
                <a:gd name="connsiteX3" fmla="*/ 117157 w 229552"/>
                <a:gd name="connsiteY3" fmla="*/ 171450 h 389572"/>
                <a:gd name="connsiteX4" fmla="*/ 61913 w 229552"/>
                <a:gd name="connsiteY4" fmla="*/ 236220 h 389572"/>
                <a:gd name="connsiteX5" fmla="*/ 61913 w 229552"/>
                <a:gd name="connsiteY5" fmla="*/ 389573 h 389572"/>
                <a:gd name="connsiteX6" fmla="*/ 0 w 229552"/>
                <a:gd name="connsiteY6" fmla="*/ 389573 h 389572"/>
                <a:gd name="connsiteX7" fmla="*/ 0 w 229552"/>
                <a:gd name="connsiteY7" fmla="*/ 15240 h 389572"/>
                <a:gd name="connsiteX8" fmla="*/ 61913 w 229552"/>
                <a:gd name="connsiteY8" fmla="*/ 0 h 389572"/>
                <a:gd name="connsiteX9" fmla="*/ 61913 w 229552"/>
                <a:gd name="connsiteY9" fmla="*/ 155258 h 389572"/>
                <a:gd name="connsiteX10" fmla="*/ 62865 w 229552"/>
                <a:gd name="connsiteY10" fmla="*/ 155258 h 389572"/>
                <a:gd name="connsiteX11" fmla="*/ 140970 w 229552"/>
                <a:gd name="connsiteY11" fmla="*/ 116205 h 389572"/>
                <a:gd name="connsiteX12" fmla="*/ 228600 w 229552"/>
                <a:gd name="connsiteY12" fmla="*/ 223838 h 389572"/>
                <a:gd name="connsiteX13" fmla="*/ 228600 w 229552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52" h="389572">
                  <a:moveTo>
                    <a:pt x="229552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7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7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4" name="Freihandform: Form 193">
              <a:extLst>
                <a:ext uri="{FF2B5EF4-FFF2-40B4-BE49-F238E27FC236}">
                  <a16:creationId xmlns:a16="http://schemas.microsoft.com/office/drawing/2014/main" id="{BB47ECAD-BFE7-4710-BBB7-917B6C9A65FC}"/>
                </a:ext>
              </a:extLst>
            </p:cNvPr>
            <p:cNvSpPr/>
            <p:nvPr/>
          </p:nvSpPr>
          <p:spPr>
            <a:xfrm>
              <a:off x="7571422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5" name="Freihandform: Form 194">
              <a:extLst>
                <a:ext uri="{FF2B5EF4-FFF2-40B4-BE49-F238E27FC236}">
                  <a16:creationId xmlns:a16="http://schemas.microsoft.com/office/drawing/2014/main" id="{B878E39A-661B-49C2-B48C-16FA017BAF30}"/>
                </a:ext>
              </a:extLst>
            </p:cNvPr>
            <p:cNvSpPr/>
            <p:nvPr/>
          </p:nvSpPr>
          <p:spPr>
            <a:xfrm>
              <a:off x="8041956" y="3122294"/>
              <a:ext cx="231457" cy="368617"/>
            </a:xfrm>
            <a:custGeom>
              <a:avLst/>
              <a:gdLst>
                <a:gd name="connsiteX0" fmla="*/ 231457 w 231457"/>
                <a:gd name="connsiteY0" fmla="*/ 60007 h 368617"/>
                <a:gd name="connsiteX1" fmla="*/ 65723 w 231457"/>
                <a:gd name="connsiteY1" fmla="*/ 60007 h 368617"/>
                <a:gd name="connsiteX2" fmla="*/ 65723 w 231457"/>
                <a:gd name="connsiteY2" fmla="*/ 151447 h 368617"/>
                <a:gd name="connsiteX3" fmla="*/ 189548 w 231457"/>
                <a:gd name="connsiteY3" fmla="*/ 151447 h 368617"/>
                <a:gd name="connsiteX4" fmla="*/ 189548 w 231457"/>
                <a:gd name="connsiteY4" fmla="*/ 211455 h 368617"/>
                <a:gd name="connsiteX5" fmla="*/ 65723 w 231457"/>
                <a:gd name="connsiteY5" fmla="*/ 211455 h 368617"/>
                <a:gd name="connsiteX6" fmla="*/ 65723 w 231457"/>
                <a:gd name="connsiteY6" fmla="*/ 368617 h 368617"/>
                <a:gd name="connsiteX7" fmla="*/ 0 w 231457"/>
                <a:gd name="connsiteY7" fmla="*/ 368617 h 368617"/>
                <a:gd name="connsiteX8" fmla="*/ 0 w 231457"/>
                <a:gd name="connsiteY8" fmla="*/ 0 h 368617"/>
                <a:gd name="connsiteX9" fmla="*/ 231457 w 231457"/>
                <a:gd name="connsiteY9" fmla="*/ 0 h 368617"/>
                <a:gd name="connsiteX10" fmla="*/ 231457 w 231457"/>
                <a:gd name="connsiteY10" fmla="*/ 60007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1457" h="368617">
                  <a:moveTo>
                    <a:pt x="231457" y="60007"/>
                  </a:moveTo>
                  <a:lnTo>
                    <a:pt x="65723" y="60007"/>
                  </a:lnTo>
                  <a:lnTo>
                    <a:pt x="65723" y="151447"/>
                  </a:lnTo>
                  <a:lnTo>
                    <a:pt x="189548" y="151447"/>
                  </a:lnTo>
                  <a:lnTo>
                    <a:pt x="189548" y="211455"/>
                  </a:lnTo>
                  <a:lnTo>
                    <a:pt x="65723" y="211455"/>
                  </a:lnTo>
                  <a:lnTo>
                    <a:pt x="65723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6" name="Freihandform: Form 195">
              <a:extLst>
                <a:ext uri="{FF2B5EF4-FFF2-40B4-BE49-F238E27FC236}">
                  <a16:creationId xmlns:a16="http://schemas.microsoft.com/office/drawing/2014/main" id="{58A27F7B-B619-410F-95CC-104496B43D8A}"/>
                </a:ext>
              </a:extLst>
            </p:cNvPr>
            <p:cNvSpPr/>
            <p:nvPr/>
          </p:nvSpPr>
          <p:spPr>
            <a:xfrm>
              <a:off x="8285780" y="3217544"/>
              <a:ext cx="225758" cy="279082"/>
            </a:xfrm>
            <a:custGeom>
              <a:avLst/>
              <a:gdLst>
                <a:gd name="connsiteX0" fmla="*/ 114317 w 225758"/>
                <a:gd name="connsiteY0" fmla="*/ 107633 h 279082"/>
                <a:gd name="connsiteX1" fmla="*/ 164799 w 225758"/>
                <a:gd name="connsiteY1" fmla="*/ 113347 h 279082"/>
                <a:gd name="connsiteX2" fmla="*/ 164799 w 225758"/>
                <a:gd name="connsiteY2" fmla="*/ 103822 h 279082"/>
                <a:gd name="connsiteX3" fmla="*/ 105744 w 225758"/>
                <a:gd name="connsiteY3" fmla="*/ 52388 h 279082"/>
                <a:gd name="connsiteX4" fmla="*/ 38117 w 225758"/>
                <a:gd name="connsiteY4" fmla="*/ 67627 h 279082"/>
                <a:gd name="connsiteX5" fmla="*/ 24781 w 225758"/>
                <a:gd name="connsiteY5" fmla="*/ 15240 h 279082"/>
                <a:gd name="connsiteX6" fmla="*/ 112412 w 225758"/>
                <a:gd name="connsiteY6" fmla="*/ 0 h 279082"/>
                <a:gd name="connsiteX7" fmla="*/ 225759 w 225758"/>
                <a:gd name="connsiteY7" fmla="*/ 102870 h 279082"/>
                <a:gd name="connsiteX8" fmla="*/ 225759 w 225758"/>
                <a:gd name="connsiteY8" fmla="*/ 273367 h 279082"/>
                <a:gd name="connsiteX9" fmla="*/ 166704 w 225758"/>
                <a:gd name="connsiteY9" fmla="*/ 273367 h 279082"/>
                <a:gd name="connsiteX10" fmla="*/ 166704 w 225758"/>
                <a:gd name="connsiteY10" fmla="*/ 244792 h 279082"/>
                <a:gd name="connsiteX11" fmla="*/ 165751 w 225758"/>
                <a:gd name="connsiteY11" fmla="*/ 244792 h 279082"/>
                <a:gd name="connsiteX12" fmla="*/ 87646 w 225758"/>
                <a:gd name="connsiteY12" fmla="*/ 279083 h 279082"/>
                <a:gd name="connsiteX13" fmla="*/ 17 w 225758"/>
                <a:gd name="connsiteY13" fmla="*/ 194310 h 279082"/>
                <a:gd name="connsiteX14" fmla="*/ 114317 w 225758"/>
                <a:gd name="connsiteY14" fmla="*/ 107633 h 279082"/>
                <a:gd name="connsiteX15" fmla="*/ 103839 w 225758"/>
                <a:gd name="connsiteY15" fmla="*/ 232410 h 279082"/>
                <a:gd name="connsiteX16" fmla="*/ 164799 w 225758"/>
                <a:gd name="connsiteY16" fmla="*/ 200025 h 279082"/>
                <a:gd name="connsiteX17" fmla="*/ 164799 w 225758"/>
                <a:gd name="connsiteY17" fmla="*/ 153352 h 279082"/>
                <a:gd name="connsiteX18" fmla="*/ 120984 w 225758"/>
                <a:gd name="connsiteY18" fmla="*/ 148590 h 279082"/>
                <a:gd name="connsiteX19" fmla="*/ 59071 w 225758"/>
                <a:gd name="connsiteY19" fmla="*/ 192405 h 279082"/>
                <a:gd name="connsiteX20" fmla="*/ 103839 w 225758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58" h="279082">
                  <a:moveTo>
                    <a:pt x="114317" y="107633"/>
                  </a:moveTo>
                  <a:cubicBezTo>
                    <a:pt x="131462" y="107633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6" y="52388"/>
                    <a:pt x="105744" y="52388"/>
                  </a:cubicBezTo>
                  <a:cubicBezTo>
                    <a:pt x="83837" y="52388"/>
                    <a:pt x="60024" y="57150"/>
                    <a:pt x="38117" y="67627"/>
                  </a:cubicBezTo>
                  <a:lnTo>
                    <a:pt x="24781" y="15240"/>
                  </a:lnTo>
                  <a:cubicBezTo>
                    <a:pt x="49546" y="5715"/>
                    <a:pt x="81931" y="0"/>
                    <a:pt x="112412" y="0"/>
                  </a:cubicBezTo>
                  <a:cubicBezTo>
                    <a:pt x="187659" y="0"/>
                    <a:pt x="225759" y="35242"/>
                    <a:pt x="225759" y="102870"/>
                  </a:cubicBezTo>
                  <a:lnTo>
                    <a:pt x="225759" y="273367"/>
                  </a:lnTo>
                  <a:lnTo>
                    <a:pt x="166704" y="273367"/>
                  </a:lnTo>
                  <a:lnTo>
                    <a:pt x="166704" y="244792"/>
                  </a:lnTo>
                  <a:lnTo>
                    <a:pt x="165751" y="244792"/>
                  </a:lnTo>
                  <a:cubicBezTo>
                    <a:pt x="142892" y="268605"/>
                    <a:pt x="119079" y="279083"/>
                    <a:pt x="87646" y="279083"/>
                  </a:cubicBezTo>
                  <a:cubicBezTo>
                    <a:pt x="34306" y="279083"/>
                    <a:pt x="17" y="245745"/>
                    <a:pt x="17" y="194310"/>
                  </a:cubicBezTo>
                  <a:cubicBezTo>
                    <a:pt x="-936" y="138113"/>
                    <a:pt x="39069" y="107633"/>
                    <a:pt x="114317" y="107633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3352"/>
                  </a:lnTo>
                  <a:cubicBezTo>
                    <a:pt x="150512" y="149542"/>
                    <a:pt x="135271" y="148590"/>
                    <a:pt x="120984" y="148590"/>
                  </a:cubicBezTo>
                  <a:cubicBezTo>
                    <a:pt x="81931" y="148590"/>
                    <a:pt x="59071" y="164783"/>
                    <a:pt x="59071" y="192405"/>
                  </a:cubicBezTo>
                  <a:cubicBezTo>
                    <a:pt x="59071" y="217170"/>
                    <a:pt x="76217" y="232410"/>
                    <a:pt x="103839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7" name="Freihandform: Form 196">
              <a:extLst>
                <a:ext uri="{FF2B5EF4-FFF2-40B4-BE49-F238E27FC236}">
                  <a16:creationId xmlns:a16="http://schemas.microsoft.com/office/drawing/2014/main" id="{F7644607-6274-4D03-90D7-71C48FCB5FB0}"/>
                </a:ext>
              </a:extLst>
            </p:cNvPr>
            <p:cNvSpPr/>
            <p:nvPr/>
          </p:nvSpPr>
          <p:spPr>
            <a:xfrm>
              <a:off x="8590597" y="3101339"/>
              <a:ext cx="234314" cy="389572"/>
            </a:xfrm>
            <a:custGeom>
              <a:avLst/>
              <a:gdLst>
                <a:gd name="connsiteX0" fmla="*/ 0 w 234314"/>
                <a:gd name="connsiteY0" fmla="*/ 15240 h 389572"/>
                <a:gd name="connsiteX1" fmla="*/ 61913 w 234314"/>
                <a:gd name="connsiteY1" fmla="*/ 0 h 389572"/>
                <a:gd name="connsiteX2" fmla="*/ 61913 w 234314"/>
                <a:gd name="connsiteY2" fmla="*/ 234315 h 389572"/>
                <a:gd name="connsiteX3" fmla="*/ 62865 w 234314"/>
                <a:gd name="connsiteY3" fmla="*/ 234315 h 389572"/>
                <a:gd name="connsiteX4" fmla="*/ 150495 w 234314"/>
                <a:gd name="connsiteY4" fmla="*/ 122873 h 389572"/>
                <a:gd name="connsiteX5" fmla="*/ 224790 w 234314"/>
                <a:gd name="connsiteY5" fmla="*/ 122873 h 389572"/>
                <a:gd name="connsiteX6" fmla="*/ 137160 w 234314"/>
                <a:gd name="connsiteY6" fmla="*/ 227648 h 389572"/>
                <a:gd name="connsiteX7" fmla="*/ 234315 w 234314"/>
                <a:gd name="connsiteY7" fmla="*/ 389573 h 389572"/>
                <a:gd name="connsiteX8" fmla="*/ 160020 w 234314"/>
                <a:gd name="connsiteY8" fmla="*/ 389573 h 389572"/>
                <a:gd name="connsiteX9" fmla="*/ 93345 w 234314"/>
                <a:gd name="connsiteY9" fmla="*/ 274320 h 389572"/>
                <a:gd name="connsiteX10" fmla="*/ 62865 w 234314"/>
                <a:gd name="connsiteY10" fmla="*/ 308610 h 389572"/>
                <a:gd name="connsiteX11" fmla="*/ 62865 w 234314"/>
                <a:gd name="connsiteY11" fmla="*/ 389573 h 389572"/>
                <a:gd name="connsiteX12" fmla="*/ 952 w 234314"/>
                <a:gd name="connsiteY12" fmla="*/ 389573 h 389572"/>
                <a:gd name="connsiteX13" fmla="*/ 952 w 234314"/>
                <a:gd name="connsiteY13" fmla="*/ 1524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4314" h="389572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8" name="Freihandform: Form 197">
              <a:extLst>
                <a:ext uri="{FF2B5EF4-FFF2-40B4-BE49-F238E27FC236}">
                  <a16:creationId xmlns:a16="http://schemas.microsoft.com/office/drawing/2014/main" id="{EFC3B667-AEDC-4D5D-8AD4-793D19B406D4}"/>
                </a:ext>
              </a:extLst>
            </p:cNvPr>
            <p:cNvSpPr/>
            <p:nvPr/>
          </p:nvSpPr>
          <p:spPr>
            <a:xfrm>
              <a:off x="8870631" y="3224212"/>
              <a:ext cx="229552" cy="273367"/>
            </a:xfrm>
            <a:custGeom>
              <a:avLst/>
              <a:gdLst>
                <a:gd name="connsiteX0" fmla="*/ 62865 w 229552"/>
                <a:gd name="connsiteY0" fmla="*/ 160020 h 273367"/>
                <a:gd name="connsiteX1" fmla="*/ 116205 w 229552"/>
                <a:gd name="connsiteY1" fmla="*/ 216217 h 273367"/>
                <a:gd name="connsiteX2" fmla="*/ 167640 w 229552"/>
                <a:gd name="connsiteY2" fmla="*/ 160020 h 273367"/>
                <a:gd name="connsiteX3" fmla="*/ 167640 w 229552"/>
                <a:gd name="connsiteY3" fmla="*/ 0 h 273367"/>
                <a:gd name="connsiteX4" fmla="*/ 229553 w 229552"/>
                <a:gd name="connsiteY4" fmla="*/ 0 h 273367"/>
                <a:gd name="connsiteX5" fmla="*/ 229553 w 229552"/>
                <a:gd name="connsiteY5" fmla="*/ 161925 h 273367"/>
                <a:gd name="connsiteX6" fmla="*/ 117157 w 229552"/>
                <a:gd name="connsiteY6" fmla="*/ 273367 h 273367"/>
                <a:gd name="connsiteX7" fmla="*/ 0 w 229552"/>
                <a:gd name="connsiteY7" fmla="*/ 162878 h 273367"/>
                <a:gd name="connsiteX8" fmla="*/ 0 w 229552"/>
                <a:gd name="connsiteY8" fmla="*/ 952 h 273367"/>
                <a:gd name="connsiteX9" fmla="*/ 61913 w 229552"/>
                <a:gd name="connsiteY9" fmla="*/ 952 h 273367"/>
                <a:gd name="connsiteX10" fmla="*/ 61913 w 229552"/>
                <a:gd name="connsiteY10" fmla="*/ 160020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9552" h="273367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8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9" name="Freihandform: Form 198">
              <a:extLst>
                <a:ext uri="{FF2B5EF4-FFF2-40B4-BE49-F238E27FC236}">
                  <a16:creationId xmlns:a16="http://schemas.microsoft.com/office/drawing/2014/main" id="{6AB3C5DC-4B24-4663-BBB8-DA9B4BE7B3A6}"/>
                </a:ext>
              </a:extLst>
            </p:cNvPr>
            <p:cNvSpPr/>
            <p:nvPr/>
          </p:nvSpPr>
          <p:spPr>
            <a:xfrm>
              <a:off x="9180194" y="3100387"/>
              <a:ext cx="61912" cy="389572"/>
            </a:xfrm>
            <a:custGeom>
              <a:avLst/>
              <a:gdLst>
                <a:gd name="connsiteX0" fmla="*/ 61913 w 61912"/>
                <a:gd name="connsiteY0" fmla="*/ 389572 h 389572"/>
                <a:gd name="connsiteX1" fmla="*/ 0 w 61912"/>
                <a:gd name="connsiteY1" fmla="*/ 389572 h 389572"/>
                <a:gd name="connsiteX2" fmla="*/ 0 w 61912"/>
                <a:gd name="connsiteY2" fmla="*/ 14288 h 389572"/>
                <a:gd name="connsiteX3" fmla="*/ 61913 w 61912"/>
                <a:gd name="connsiteY3" fmla="*/ 0 h 389572"/>
                <a:gd name="connsiteX4" fmla="*/ 61913 w 61912"/>
                <a:gd name="connsiteY4" fmla="*/ 389572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957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0" name="Freihandform: Form 199">
              <a:extLst>
                <a:ext uri="{FF2B5EF4-FFF2-40B4-BE49-F238E27FC236}">
                  <a16:creationId xmlns:a16="http://schemas.microsoft.com/office/drawing/2014/main" id="{25F25D25-8968-4D14-84F0-DCC5050A42B9}"/>
                </a:ext>
              </a:extLst>
            </p:cNvPr>
            <p:cNvSpPr/>
            <p:nvPr/>
          </p:nvSpPr>
          <p:spPr>
            <a:xfrm>
              <a:off x="9297351" y="3138487"/>
              <a:ext cx="165735" cy="358140"/>
            </a:xfrm>
            <a:custGeom>
              <a:avLst/>
              <a:gdLst>
                <a:gd name="connsiteX0" fmla="*/ 165735 w 165735"/>
                <a:gd name="connsiteY0" fmla="*/ 295275 h 358140"/>
                <a:gd name="connsiteX1" fmla="*/ 165735 w 165735"/>
                <a:gd name="connsiteY1" fmla="*/ 348615 h 358140"/>
                <a:gd name="connsiteX2" fmla="*/ 113348 w 165735"/>
                <a:gd name="connsiteY2" fmla="*/ 358140 h 358140"/>
                <a:gd name="connsiteX3" fmla="*/ 40958 w 165735"/>
                <a:gd name="connsiteY3" fmla="*/ 282892 h 358140"/>
                <a:gd name="connsiteX4" fmla="*/ 40958 w 165735"/>
                <a:gd name="connsiteY4" fmla="*/ 137160 h 358140"/>
                <a:gd name="connsiteX5" fmla="*/ 0 w 165735"/>
                <a:gd name="connsiteY5" fmla="*/ 137160 h 358140"/>
                <a:gd name="connsiteX6" fmla="*/ 0 w 165735"/>
                <a:gd name="connsiteY6" fmla="*/ 85725 h 358140"/>
                <a:gd name="connsiteX7" fmla="*/ 40005 w 165735"/>
                <a:gd name="connsiteY7" fmla="*/ 85725 h 358140"/>
                <a:gd name="connsiteX8" fmla="*/ 40005 w 165735"/>
                <a:gd name="connsiteY8" fmla="*/ 13335 h 358140"/>
                <a:gd name="connsiteX9" fmla="*/ 101918 w 165735"/>
                <a:gd name="connsiteY9" fmla="*/ 0 h 358140"/>
                <a:gd name="connsiteX10" fmla="*/ 101918 w 165735"/>
                <a:gd name="connsiteY10" fmla="*/ 86677 h 358140"/>
                <a:gd name="connsiteX11" fmla="*/ 165735 w 165735"/>
                <a:gd name="connsiteY11" fmla="*/ 86677 h 358140"/>
                <a:gd name="connsiteX12" fmla="*/ 165735 w 165735"/>
                <a:gd name="connsiteY12" fmla="*/ 138113 h 358140"/>
                <a:gd name="connsiteX13" fmla="*/ 101918 w 165735"/>
                <a:gd name="connsiteY13" fmla="*/ 138113 h 358140"/>
                <a:gd name="connsiteX14" fmla="*/ 101918 w 165735"/>
                <a:gd name="connsiteY14" fmla="*/ 269558 h 358140"/>
                <a:gd name="connsiteX15" fmla="*/ 130493 w 165735"/>
                <a:gd name="connsiteY15" fmla="*/ 304800 h 358140"/>
                <a:gd name="connsiteX16" fmla="*/ 165735 w 165735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3" y="303847"/>
                    <a:pt x="155258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1" name="Freihandform: Form 200">
              <a:extLst>
                <a:ext uri="{FF2B5EF4-FFF2-40B4-BE49-F238E27FC236}">
                  <a16:creationId xmlns:a16="http://schemas.microsoft.com/office/drawing/2014/main" id="{ED182938-751B-4CBB-8340-A6FD2C5AF3F3}"/>
                </a:ext>
              </a:extLst>
            </p:cNvPr>
            <p:cNvSpPr/>
            <p:nvPr/>
          </p:nvSpPr>
          <p:spPr>
            <a:xfrm>
              <a:off x="9511664" y="3109912"/>
              <a:ext cx="225742" cy="386715"/>
            </a:xfrm>
            <a:custGeom>
              <a:avLst/>
              <a:gdLst>
                <a:gd name="connsiteX0" fmla="*/ 114300 w 225742"/>
                <a:gd name="connsiteY0" fmla="*/ 215265 h 386715"/>
                <a:gd name="connsiteX1" fmla="*/ 164783 w 225742"/>
                <a:gd name="connsiteY1" fmla="*/ 220980 h 386715"/>
                <a:gd name="connsiteX2" fmla="*/ 164783 w 225742"/>
                <a:gd name="connsiteY2" fmla="*/ 211455 h 386715"/>
                <a:gd name="connsiteX3" fmla="*/ 105728 w 225742"/>
                <a:gd name="connsiteY3" fmla="*/ 160020 h 386715"/>
                <a:gd name="connsiteX4" fmla="*/ 38100 w 225742"/>
                <a:gd name="connsiteY4" fmla="*/ 175260 h 386715"/>
                <a:gd name="connsiteX5" fmla="*/ 24765 w 225742"/>
                <a:gd name="connsiteY5" fmla="*/ 122873 h 386715"/>
                <a:gd name="connsiteX6" fmla="*/ 112395 w 225742"/>
                <a:gd name="connsiteY6" fmla="*/ 107633 h 386715"/>
                <a:gd name="connsiteX7" fmla="*/ 225743 w 225742"/>
                <a:gd name="connsiteY7" fmla="*/ 210503 h 386715"/>
                <a:gd name="connsiteX8" fmla="*/ 225743 w 225742"/>
                <a:gd name="connsiteY8" fmla="*/ 381000 h 386715"/>
                <a:gd name="connsiteX9" fmla="*/ 166688 w 225742"/>
                <a:gd name="connsiteY9" fmla="*/ 381000 h 386715"/>
                <a:gd name="connsiteX10" fmla="*/ 166688 w 225742"/>
                <a:gd name="connsiteY10" fmla="*/ 352425 h 386715"/>
                <a:gd name="connsiteX11" fmla="*/ 165735 w 225742"/>
                <a:gd name="connsiteY11" fmla="*/ 352425 h 386715"/>
                <a:gd name="connsiteX12" fmla="*/ 87630 w 225742"/>
                <a:gd name="connsiteY12" fmla="*/ 386715 h 386715"/>
                <a:gd name="connsiteX13" fmla="*/ 0 w 225742"/>
                <a:gd name="connsiteY13" fmla="*/ 301942 h 386715"/>
                <a:gd name="connsiteX14" fmla="*/ 114300 w 225742"/>
                <a:gd name="connsiteY14" fmla="*/ 215265 h 386715"/>
                <a:gd name="connsiteX15" fmla="*/ 63818 w 225742"/>
                <a:gd name="connsiteY15" fmla="*/ 72390 h 386715"/>
                <a:gd name="connsiteX16" fmla="*/ 26670 w 225742"/>
                <a:gd name="connsiteY16" fmla="*/ 36195 h 386715"/>
                <a:gd name="connsiteX17" fmla="*/ 63818 w 225742"/>
                <a:gd name="connsiteY17" fmla="*/ 0 h 386715"/>
                <a:gd name="connsiteX18" fmla="*/ 100965 w 225742"/>
                <a:gd name="connsiteY18" fmla="*/ 36195 h 386715"/>
                <a:gd name="connsiteX19" fmla="*/ 63818 w 225742"/>
                <a:gd name="connsiteY19" fmla="*/ 72390 h 386715"/>
                <a:gd name="connsiteX20" fmla="*/ 103823 w 225742"/>
                <a:gd name="connsiteY20" fmla="*/ 340042 h 386715"/>
                <a:gd name="connsiteX21" fmla="*/ 164783 w 225742"/>
                <a:gd name="connsiteY21" fmla="*/ 307658 h 386715"/>
                <a:gd name="connsiteX22" fmla="*/ 164783 w 225742"/>
                <a:gd name="connsiteY22" fmla="*/ 260985 h 386715"/>
                <a:gd name="connsiteX23" fmla="*/ 120968 w 225742"/>
                <a:gd name="connsiteY23" fmla="*/ 256222 h 386715"/>
                <a:gd name="connsiteX24" fmla="*/ 59055 w 225742"/>
                <a:gd name="connsiteY24" fmla="*/ 300038 h 386715"/>
                <a:gd name="connsiteX25" fmla="*/ 103823 w 225742"/>
                <a:gd name="connsiteY25" fmla="*/ 340042 h 386715"/>
                <a:gd name="connsiteX26" fmla="*/ 172403 w 225742"/>
                <a:gd name="connsiteY26" fmla="*/ 72390 h 386715"/>
                <a:gd name="connsiteX27" fmla="*/ 135255 w 225742"/>
                <a:gd name="connsiteY27" fmla="*/ 36195 h 386715"/>
                <a:gd name="connsiteX28" fmla="*/ 172403 w 225742"/>
                <a:gd name="connsiteY28" fmla="*/ 0 h 386715"/>
                <a:gd name="connsiteX29" fmla="*/ 209550 w 225742"/>
                <a:gd name="connsiteY29" fmla="*/ 36195 h 386715"/>
                <a:gd name="connsiteX30" fmla="*/ 172403 w 225742"/>
                <a:gd name="connsiteY30" fmla="*/ 72390 h 386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5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3" y="107633"/>
                    <a:pt x="225743" y="142875"/>
                    <a:pt x="225743" y="210503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8" y="256222"/>
                  </a:cubicBezTo>
                  <a:cubicBezTo>
                    <a:pt x="81915" y="256222"/>
                    <a:pt x="59055" y="272415"/>
                    <a:pt x="59055" y="300038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2" name="Freihandform: Form 201">
              <a:extLst>
                <a:ext uri="{FF2B5EF4-FFF2-40B4-BE49-F238E27FC236}">
                  <a16:creationId xmlns:a16="http://schemas.microsoft.com/office/drawing/2014/main" id="{1F386436-DD68-4971-B1BC-54269868F691}"/>
                </a:ext>
              </a:extLst>
            </p:cNvPr>
            <p:cNvSpPr/>
            <p:nvPr/>
          </p:nvSpPr>
          <p:spPr>
            <a:xfrm>
              <a:off x="9785984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7 w 165734"/>
                <a:gd name="connsiteY9" fmla="*/ 0 h 358140"/>
                <a:gd name="connsiteX10" fmla="*/ 101917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7 w 165734"/>
                <a:gd name="connsiteY13" fmla="*/ 138113 h 358140"/>
                <a:gd name="connsiteX14" fmla="*/ 101917 w 165734"/>
                <a:gd name="connsiteY14" fmla="*/ 269558 h 358140"/>
                <a:gd name="connsiteX15" fmla="*/ 130492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2"/>
                    <a:pt x="110490" y="304800"/>
                    <a:pt x="130492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6973011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bild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platzhalter 167">
            <a:extLst>
              <a:ext uri="{FF2B5EF4-FFF2-40B4-BE49-F238E27FC236}">
                <a16:creationId xmlns:a16="http://schemas.microsoft.com/office/drawing/2014/main" id="{91CA67B1-C872-42F5-99A5-C31B319F69A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1628775"/>
            <a:ext cx="12192000" cy="5229225"/>
          </a:xfrm>
          <a:gradFill>
            <a:gsLst>
              <a:gs pos="50000">
                <a:schemeClr val="accent4">
                  <a:alpha val="50000"/>
                </a:schemeClr>
              </a:gs>
              <a:gs pos="5000">
                <a:schemeClr val="accent4"/>
              </a:gs>
              <a:gs pos="100000">
                <a:schemeClr val="accent4">
                  <a:alpha val="20000"/>
                </a:schemeClr>
              </a:gs>
            </a:gsLst>
            <a:lin ang="5400000" scaled="1"/>
          </a:gradFill>
        </p:spPr>
        <p:txBody>
          <a:bodyPr vert="horz" wrap="square" lIns="540000" tIns="1188000" rIns="0" bIns="0" rtlCol="0" anchor="t" anchorCtr="0">
            <a:noAutofit/>
          </a:bodyPr>
          <a:lstStyle>
            <a:lvl1pPr>
              <a:defRPr lang="de-DE" sz="4000" b="1" dirty="0"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 </a:t>
            </a:r>
          </a:p>
        </p:txBody>
      </p:sp>
      <p:sp>
        <p:nvSpPr>
          <p:cNvPr id="165" name="Bildplatzhalter 60">
            <a:extLst>
              <a:ext uri="{FF2B5EF4-FFF2-40B4-BE49-F238E27FC236}">
                <a16:creationId xmlns:a16="http://schemas.microsoft.com/office/drawing/2014/main" id="{F018B551-27B5-4B00-BF39-7527999917A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628775"/>
            <a:ext cx="12192000" cy="5229226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r>
              <a:rPr lang="de-DE" dirty="0"/>
              <a:t>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C1DC1BF-B7B9-4143-AFEB-7D1D6C73E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0163" y="2913731"/>
            <a:ext cx="4979505" cy="1030539"/>
          </a:xfrm>
        </p:spPr>
        <p:txBody>
          <a:bodyPr wrap="none" tIns="0" rIns="0"/>
          <a:lstStyle>
            <a:lvl1pPr algn="l">
              <a:lnSpc>
                <a:spcPct val="110000"/>
              </a:lnSpc>
              <a:defRPr sz="66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Willkommen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929994FB-5DBF-40C3-99B7-BCB45F80FCBA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DB0B422D-422E-4796-8EA3-E0C93BC35646}"/>
              </a:ext>
            </a:extLst>
          </p:cNvPr>
          <p:cNvSpPr/>
          <p:nvPr/>
        </p:nvSpPr>
        <p:spPr>
          <a:xfrm>
            <a:off x="10056938" y="300703"/>
            <a:ext cx="1619125" cy="618155"/>
          </a:xfrm>
          <a:custGeom>
            <a:avLst/>
            <a:gdLst>
              <a:gd name="connsiteX0" fmla="*/ 0 w 1456912"/>
              <a:gd name="connsiteY0" fmla="*/ 51854 h 556225"/>
              <a:gd name="connsiteX1" fmla="*/ 28188 w 1456912"/>
              <a:gd name="connsiteY1" fmla="*/ 23666 h 556225"/>
              <a:gd name="connsiteX2" fmla="*/ 28188 w 1456912"/>
              <a:gd name="connsiteY2" fmla="*/ 535557 h 556225"/>
              <a:gd name="connsiteX3" fmla="*/ 0 w 1456912"/>
              <a:gd name="connsiteY3" fmla="*/ 535557 h 556225"/>
              <a:gd name="connsiteX4" fmla="*/ 0 w 1456912"/>
              <a:gd name="connsiteY4" fmla="*/ 51854 h 556225"/>
              <a:gd name="connsiteX5" fmla="*/ 84564 w 1456912"/>
              <a:gd name="connsiteY5" fmla="*/ 28188 h 556225"/>
              <a:gd name="connsiteX6" fmla="*/ 422811 w 1456912"/>
              <a:gd name="connsiteY6" fmla="*/ 28188 h 556225"/>
              <a:gd name="connsiteX7" fmla="*/ 422811 w 1456912"/>
              <a:gd name="connsiteY7" fmla="*/ 0 h 556225"/>
              <a:gd name="connsiteX8" fmla="*/ 56376 w 1456912"/>
              <a:gd name="connsiteY8" fmla="*/ 0 h 556225"/>
              <a:gd name="connsiteX9" fmla="*/ 56376 w 1456912"/>
              <a:gd name="connsiteY9" fmla="*/ 338244 h 556225"/>
              <a:gd name="connsiteX10" fmla="*/ 367711 w 1456912"/>
              <a:gd name="connsiteY10" fmla="*/ 338244 h 556225"/>
              <a:gd name="connsiteX11" fmla="*/ 367711 w 1456912"/>
              <a:gd name="connsiteY11" fmla="*/ 310062 h 556225"/>
              <a:gd name="connsiteX12" fmla="*/ 84564 w 1456912"/>
              <a:gd name="connsiteY12" fmla="*/ 310062 h 556225"/>
              <a:gd name="connsiteX13" fmla="*/ 84564 w 1456912"/>
              <a:gd name="connsiteY13" fmla="*/ 28188 h 556225"/>
              <a:gd name="connsiteX14" fmla="*/ 410152 w 1456912"/>
              <a:gd name="connsiteY14" fmla="*/ 253686 h 556225"/>
              <a:gd name="connsiteX15" fmla="*/ 140937 w 1456912"/>
              <a:gd name="connsiteY15" fmla="*/ 253686 h 556225"/>
              <a:gd name="connsiteX16" fmla="*/ 140937 w 1456912"/>
              <a:gd name="connsiteY16" fmla="*/ 140940 h 556225"/>
              <a:gd name="connsiteX17" fmla="*/ 371171 w 1456912"/>
              <a:gd name="connsiteY17" fmla="*/ 140940 h 556225"/>
              <a:gd name="connsiteX18" fmla="*/ 399359 w 1456912"/>
              <a:gd name="connsiteY18" fmla="*/ 112752 h 556225"/>
              <a:gd name="connsiteX19" fmla="*/ 140937 w 1456912"/>
              <a:gd name="connsiteY19" fmla="*/ 112752 h 556225"/>
              <a:gd name="connsiteX20" fmla="*/ 140937 w 1456912"/>
              <a:gd name="connsiteY20" fmla="*/ 84564 h 556225"/>
              <a:gd name="connsiteX21" fmla="*/ 422811 w 1456912"/>
              <a:gd name="connsiteY21" fmla="*/ 84564 h 556225"/>
              <a:gd name="connsiteX22" fmla="*/ 422811 w 1456912"/>
              <a:gd name="connsiteY22" fmla="*/ 56376 h 556225"/>
              <a:gd name="connsiteX23" fmla="*/ 112749 w 1456912"/>
              <a:gd name="connsiteY23" fmla="*/ 56376 h 556225"/>
              <a:gd name="connsiteX24" fmla="*/ 112749 w 1456912"/>
              <a:gd name="connsiteY24" fmla="*/ 281874 h 556225"/>
              <a:gd name="connsiteX25" fmla="*/ 382334 w 1456912"/>
              <a:gd name="connsiteY25" fmla="*/ 281874 h 556225"/>
              <a:gd name="connsiteX26" fmla="*/ 410152 w 1456912"/>
              <a:gd name="connsiteY26" fmla="*/ 253686 h 556225"/>
              <a:gd name="connsiteX27" fmla="*/ 56376 w 1456912"/>
              <a:gd name="connsiteY27" fmla="*/ 535557 h 556225"/>
              <a:gd name="connsiteX28" fmla="*/ 84564 w 1456912"/>
              <a:gd name="connsiteY28" fmla="*/ 535557 h 556225"/>
              <a:gd name="connsiteX29" fmla="*/ 84564 w 1456912"/>
              <a:gd name="connsiteY29" fmla="*/ 394620 h 556225"/>
              <a:gd name="connsiteX30" fmla="*/ 112752 w 1456912"/>
              <a:gd name="connsiteY30" fmla="*/ 394620 h 556225"/>
              <a:gd name="connsiteX31" fmla="*/ 112752 w 1456912"/>
              <a:gd name="connsiteY31" fmla="*/ 511890 h 556225"/>
              <a:gd name="connsiteX32" fmla="*/ 140940 w 1456912"/>
              <a:gd name="connsiteY32" fmla="*/ 483705 h 556225"/>
              <a:gd name="connsiteX33" fmla="*/ 140940 w 1456912"/>
              <a:gd name="connsiteY33" fmla="*/ 394620 h 556225"/>
              <a:gd name="connsiteX34" fmla="*/ 367714 w 1456912"/>
              <a:gd name="connsiteY34" fmla="*/ 394620 h 556225"/>
              <a:gd name="connsiteX35" fmla="*/ 367714 w 1456912"/>
              <a:gd name="connsiteY35" fmla="*/ 366435 h 556225"/>
              <a:gd name="connsiteX36" fmla="*/ 56376 w 1456912"/>
              <a:gd name="connsiteY36" fmla="*/ 366435 h 556225"/>
              <a:gd name="connsiteX37" fmla="*/ 56376 w 1456912"/>
              <a:gd name="connsiteY37" fmla="*/ 535557 h 556225"/>
              <a:gd name="connsiteX38" fmla="*/ 1428724 w 1456912"/>
              <a:gd name="connsiteY38" fmla="*/ 0 h 556225"/>
              <a:gd name="connsiteX39" fmla="*/ 1428724 w 1456912"/>
              <a:gd name="connsiteY39" fmla="*/ 324156 h 556225"/>
              <a:gd name="connsiteX40" fmla="*/ 1316539 w 1456912"/>
              <a:gd name="connsiteY40" fmla="*/ 514089 h 556225"/>
              <a:gd name="connsiteX41" fmla="*/ 1315903 w 1456912"/>
              <a:gd name="connsiteY41" fmla="*/ 513258 h 556225"/>
              <a:gd name="connsiteX42" fmla="*/ 1400536 w 1456912"/>
              <a:gd name="connsiteY42" fmla="*/ 351869 h 556225"/>
              <a:gd name="connsiteX43" fmla="*/ 1400536 w 1456912"/>
              <a:gd name="connsiteY43" fmla="*/ 3 h 556225"/>
              <a:gd name="connsiteX44" fmla="*/ 1372348 w 1456912"/>
              <a:gd name="connsiteY44" fmla="*/ 3 h 556225"/>
              <a:gd name="connsiteX45" fmla="*/ 1372348 w 1456912"/>
              <a:gd name="connsiteY45" fmla="*/ 351400 h 556225"/>
              <a:gd name="connsiteX46" fmla="*/ 1189132 w 1456912"/>
              <a:gd name="connsiteY46" fmla="*/ 528510 h 556225"/>
              <a:gd name="connsiteX47" fmla="*/ 1005916 w 1456912"/>
              <a:gd name="connsiteY47" fmla="*/ 351400 h 556225"/>
              <a:gd name="connsiteX48" fmla="*/ 1005916 w 1456912"/>
              <a:gd name="connsiteY48" fmla="*/ 23666 h 556225"/>
              <a:gd name="connsiteX49" fmla="*/ 977728 w 1456912"/>
              <a:gd name="connsiteY49" fmla="*/ 51854 h 556225"/>
              <a:gd name="connsiteX50" fmla="*/ 977728 w 1456912"/>
              <a:gd name="connsiteY50" fmla="*/ 351869 h 556225"/>
              <a:gd name="connsiteX51" fmla="*/ 1189132 w 1456912"/>
              <a:gd name="connsiteY51" fmla="*/ 556226 h 556225"/>
              <a:gd name="connsiteX52" fmla="*/ 1217320 w 1456912"/>
              <a:gd name="connsiteY52" fmla="*/ 556226 h 556225"/>
              <a:gd name="connsiteX53" fmla="*/ 1456912 w 1456912"/>
              <a:gd name="connsiteY53" fmla="*/ 324566 h 556225"/>
              <a:gd name="connsiteX54" fmla="*/ 1456912 w 1456912"/>
              <a:gd name="connsiteY54" fmla="*/ 0 h 556225"/>
              <a:gd name="connsiteX55" fmla="*/ 1428724 w 1456912"/>
              <a:gd name="connsiteY55" fmla="*/ 0 h 556225"/>
              <a:gd name="connsiteX56" fmla="*/ 1189132 w 1456912"/>
              <a:gd name="connsiteY56" fmla="*/ 500322 h 556225"/>
              <a:gd name="connsiteX57" fmla="*/ 1344160 w 1456912"/>
              <a:gd name="connsiteY57" fmla="*/ 351400 h 556225"/>
              <a:gd name="connsiteX58" fmla="*/ 1344160 w 1456912"/>
              <a:gd name="connsiteY58" fmla="*/ 351400 h 556225"/>
              <a:gd name="connsiteX59" fmla="*/ 1344160 w 1456912"/>
              <a:gd name="connsiteY59" fmla="*/ 23666 h 556225"/>
              <a:gd name="connsiteX60" fmla="*/ 1315972 w 1456912"/>
              <a:gd name="connsiteY60" fmla="*/ 51854 h 556225"/>
              <a:gd name="connsiteX61" fmla="*/ 1315972 w 1456912"/>
              <a:gd name="connsiteY61" fmla="*/ 324153 h 556225"/>
              <a:gd name="connsiteX62" fmla="*/ 1217317 w 1456912"/>
              <a:gd name="connsiteY62" fmla="*/ 415761 h 556225"/>
              <a:gd name="connsiteX63" fmla="*/ 1118662 w 1456912"/>
              <a:gd name="connsiteY63" fmla="*/ 324153 h 556225"/>
              <a:gd name="connsiteX64" fmla="*/ 1118662 w 1456912"/>
              <a:gd name="connsiteY64" fmla="*/ 3 h 556225"/>
              <a:gd name="connsiteX65" fmla="*/ 1090474 w 1456912"/>
              <a:gd name="connsiteY65" fmla="*/ 3 h 556225"/>
              <a:gd name="connsiteX66" fmla="*/ 1090474 w 1456912"/>
              <a:gd name="connsiteY66" fmla="*/ 324156 h 556225"/>
              <a:gd name="connsiteX67" fmla="*/ 1217317 w 1456912"/>
              <a:gd name="connsiteY67" fmla="*/ 443951 h 556225"/>
              <a:gd name="connsiteX68" fmla="*/ 1304349 w 1456912"/>
              <a:gd name="connsiteY68" fmla="*/ 404889 h 556225"/>
              <a:gd name="connsiteX69" fmla="*/ 1304982 w 1456912"/>
              <a:gd name="connsiteY69" fmla="*/ 405720 h 556225"/>
              <a:gd name="connsiteX70" fmla="*/ 1189129 w 1456912"/>
              <a:gd name="connsiteY70" fmla="*/ 472139 h 556225"/>
              <a:gd name="connsiteX71" fmla="*/ 1062303 w 1456912"/>
              <a:gd name="connsiteY71" fmla="*/ 352344 h 556225"/>
              <a:gd name="connsiteX72" fmla="*/ 1062286 w 1456912"/>
              <a:gd name="connsiteY72" fmla="*/ 352344 h 556225"/>
              <a:gd name="connsiteX73" fmla="*/ 1062286 w 1456912"/>
              <a:gd name="connsiteY73" fmla="*/ 3 h 556225"/>
              <a:gd name="connsiteX74" fmla="*/ 1034098 w 1456912"/>
              <a:gd name="connsiteY74" fmla="*/ 3 h 556225"/>
              <a:gd name="connsiteX75" fmla="*/ 1034098 w 1456912"/>
              <a:gd name="connsiteY75" fmla="*/ 352341 h 556225"/>
              <a:gd name="connsiteX76" fmla="*/ 1034113 w 1456912"/>
              <a:gd name="connsiteY76" fmla="*/ 352341 h 556225"/>
              <a:gd name="connsiteX77" fmla="*/ 1189132 w 1456912"/>
              <a:gd name="connsiteY77" fmla="*/ 500322 h 556225"/>
              <a:gd name="connsiteX78" fmla="*/ 562774 w 1456912"/>
              <a:gd name="connsiteY78" fmla="*/ 366435 h 556225"/>
              <a:gd name="connsiteX79" fmla="*/ 491494 w 1456912"/>
              <a:gd name="connsiteY79" fmla="*/ 535557 h 556225"/>
              <a:gd name="connsiteX80" fmla="*/ 519684 w 1456912"/>
              <a:gd name="connsiteY80" fmla="*/ 535554 h 556225"/>
              <a:gd name="connsiteX81" fmla="*/ 519682 w 1456912"/>
              <a:gd name="connsiteY81" fmla="*/ 535557 h 556225"/>
              <a:gd name="connsiteX82" fmla="*/ 519684 w 1456912"/>
              <a:gd name="connsiteY82" fmla="*/ 535557 h 556225"/>
              <a:gd name="connsiteX83" fmla="*/ 555322 w 1456912"/>
              <a:gd name="connsiteY83" fmla="*/ 450996 h 556225"/>
              <a:gd name="connsiteX84" fmla="*/ 794138 w 1456912"/>
              <a:gd name="connsiteY84" fmla="*/ 450996 h 556225"/>
              <a:gd name="connsiteX85" fmla="*/ 829744 w 1456912"/>
              <a:gd name="connsiteY85" fmla="*/ 535557 h 556225"/>
              <a:gd name="connsiteX86" fmla="*/ 857932 w 1456912"/>
              <a:gd name="connsiteY86" fmla="*/ 535557 h 556225"/>
              <a:gd name="connsiteX87" fmla="*/ 810457 w 1456912"/>
              <a:gd name="connsiteY87" fmla="*/ 422808 h 556225"/>
              <a:gd name="connsiteX88" fmla="*/ 567200 w 1456912"/>
              <a:gd name="connsiteY88" fmla="*/ 422808 h 556225"/>
              <a:gd name="connsiteX89" fmla="*/ 579078 w 1456912"/>
              <a:gd name="connsiteY89" fmla="*/ 394620 h 556225"/>
              <a:gd name="connsiteX90" fmla="*/ 826776 w 1456912"/>
              <a:gd name="connsiteY90" fmla="*/ 394620 h 556225"/>
              <a:gd name="connsiteX91" fmla="*/ 886120 w 1456912"/>
              <a:gd name="connsiteY91" fmla="*/ 535557 h 556225"/>
              <a:gd name="connsiteX92" fmla="*/ 914308 w 1456912"/>
              <a:gd name="connsiteY92" fmla="*/ 535557 h 556225"/>
              <a:gd name="connsiteX93" fmla="*/ 843097 w 1456912"/>
              <a:gd name="connsiteY93" fmla="*/ 366435 h 556225"/>
              <a:gd name="connsiteX94" fmla="*/ 562774 w 1456912"/>
              <a:gd name="connsiteY94" fmla="*/ 366435 h 556225"/>
              <a:gd name="connsiteX95" fmla="*/ 604248 w 1456912"/>
              <a:gd name="connsiteY95" fmla="*/ 0 h 556225"/>
              <a:gd name="connsiteX96" fmla="*/ 397091 w 1456912"/>
              <a:gd name="connsiteY96" fmla="*/ 491374 h 556225"/>
              <a:gd name="connsiteX97" fmla="*/ 415032 w 1456912"/>
              <a:gd name="connsiteY97" fmla="*/ 515732 h 556225"/>
              <a:gd name="connsiteX98" fmla="*/ 632437 w 1456912"/>
              <a:gd name="connsiteY98" fmla="*/ 0 h 556225"/>
              <a:gd name="connsiteX99" fmla="*/ 604248 w 1456912"/>
              <a:gd name="connsiteY99" fmla="*/ 0 h 556225"/>
              <a:gd name="connsiteX100" fmla="*/ 716998 w 1456912"/>
              <a:gd name="connsiteY100" fmla="*/ 3 h 556225"/>
              <a:gd name="connsiteX101" fmla="*/ 934130 w 1456912"/>
              <a:gd name="connsiteY101" fmla="*/ 515735 h 556225"/>
              <a:gd name="connsiteX102" fmla="*/ 952028 w 1456912"/>
              <a:gd name="connsiteY102" fmla="*/ 491377 h 556225"/>
              <a:gd name="connsiteX103" fmla="*/ 745186 w 1456912"/>
              <a:gd name="connsiteY103" fmla="*/ 3 h 556225"/>
              <a:gd name="connsiteX104" fmla="*/ 716998 w 1456912"/>
              <a:gd name="connsiteY104" fmla="*/ 3 h 556225"/>
              <a:gd name="connsiteX105" fmla="*/ 546409 w 1456912"/>
              <a:gd name="connsiteY105" fmla="*/ 338247 h 556225"/>
              <a:gd name="connsiteX106" fmla="*/ 463042 w 1456912"/>
              <a:gd name="connsiteY106" fmla="*/ 535557 h 556225"/>
              <a:gd name="connsiteX107" fmla="*/ 434854 w 1456912"/>
              <a:gd name="connsiteY107" fmla="*/ 535557 h 556225"/>
              <a:gd name="connsiteX108" fmla="*/ 646528 w 1456912"/>
              <a:gd name="connsiteY108" fmla="*/ 33467 h 556225"/>
              <a:gd name="connsiteX109" fmla="*/ 762988 w 1456912"/>
              <a:gd name="connsiteY109" fmla="*/ 310059 h 556225"/>
              <a:gd name="connsiteX110" fmla="*/ 791176 w 1456912"/>
              <a:gd name="connsiteY110" fmla="*/ 310059 h 556225"/>
              <a:gd name="connsiteX111" fmla="*/ 660624 w 1456912"/>
              <a:gd name="connsiteY111" fmla="*/ 3 h 556225"/>
              <a:gd name="connsiteX112" fmla="*/ 688812 w 1456912"/>
              <a:gd name="connsiteY112" fmla="*/ 3 h 556225"/>
              <a:gd name="connsiteX113" fmla="*/ 831231 w 1456912"/>
              <a:gd name="connsiteY113" fmla="*/ 338247 h 556225"/>
              <a:gd name="connsiteX114" fmla="*/ 546409 w 1456912"/>
              <a:gd name="connsiteY114" fmla="*/ 338247 h 556225"/>
              <a:gd name="connsiteX115" fmla="*/ 674788 w 1456912"/>
              <a:gd name="connsiteY115" fmla="*/ 167531 h 556225"/>
              <a:gd name="connsiteX116" fmla="*/ 614721 w 1456912"/>
              <a:gd name="connsiteY116" fmla="*/ 310062 h 556225"/>
              <a:gd name="connsiteX117" fmla="*/ 734800 w 1456912"/>
              <a:gd name="connsiteY117" fmla="*/ 310062 h 556225"/>
              <a:gd name="connsiteX118" fmla="*/ 674788 w 1456912"/>
              <a:gd name="connsiteY118" fmla="*/ 167531 h 556225"/>
              <a:gd name="connsiteX119" fmla="*/ 558275 w 1456912"/>
              <a:gd name="connsiteY119" fmla="*/ 310062 h 556225"/>
              <a:gd name="connsiteX120" fmla="*/ 586535 w 1456912"/>
              <a:gd name="connsiteY120" fmla="*/ 310062 h 556225"/>
              <a:gd name="connsiteX121" fmla="*/ 660703 w 1456912"/>
              <a:gd name="connsiteY121" fmla="*/ 134072 h 556225"/>
              <a:gd name="connsiteX122" fmla="*/ 646588 w 1456912"/>
              <a:gd name="connsiteY122" fmla="*/ 100553 h 556225"/>
              <a:gd name="connsiteX123" fmla="*/ 558275 w 1456912"/>
              <a:gd name="connsiteY123" fmla="*/ 310062 h 55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1456912" h="556225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chemeClr val="tx1"/>
          </a:solidFill>
          <a:ln w="289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A67BB0E1-5E7F-46E5-9D87-74249FA80151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735EC3F0-D52F-43D8-9D20-FC4F70B1922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D73E6E84-A759-4118-9971-2B614D3FE504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F1FCC803-A93B-423F-B835-B52876B2721B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94D29247-DB20-40F1-888F-155F9E5ABC8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5E32A3F3-E989-43F3-A16F-94173C632533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44D22F83-A0F5-4FE2-9D6C-012542F7E2B8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BA2BC1BF-6FE4-4475-BE69-6D37CBD516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88D7DDBE-C865-4F05-B6F5-3E2BBB15FDA7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5BF365C6-4DF1-469F-A081-5BB981472333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67" name="Gerader Verbinder 66">
              <a:extLst>
                <a:ext uri="{FF2B5EF4-FFF2-40B4-BE49-F238E27FC236}">
                  <a16:creationId xmlns:a16="http://schemas.microsoft.com/office/drawing/2014/main" id="{9CA1C573-E95F-4CC5-A4BE-0E74960DBC2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02A35681-195F-407A-BB6C-7E3B4E241132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BF6DC0B3-1B79-4824-B73B-DC9B7AA77A08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439D9EA3-D6F8-4D8A-8C91-B7BCDD4883C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EF8776E0-353D-4DBE-918C-2BE4D9ED22C0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EB1A981A-C15F-48BC-856D-45BFDE402164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3" name="Gerader Verbinder 72">
              <a:extLst>
                <a:ext uri="{FF2B5EF4-FFF2-40B4-BE49-F238E27FC236}">
                  <a16:creationId xmlns:a16="http://schemas.microsoft.com/office/drawing/2014/main" id="{CA1B7D91-52B4-4C4E-9872-DAE627C5BDA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DD5301F3-CDC0-4F62-A7F3-64DF1FAFB6C3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C5363AC9-A7FE-4ED9-A4AE-BF1F41479440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A5C058E5-1B77-4F37-8A90-6C2DB0C9F0D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3F3FD432-7B0C-441D-887D-260F088129D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11D3348D-CD05-48E5-89ED-528A62DA8118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8C904B9B-CFB8-4878-BE89-64B7783A68C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C15810B6-1DFF-43DE-849F-E24988A1AC21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CFDE3FDD-B76C-49E7-81B4-7302EAE01430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CC2966EC-F4C0-41FC-88ED-2E5F725EA0B2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92230FDE-430C-429C-A396-DFCEF2CE147E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53056242-C21F-4347-8E6E-305C959935E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A954A2AB-7A1B-4F20-8556-0C283B584BE2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C31D32E9-A207-4C49-AAE0-5A541EE5B56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Textfeld 86">
              <a:extLst>
                <a:ext uri="{FF2B5EF4-FFF2-40B4-BE49-F238E27FC236}">
                  <a16:creationId xmlns:a16="http://schemas.microsoft.com/office/drawing/2014/main" id="{0027A521-04C3-4807-A55B-38087BBBA705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139" name="Grafik 3">
            <a:extLst>
              <a:ext uri="{FF2B5EF4-FFF2-40B4-BE49-F238E27FC236}">
                <a16:creationId xmlns:a16="http://schemas.microsoft.com/office/drawing/2014/main" id="{3B98EDFF-F45C-45BF-AC94-A3A356851F18}"/>
              </a:ext>
            </a:extLst>
          </p:cNvPr>
          <p:cNvGrpSpPr/>
          <p:nvPr userDrawn="1"/>
        </p:nvGrpSpPr>
        <p:grpSpPr>
          <a:xfrm>
            <a:off x="510639" y="293688"/>
            <a:ext cx="2594512" cy="327278"/>
            <a:chOff x="2242184" y="2525076"/>
            <a:chExt cx="7709534" cy="972502"/>
          </a:xfrm>
          <a:solidFill>
            <a:schemeClr val="tx1"/>
          </a:solidFill>
        </p:grpSpPr>
        <p:sp>
          <p:nvSpPr>
            <p:cNvPr id="140" name="Freihandform: Form 139">
              <a:extLst>
                <a:ext uri="{FF2B5EF4-FFF2-40B4-BE49-F238E27FC236}">
                  <a16:creationId xmlns:a16="http://schemas.microsoft.com/office/drawing/2014/main" id="{437E43AF-FE61-4974-AF5C-89AC3C8150FD}"/>
                </a:ext>
              </a:extLst>
            </p:cNvPr>
            <p:cNvSpPr/>
            <p:nvPr/>
          </p:nvSpPr>
          <p:spPr>
            <a:xfrm>
              <a:off x="2269806" y="2545079"/>
              <a:ext cx="232409" cy="369569"/>
            </a:xfrm>
            <a:custGeom>
              <a:avLst/>
              <a:gdLst>
                <a:gd name="connsiteX0" fmla="*/ 232410 w 232409"/>
                <a:gd name="connsiteY0" fmla="*/ 60960 h 369569"/>
                <a:gd name="connsiteX1" fmla="*/ 65723 w 232409"/>
                <a:gd name="connsiteY1" fmla="*/ 60960 h 369569"/>
                <a:gd name="connsiteX2" fmla="*/ 65723 w 232409"/>
                <a:gd name="connsiteY2" fmla="*/ 152400 h 369569"/>
                <a:gd name="connsiteX3" fmla="*/ 189547 w 232409"/>
                <a:gd name="connsiteY3" fmla="*/ 152400 h 369569"/>
                <a:gd name="connsiteX4" fmla="*/ 189547 w 232409"/>
                <a:gd name="connsiteY4" fmla="*/ 212408 h 369569"/>
                <a:gd name="connsiteX5" fmla="*/ 65723 w 232409"/>
                <a:gd name="connsiteY5" fmla="*/ 212408 h 369569"/>
                <a:gd name="connsiteX6" fmla="*/ 65723 w 232409"/>
                <a:gd name="connsiteY6" fmla="*/ 369570 h 369569"/>
                <a:gd name="connsiteX7" fmla="*/ 0 w 232409"/>
                <a:gd name="connsiteY7" fmla="*/ 369570 h 369569"/>
                <a:gd name="connsiteX8" fmla="*/ 0 w 232409"/>
                <a:gd name="connsiteY8" fmla="*/ 0 h 369569"/>
                <a:gd name="connsiteX9" fmla="*/ 231458 w 232409"/>
                <a:gd name="connsiteY9" fmla="*/ 0 h 369569"/>
                <a:gd name="connsiteX10" fmla="*/ 231458 w 232409"/>
                <a:gd name="connsiteY10" fmla="*/ 60960 h 369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2409" h="36956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1" name="Freihandform: Form 140">
              <a:extLst>
                <a:ext uri="{FF2B5EF4-FFF2-40B4-BE49-F238E27FC236}">
                  <a16:creationId xmlns:a16="http://schemas.microsoft.com/office/drawing/2014/main" id="{B5C643AC-A2D8-483C-9099-467ED404B78A}"/>
                </a:ext>
              </a:extLst>
            </p:cNvPr>
            <p:cNvSpPr/>
            <p:nvPr/>
          </p:nvSpPr>
          <p:spPr>
            <a:xfrm>
              <a:off x="2538412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2" name="Freihandform: Form 141">
              <a:extLst>
                <a:ext uri="{FF2B5EF4-FFF2-40B4-BE49-F238E27FC236}">
                  <a16:creationId xmlns:a16="http://schemas.microsoft.com/office/drawing/2014/main" id="{DC1A9518-9882-4BEE-9042-98771FD22461}"/>
                </a:ext>
              </a:extLst>
            </p:cNvPr>
            <p:cNvSpPr/>
            <p:nvPr/>
          </p:nvSpPr>
          <p:spPr>
            <a:xfrm>
              <a:off x="2743199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8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3" name="Freihandform: Form 142">
              <a:extLst>
                <a:ext uri="{FF2B5EF4-FFF2-40B4-BE49-F238E27FC236}">
                  <a16:creationId xmlns:a16="http://schemas.microsoft.com/office/drawing/2014/main" id="{CB6A9836-D16F-4BD4-B96F-43DCD4A1ADD1}"/>
                </a:ext>
              </a:extLst>
            </p:cNvPr>
            <p:cNvSpPr/>
            <p:nvPr/>
          </p:nvSpPr>
          <p:spPr>
            <a:xfrm>
              <a:off x="2879407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4" name="Freihandform: Form 143">
              <a:extLst>
                <a:ext uri="{FF2B5EF4-FFF2-40B4-BE49-F238E27FC236}">
                  <a16:creationId xmlns:a16="http://schemas.microsoft.com/office/drawing/2014/main" id="{ABBE1A7C-C42E-43DA-AC68-19B53213BFEA}"/>
                </a:ext>
              </a:extLst>
            </p:cNvPr>
            <p:cNvSpPr/>
            <p:nvPr/>
          </p:nvSpPr>
          <p:spPr>
            <a:xfrm>
              <a:off x="3177539" y="2525076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2 w 248602"/>
                <a:gd name="connsiteY5" fmla="*/ 0 h 396239"/>
                <a:gd name="connsiteX6" fmla="*/ 248602 w 248602"/>
                <a:gd name="connsiteY6" fmla="*/ 389573 h 396239"/>
                <a:gd name="connsiteX7" fmla="*/ 187642 w 248602"/>
                <a:gd name="connsiteY7" fmla="*/ 389573 h 396239"/>
                <a:gd name="connsiteX8" fmla="*/ 187642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0960 w 248602"/>
                <a:gd name="connsiteY12" fmla="*/ 255270 h 396239"/>
                <a:gd name="connsiteX13" fmla="*/ 122872 w 248602"/>
                <a:gd name="connsiteY13" fmla="*/ 340995 h 396239"/>
                <a:gd name="connsiteX14" fmla="*/ 186690 w 248602"/>
                <a:gd name="connsiteY14" fmla="*/ 305753 h 396239"/>
                <a:gd name="connsiteX15" fmla="*/ 186690 w 248602"/>
                <a:gd name="connsiteY15" fmla="*/ 207645 h 396239"/>
                <a:gd name="connsiteX16" fmla="*/ 122872 w 248602"/>
                <a:gd name="connsiteY16" fmla="*/ 172402 h 396239"/>
                <a:gd name="connsiteX17" fmla="*/ 60960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5" name="Freihandform: Form 144">
              <a:extLst>
                <a:ext uri="{FF2B5EF4-FFF2-40B4-BE49-F238E27FC236}">
                  <a16:creationId xmlns:a16="http://schemas.microsoft.com/office/drawing/2014/main" id="{36C1CDBB-E0C9-4C76-AEE4-24D676B22582}"/>
                </a:ext>
              </a:extLst>
            </p:cNvPr>
            <p:cNvSpPr/>
            <p:nvPr/>
          </p:nvSpPr>
          <p:spPr>
            <a:xfrm>
              <a:off x="3509009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6" name="Freihandform: Form 145">
              <a:extLst>
                <a:ext uri="{FF2B5EF4-FFF2-40B4-BE49-F238E27FC236}">
                  <a16:creationId xmlns:a16="http://schemas.microsoft.com/office/drawing/2014/main" id="{867D40B8-3DC0-48CD-8C10-83ACD74CC070}"/>
                </a:ext>
              </a:extLst>
            </p:cNvPr>
            <p:cNvSpPr/>
            <p:nvPr/>
          </p:nvSpPr>
          <p:spPr>
            <a:xfrm>
              <a:off x="3712844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8 w 79057"/>
                <a:gd name="connsiteY4" fmla="*/ 38100 h 384810"/>
                <a:gd name="connsiteX5" fmla="*/ 71438 w 79057"/>
                <a:gd name="connsiteY5" fmla="*/ 384810 h 384810"/>
                <a:gd name="connsiteX6" fmla="*/ 9525 w 79057"/>
                <a:gd name="connsiteY6" fmla="*/ 384810 h 384810"/>
                <a:gd name="connsiteX7" fmla="*/ 9525 w 79057"/>
                <a:gd name="connsiteY7" fmla="*/ 118110 h 384810"/>
                <a:gd name="connsiteX8" fmla="*/ 71438 w 79057"/>
                <a:gd name="connsiteY8" fmla="*/ 118110 h 384810"/>
                <a:gd name="connsiteX9" fmla="*/ 71438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7" name="Freihandform: Form 146">
              <a:extLst>
                <a:ext uri="{FF2B5EF4-FFF2-40B4-BE49-F238E27FC236}">
                  <a16:creationId xmlns:a16="http://schemas.microsoft.com/office/drawing/2014/main" id="{5E72B66D-AA60-4159-88C6-253B8BCA5544}"/>
                </a:ext>
              </a:extLst>
            </p:cNvPr>
            <p:cNvSpPr/>
            <p:nvPr/>
          </p:nvSpPr>
          <p:spPr>
            <a:xfrm>
              <a:off x="3850957" y="2640329"/>
              <a:ext cx="224789" cy="280034"/>
            </a:xfrm>
            <a:custGeom>
              <a:avLst/>
              <a:gdLst>
                <a:gd name="connsiteX0" fmla="*/ 222885 w 224789"/>
                <a:gd name="connsiteY0" fmla="*/ 237172 h 280034"/>
                <a:gd name="connsiteX1" fmla="*/ 127635 w 224789"/>
                <a:gd name="connsiteY1" fmla="*/ 280035 h 280034"/>
                <a:gd name="connsiteX2" fmla="*/ 0 w 224789"/>
                <a:gd name="connsiteY2" fmla="*/ 140970 h 280034"/>
                <a:gd name="connsiteX3" fmla="*/ 128588 w 224789"/>
                <a:gd name="connsiteY3" fmla="*/ 0 h 280034"/>
                <a:gd name="connsiteX4" fmla="*/ 224790 w 224789"/>
                <a:gd name="connsiteY4" fmla="*/ 45720 h 280034"/>
                <a:gd name="connsiteX5" fmla="*/ 181927 w 224789"/>
                <a:gd name="connsiteY5" fmla="*/ 86678 h 280034"/>
                <a:gd name="connsiteX6" fmla="*/ 128588 w 224789"/>
                <a:gd name="connsiteY6" fmla="*/ 57150 h 280034"/>
                <a:gd name="connsiteX7" fmla="*/ 62865 w 224789"/>
                <a:gd name="connsiteY7" fmla="*/ 140018 h 280034"/>
                <a:gd name="connsiteX8" fmla="*/ 128588 w 224789"/>
                <a:gd name="connsiteY8" fmla="*/ 222885 h 280034"/>
                <a:gd name="connsiteX9" fmla="*/ 183833 w 224789"/>
                <a:gd name="connsiteY9" fmla="*/ 193358 h 280034"/>
                <a:gd name="connsiteX10" fmla="*/ 222885 w 224789"/>
                <a:gd name="connsiteY10" fmla="*/ 237172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4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8" name="Freihandform: Form 147">
              <a:extLst>
                <a:ext uri="{FF2B5EF4-FFF2-40B4-BE49-F238E27FC236}">
                  <a16:creationId xmlns:a16="http://schemas.microsoft.com/office/drawing/2014/main" id="{F4BEF0C1-E2DD-43FB-8B64-132092CB0783}"/>
                </a:ext>
              </a:extLst>
            </p:cNvPr>
            <p:cNvSpPr/>
            <p:nvPr/>
          </p:nvSpPr>
          <p:spPr>
            <a:xfrm>
              <a:off x="4129087" y="2525076"/>
              <a:ext cx="229552" cy="389572"/>
            </a:xfrm>
            <a:custGeom>
              <a:avLst/>
              <a:gdLst>
                <a:gd name="connsiteX0" fmla="*/ 229553 w 229552"/>
                <a:gd name="connsiteY0" fmla="*/ 388620 h 389572"/>
                <a:gd name="connsiteX1" fmla="*/ 167640 w 229552"/>
                <a:gd name="connsiteY1" fmla="*/ 388620 h 389572"/>
                <a:gd name="connsiteX2" fmla="*/ 167640 w 229552"/>
                <a:gd name="connsiteY2" fmla="*/ 236220 h 389572"/>
                <a:gd name="connsiteX3" fmla="*/ 118110 w 229552"/>
                <a:gd name="connsiteY3" fmla="*/ 171450 h 389572"/>
                <a:gd name="connsiteX4" fmla="*/ 62865 w 229552"/>
                <a:gd name="connsiteY4" fmla="*/ 236220 h 389572"/>
                <a:gd name="connsiteX5" fmla="*/ 62865 w 229552"/>
                <a:gd name="connsiteY5" fmla="*/ 389573 h 389572"/>
                <a:gd name="connsiteX6" fmla="*/ 0 w 229552"/>
                <a:gd name="connsiteY6" fmla="*/ 389573 h 389572"/>
                <a:gd name="connsiteX7" fmla="*/ 0 w 229552"/>
                <a:gd name="connsiteY7" fmla="*/ 15240 h 389572"/>
                <a:gd name="connsiteX8" fmla="*/ 61913 w 229552"/>
                <a:gd name="connsiteY8" fmla="*/ 0 h 389572"/>
                <a:gd name="connsiteX9" fmla="*/ 61913 w 229552"/>
                <a:gd name="connsiteY9" fmla="*/ 155258 h 389572"/>
                <a:gd name="connsiteX10" fmla="*/ 62865 w 229552"/>
                <a:gd name="connsiteY10" fmla="*/ 155258 h 389572"/>
                <a:gd name="connsiteX11" fmla="*/ 140970 w 229552"/>
                <a:gd name="connsiteY11" fmla="*/ 116205 h 389572"/>
                <a:gd name="connsiteX12" fmla="*/ 228600 w 229552"/>
                <a:gd name="connsiteY12" fmla="*/ 223838 h 389572"/>
                <a:gd name="connsiteX13" fmla="*/ 228600 w 229552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52" h="38957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9" name="Freihandform: Form 148">
              <a:extLst>
                <a:ext uri="{FF2B5EF4-FFF2-40B4-BE49-F238E27FC236}">
                  <a16:creationId xmlns:a16="http://schemas.microsoft.com/office/drawing/2014/main" id="{7943A356-FF21-4F42-A98E-DC40CF938137}"/>
                </a:ext>
              </a:extLst>
            </p:cNvPr>
            <p:cNvSpPr/>
            <p:nvPr/>
          </p:nvSpPr>
          <p:spPr>
            <a:xfrm>
              <a:off x="4430077" y="2721291"/>
              <a:ext cx="130492" cy="59055"/>
            </a:xfrm>
            <a:custGeom>
              <a:avLst/>
              <a:gdLst>
                <a:gd name="connsiteX0" fmla="*/ 130492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2 w 130492"/>
                <a:gd name="connsiteY3" fmla="*/ 0 h 59055"/>
                <a:gd name="connsiteX4" fmla="*/ 130492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0" name="Freihandform: Form 149">
              <a:extLst>
                <a:ext uri="{FF2B5EF4-FFF2-40B4-BE49-F238E27FC236}">
                  <a16:creationId xmlns:a16="http://schemas.microsoft.com/office/drawing/2014/main" id="{5414F293-7400-4F17-8C14-513181D5C558}"/>
                </a:ext>
              </a:extLst>
            </p:cNvPr>
            <p:cNvSpPr/>
            <p:nvPr/>
          </p:nvSpPr>
          <p:spPr>
            <a:xfrm>
              <a:off x="4593906" y="2545079"/>
              <a:ext cx="342900" cy="368617"/>
            </a:xfrm>
            <a:custGeom>
              <a:avLst/>
              <a:gdLst>
                <a:gd name="connsiteX0" fmla="*/ 136208 w 342900"/>
                <a:gd name="connsiteY0" fmla="*/ 0 h 368617"/>
                <a:gd name="connsiteX1" fmla="*/ 205740 w 342900"/>
                <a:gd name="connsiteY1" fmla="*/ 0 h 368617"/>
                <a:gd name="connsiteX2" fmla="*/ 342900 w 342900"/>
                <a:gd name="connsiteY2" fmla="*/ 368618 h 368617"/>
                <a:gd name="connsiteX3" fmla="*/ 271463 w 342900"/>
                <a:gd name="connsiteY3" fmla="*/ 368618 h 368617"/>
                <a:gd name="connsiteX4" fmla="*/ 244793 w 342900"/>
                <a:gd name="connsiteY4" fmla="*/ 290512 h 368617"/>
                <a:gd name="connsiteX5" fmla="*/ 96203 w 342900"/>
                <a:gd name="connsiteY5" fmla="*/ 290512 h 368617"/>
                <a:gd name="connsiteX6" fmla="*/ 69533 w 342900"/>
                <a:gd name="connsiteY6" fmla="*/ 368618 h 368617"/>
                <a:gd name="connsiteX7" fmla="*/ 0 w 342900"/>
                <a:gd name="connsiteY7" fmla="*/ 368618 h 368617"/>
                <a:gd name="connsiteX8" fmla="*/ 136208 w 342900"/>
                <a:gd name="connsiteY8" fmla="*/ 0 h 368617"/>
                <a:gd name="connsiteX9" fmla="*/ 116205 w 342900"/>
                <a:gd name="connsiteY9" fmla="*/ 231458 h 368617"/>
                <a:gd name="connsiteX10" fmla="*/ 223838 w 342900"/>
                <a:gd name="connsiteY10" fmla="*/ 231458 h 368617"/>
                <a:gd name="connsiteX11" fmla="*/ 170498 w 342900"/>
                <a:gd name="connsiteY11" fmla="*/ 75247 h 368617"/>
                <a:gd name="connsiteX12" fmla="*/ 169545 w 342900"/>
                <a:gd name="connsiteY12" fmla="*/ 75247 h 368617"/>
                <a:gd name="connsiteX13" fmla="*/ 116205 w 342900"/>
                <a:gd name="connsiteY13" fmla="*/ 231458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2900" h="368617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1" name="Freihandform: Form 150">
              <a:extLst>
                <a:ext uri="{FF2B5EF4-FFF2-40B4-BE49-F238E27FC236}">
                  <a16:creationId xmlns:a16="http://schemas.microsoft.com/office/drawing/2014/main" id="{DF9046FE-F7DE-4669-A7FF-9C4BB6220EF1}"/>
                </a:ext>
              </a:extLst>
            </p:cNvPr>
            <p:cNvSpPr/>
            <p:nvPr/>
          </p:nvSpPr>
          <p:spPr>
            <a:xfrm>
              <a:off x="4992052" y="2525076"/>
              <a:ext cx="61912" cy="388620"/>
            </a:xfrm>
            <a:custGeom>
              <a:avLst/>
              <a:gdLst>
                <a:gd name="connsiteX0" fmla="*/ 61913 w 61912"/>
                <a:gd name="connsiteY0" fmla="*/ 388620 h 388620"/>
                <a:gd name="connsiteX1" fmla="*/ 0 w 61912"/>
                <a:gd name="connsiteY1" fmla="*/ 388620 h 388620"/>
                <a:gd name="connsiteX2" fmla="*/ 0 w 61912"/>
                <a:gd name="connsiteY2" fmla="*/ 14288 h 388620"/>
                <a:gd name="connsiteX3" fmla="*/ 61913 w 61912"/>
                <a:gd name="connsiteY3" fmla="*/ 0 h 388620"/>
                <a:gd name="connsiteX4" fmla="*/ 61913 w 61912"/>
                <a:gd name="connsiteY4" fmla="*/ 388620 h 388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8620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2" name="Freihandform: Form 151">
              <a:extLst>
                <a:ext uri="{FF2B5EF4-FFF2-40B4-BE49-F238E27FC236}">
                  <a16:creationId xmlns:a16="http://schemas.microsoft.com/office/drawing/2014/main" id="{17E9EBD2-1308-471A-9C37-29FF027D0A14}"/>
                </a:ext>
              </a:extLst>
            </p:cNvPr>
            <p:cNvSpPr/>
            <p:nvPr/>
          </p:nvSpPr>
          <p:spPr>
            <a:xfrm>
              <a:off x="512063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3" name="Freihandform: Form 152">
              <a:extLst>
                <a:ext uri="{FF2B5EF4-FFF2-40B4-BE49-F238E27FC236}">
                  <a16:creationId xmlns:a16="http://schemas.microsoft.com/office/drawing/2014/main" id="{84D6E57D-0E5B-43A4-8081-53B3E5629513}"/>
                </a:ext>
              </a:extLst>
            </p:cNvPr>
            <p:cNvSpPr/>
            <p:nvPr/>
          </p:nvSpPr>
          <p:spPr>
            <a:xfrm>
              <a:off x="5397817" y="2646997"/>
              <a:ext cx="255269" cy="266700"/>
            </a:xfrm>
            <a:custGeom>
              <a:avLst/>
              <a:gdLst>
                <a:gd name="connsiteX0" fmla="*/ 255270 w 255269"/>
                <a:gd name="connsiteY0" fmla="*/ 266700 h 266700"/>
                <a:gd name="connsiteX1" fmla="*/ 183832 w 255269"/>
                <a:gd name="connsiteY1" fmla="*/ 266700 h 266700"/>
                <a:gd name="connsiteX2" fmla="*/ 126682 w 255269"/>
                <a:gd name="connsiteY2" fmla="*/ 174307 h 266700"/>
                <a:gd name="connsiteX3" fmla="*/ 125730 w 255269"/>
                <a:gd name="connsiteY3" fmla="*/ 174307 h 266700"/>
                <a:gd name="connsiteX4" fmla="*/ 70485 w 255269"/>
                <a:gd name="connsiteY4" fmla="*/ 266700 h 266700"/>
                <a:gd name="connsiteX5" fmla="*/ 0 w 255269"/>
                <a:gd name="connsiteY5" fmla="*/ 266700 h 266700"/>
                <a:gd name="connsiteX6" fmla="*/ 91440 w 255269"/>
                <a:gd name="connsiteY6" fmla="*/ 128588 h 266700"/>
                <a:gd name="connsiteX7" fmla="*/ 6667 w 255269"/>
                <a:gd name="connsiteY7" fmla="*/ 0 h 266700"/>
                <a:gd name="connsiteX8" fmla="*/ 77152 w 255269"/>
                <a:gd name="connsiteY8" fmla="*/ 0 h 266700"/>
                <a:gd name="connsiteX9" fmla="*/ 127635 w 255269"/>
                <a:gd name="connsiteY9" fmla="*/ 81915 h 266700"/>
                <a:gd name="connsiteX10" fmla="*/ 128588 w 255269"/>
                <a:gd name="connsiteY10" fmla="*/ 81915 h 266700"/>
                <a:gd name="connsiteX11" fmla="*/ 178117 w 255269"/>
                <a:gd name="connsiteY11" fmla="*/ 0 h 266700"/>
                <a:gd name="connsiteX12" fmla="*/ 247650 w 255269"/>
                <a:gd name="connsiteY12" fmla="*/ 0 h 266700"/>
                <a:gd name="connsiteX13" fmla="*/ 163830 w 255269"/>
                <a:gd name="connsiteY13" fmla="*/ 127635 h 266700"/>
                <a:gd name="connsiteX14" fmla="*/ 255270 w 255269"/>
                <a:gd name="connsiteY14" fmla="*/ 26670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5269" h="266700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4" name="Freihandform: Form 153">
              <a:extLst>
                <a:ext uri="{FF2B5EF4-FFF2-40B4-BE49-F238E27FC236}">
                  <a16:creationId xmlns:a16="http://schemas.microsoft.com/office/drawing/2014/main" id="{0A41A31B-8432-4CD9-B0E9-2DA62432F17C}"/>
                </a:ext>
              </a:extLst>
            </p:cNvPr>
            <p:cNvSpPr/>
            <p:nvPr/>
          </p:nvSpPr>
          <p:spPr>
            <a:xfrm>
              <a:off x="5686407" y="2641281"/>
              <a:ext cx="225759" cy="279082"/>
            </a:xfrm>
            <a:custGeom>
              <a:avLst/>
              <a:gdLst>
                <a:gd name="connsiteX0" fmla="*/ 114317 w 225759"/>
                <a:gd name="connsiteY0" fmla="*/ 107632 h 279082"/>
                <a:gd name="connsiteX1" fmla="*/ 164799 w 225759"/>
                <a:gd name="connsiteY1" fmla="*/ 113347 h 279082"/>
                <a:gd name="connsiteX2" fmla="*/ 164799 w 225759"/>
                <a:gd name="connsiteY2" fmla="*/ 103822 h 279082"/>
                <a:gd name="connsiteX3" fmla="*/ 105744 w 225759"/>
                <a:gd name="connsiteY3" fmla="*/ 52388 h 279082"/>
                <a:gd name="connsiteX4" fmla="*/ 38117 w 225759"/>
                <a:gd name="connsiteY4" fmla="*/ 67628 h 279082"/>
                <a:gd name="connsiteX5" fmla="*/ 24782 w 225759"/>
                <a:gd name="connsiteY5" fmla="*/ 15240 h 279082"/>
                <a:gd name="connsiteX6" fmla="*/ 112412 w 225759"/>
                <a:gd name="connsiteY6" fmla="*/ 0 h 279082"/>
                <a:gd name="connsiteX7" fmla="*/ 225759 w 225759"/>
                <a:gd name="connsiteY7" fmla="*/ 102870 h 279082"/>
                <a:gd name="connsiteX8" fmla="*/ 225759 w 225759"/>
                <a:gd name="connsiteY8" fmla="*/ 273368 h 279082"/>
                <a:gd name="connsiteX9" fmla="*/ 166704 w 225759"/>
                <a:gd name="connsiteY9" fmla="*/ 273368 h 279082"/>
                <a:gd name="connsiteX10" fmla="*/ 166704 w 225759"/>
                <a:gd name="connsiteY10" fmla="*/ 244793 h 279082"/>
                <a:gd name="connsiteX11" fmla="*/ 165752 w 225759"/>
                <a:gd name="connsiteY11" fmla="*/ 244793 h 279082"/>
                <a:gd name="connsiteX12" fmla="*/ 87647 w 225759"/>
                <a:gd name="connsiteY12" fmla="*/ 279083 h 279082"/>
                <a:gd name="connsiteX13" fmla="*/ 17 w 225759"/>
                <a:gd name="connsiteY13" fmla="*/ 194310 h 279082"/>
                <a:gd name="connsiteX14" fmla="*/ 114317 w 225759"/>
                <a:gd name="connsiteY14" fmla="*/ 107632 h 279082"/>
                <a:gd name="connsiteX15" fmla="*/ 103839 w 225759"/>
                <a:gd name="connsiteY15" fmla="*/ 232410 h 279082"/>
                <a:gd name="connsiteX16" fmla="*/ 164799 w 225759"/>
                <a:gd name="connsiteY16" fmla="*/ 200025 h 279082"/>
                <a:gd name="connsiteX17" fmla="*/ 164799 w 225759"/>
                <a:gd name="connsiteY17" fmla="*/ 154305 h 279082"/>
                <a:gd name="connsiteX18" fmla="*/ 120984 w 225759"/>
                <a:gd name="connsiteY18" fmla="*/ 149543 h 279082"/>
                <a:gd name="connsiteX19" fmla="*/ 59072 w 225759"/>
                <a:gd name="connsiteY19" fmla="*/ 193358 h 279082"/>
                <a:gd name="connsiteX20" fmla="*/ 103839 w 225759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59" h="279082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5" name="Freihandform: Form 154">
              <a:extLst>
                <a:ext uri="{FF2B5EF4-FFF2-40B4-BE49-F238E27FC236}">
                  <a16:creationId xmlns:a16="http://schemas.microsoft.com/office/drawing/2014/main" id="{46FF8D8D-5FE8-43E4-A552-F9B3C3353B29}"/>
                </a:ext>
              </a:extLst>
            </p:cNvPr>
            <p:cNvSpPr/>
            <p:nvPr/>
          </p:nvSpPr>
          <p:spPr>
            <a:xfrm>
              <a:off x="5991224" y="2641281"/>
              <a:ext cx="229552" cy="273367"/>
            </a:xfrm>
            <a:custGeom>
              <a:avLst/>
              <a:gdLst>
                <a:gd name="connsiteX0" fmla="*/ 229553 w 229552"/>
                <a:gd name="connsiteY0" fmla="*/ 272415 h 273367"/>
                <a:gd name="connsiteX1" fmla="*/ 166688 w 229552"/>
                <a:gd name="connsiteY1" fmla="*/ 272415 h 273367"/>
                <a:gd name="connsiteX2" fmla="*/ 166688 w 229552"/>
                <a:gd name="connsiteY2" fmla="*/ 120015 h 273367"/>
                <a:gd name="connsiteX3" fmla="*/ 117157 w 229552"/>
                <a:gd name="connsiteY3" fmla="*/ 55245 h 273367"/>
                <a:gd name="connsiteX4" fmla="*/ 61913 w 229552"/>
                <a:gd name="connsiteY4" fmla="*/ 120015 h 273367"/>
                <a:gd name="connsiteX5" fmla="*/ 61913 w 229552"/>
                <a:gd name="connsiteY5" fmla="*/ 273368 h 273367"/>
                <a:gd name="connsiteX6" fmla="*/ 0 w 229552"/>
                <a:gd name="connsiteY6" fmla="*/ 273368 h 273367"/>
                <a:gd name="connsiteX7" fmla="*/ 0 w 229552"/>
                <a:gd name="connsiteY7" fmla="*/ 6668 h 273367"/>
                <a:gd name="connsiteX8" fmla="*/ 61913 w 229552"/>
                <a:gd name="connsiteY8" fmla="*/ 6668 h 273367"/>
                <a:gd name="connsiteX9" fmla="*/ 61913 w 229552"/>
                <a:gd name="connsiteY9" fmla="*/ 39053 h 273367"/>
                <a:gd name="connsiteX10" fmla="*/ 62865 w 229552"/>
                <a:gd name="connsiteY10" fmla="*/ 39053 h 273367"/>
                <a:gd name="connsiteX11" fmla="*/ 140970 w 229552"/>
                <a:gd name="connsiteY11" fmla="*/ 0 h 273367"/>
                <a:gd name="connsiteX12" fmla="*/ 228600 w 229552"/>
                <a:gd name="connsiteY12" fmla="*/ 107632 h 273367"/>
                <a:gd name="connsiteX13" fmla="*/ 228600 w 229552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52" h="273367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6" name="Freihandform: Form 155">
              <a:extLst>
                <a:ext uri="{FF2B5EF4-FFF2-40B4-BE49-F238E27FC236}">
                  <a16:creationId xmlns:a16="http://schemas.microsoft.com/office/drawing/2014/main" id="{7AA2D936-8A2E-448A-A3FE-121C90D55E4E}"/>
                </a:ext>
              </a:extLst>
            </p:cNvPr>
            <p:cNvSpPr/>
            <p:nvPr/>
          </p:nvSpPr>
          <p:spPr>
            <a:xfrm>
              <a:off x="6286499" y="2525076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3 w 248602"/>
                <a:gd name="connsiteY7" fmla="*/ 389573 h 396239"/>
                <a:gd name="connsiteX8" fmla="*/ 187643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1913 w 248602"/>
                <a:gd name="connsiteY12" fmla="*/ 255270 h 396239"/>
                <a:gd name="connsiteX13" fmla="*/ 123825 w 248602"/>
                <a:gd name="connsiteY13" fmla="*/ 340995 h 396239"/>
                <a:gd name="connsiteX14" fmla="*/ 187643 w 248602"/>
                <a:gd name="connsiteY14" fmla="*/ 305753 h 396239"/>
                <a:gd name="connsiteX15" fmla="*/ 187643 w 248602"/>
                <a:gd name="connsiteY15" fmla="*/ 207645 h 396239"/>
                <a:gd name="connsiteX16" fmla="*/ 123825 w 248602"/>
                <a:gd name="connsiteY16" fmla="*/ 172402 h 396239"/>
                <a:gd name="connsiteX17" fmla="*/ 61913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7" name="Freihandform: Form 156">
              <a:extLst>
                <a:ext uri="{FF2B5EF4-FFF2-40B4-BE49-F238E27FC236}">
                  <a16:creationId xmlns:a16="http://schemas.microsoft.com/office/drawing/2014/main" id="{7D614E3F-8E38-48A8-A892-90F1BE5DFC41}"/>
                </a:ext>
              </a:extLst>
            </p:cNvPr>
            <p:cNvSpPr/>
            <p:nvPr/>
          </p:nvSpPr>
          <p:spPr>
            <a:xfrm>
              <a:off x="660272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7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8" name="Freihandform: Form 157">
              <a:extLst>
                <a:ext uri="{FF2B5EF4-FFF2-40B4-BE49-F238E27FC236}">
                  <a16:creationId xmlns:a16="http://schemas.microsoft.com/office/drawing/2014/main" id="{EB14B71E-9496-43D9-A4EC-B717F5048611}"/>
                </a:ext>
              </a:extLst>
            </p:cNvPr>
            <p:cNvSpPr/>
            <p:nvPr/>
          </p:nvSpPr>
          <p:spPr>
            <a:xfrm>
              <a:off x="6916101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9" name="Freihandform: Form 158">
              <a:extLst>
                <a:ext uri="{FF2B5EF4-FFF2-40B4-BE49-F238E27FC236}">
                  <a16:creationId xmlns:a16="http://schemas.microsoft.com/office/drawing/2014/main" id="{790BD971-8810-42D7-9C91-5E31E7DE2C4E}"/>
                </a:ext>
              </a:extLst>
            </p:cNvPr>
            <p:cNvSpPr/>
            <p:nvPr/>
          </p:nvSpPr>
          <p:spPr>
            <a:xfrm>
              <a:off x="7115174" y="2721291"/>
              <a:ext cx="130492" cy="59055"/>
            </a:xfrm>
            <a:custGeom>
              <a:avLst/>
              <a:gdLst>
                <a:gd name="connsiteX0" fmla="*/ 130493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3 w 130492"/>
                <a:gd name="connsiteY3" fmla="*/ 0 h 59055"/>
                <a:gd name="connsiteX4" fmla="*/ 130493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0" name="Freihandform: Form 159">
              <a:extLst>
                <a:ext uri="{FF2B5EF4-FFF2-40B4-BE49-F238E27FC236}">
                  <a16:creationId xmlns:a16="http://schemas.microsoft.com/office/drawing/2014/main" id="{32DC33CF-54F4-4299-82CD-B2375462167E}"/>
                </a:ext>
              </a:extLst>
            </p:cNvPr>
            <p:cNvSpPr/>
            <p:nvPr/>
          </p:nvSpPr>
          <p:spPr>
            <a:xfrm>
              <a:off x="7324724" y="2545079"/>
              <a:ext cx="288607" cy="375284"/>
            </a:xfrm>
            <a:custGeom>
              <a:avLst/>
              <a:gdLst>
                <a:gd name="connsiteX0" fmla="*/ 288607 w 288607"/>
                <a:gd name="connsiteY0" fmla="*/ 222885 h 375284"/>
                <a:gd name="connsiteX1" fmla="*/ 143827 w 288607"/>
                <a:gd name="connsiteY1" fmla="*/ 375285 h 375284"/>
                <a:gd name="connsiteX2" fmla="*/ 0 w 288607"/>
                <a:gd name="connsiteY2" fmla="*/ 222885 h 375284"/>
                <a:gd name="connsiteX3" fmla="*/ 0 w 288607"/>
                <a:gd name="connsiteY3" fmla="*/ 0 h 375284"/>
                <a:gd name="connsiteX4" fmla="*/ 66675 w 288607"/>
                <a:gd name="connsiteY4" fmla="*/ 0 h 375284"/>
                <a:gd name="connsiteX5" fmla="*/ 66675 w 288607"/>
                <a:gd name="connsiteY5" fmla="*/ 219075 h 375284"/>
                <a:gd name="connsiteX6" fmla="*/ 144780 w 288607"/>
                <a:gd name="connsiteY6" fmla="*/ 312420 h 375284"/>
                <a:gd name="connsiteX7" fmla="*/ 220980 w 288607"/>
                <a:gd name="connsiteY7" fmla="*/ 219075 h 375284"/>
                <a:gd name="connsiteX8" fmla="*/ 220980 w 288607"/>
                <a:gd name="connsiteY8" fmla="*/ 0 h 375284"/>
                <a:gd name="connsiteX9" fmla="*/ 287655 w 288607"/>
                <a:gd name="connsiteY9" fmla="*/ 0 h 375284"/>
                <a:gd name="connsiteX10" fmla="*/ 287655 w 288607"/>
                <a:gd name="connsiteY10" fmla="*/ 222885 h 375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88607" h="375284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1" name="Freihandform: Form 160">
              <a:extLst>
                <a:ext uri="{FF2B5EF4-FFF2-40B4-BE49-F238E27FC236}">
                  <a16:creationId xmlns:a16="http://schemas.microsoft.com/office/drawing/2014/main" id="{28E7B4C3-0E3A-4A63-A15B-FBBF0A790C9D}"/>
                </a:ext>
              </a:extLst>
            </p:cNvPr>
            <p:cNvSpPr/>
            <p:nvPr/>
          </p:nvSpPr>
          <p:spPr>
            <a:xfrm>
              <a:off x="7697151" y="2641281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8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8 h 273367"/>
                <a:gd name="connsiteX6" fmla="*/ 0 w 228600"/>
                <a:gd name="connsiteY6" fmla="*/ 273368 h 273367"/>
                <a:gd name="connsiteX7" fmla="*/ 0 w 228600"/>
                <a:gd name="connsiteY7" fmla="*/ 6668 h 273367"/>
                <a:gd name="connsiteX8" fmla="*/ 61913 w 228600"/>
                <a:gd name="connsiteY8" fmla="*/ 6668 h 273367"/>
                <a:gd name="connsiteX9" fmla="*/ 61913 w 228600"/>
                <a:gd name="connsiteY9" fmla="*/ 39053 h 273367"/>
                <a:gd name="connsiteX10" fmla="*/ 62865 w 228600"/>
                <a:gd name="connsiteY10" fmla="*/ 39053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dirty="0"/>
            </a:p>
          </p:txBody>
        </p:sp>
        <p:sp>
          <p:nvSpPr>
            <p:cNvPr id="162" name="Freihandform: Form 161">
              <a:extLst>
                <a:ext uri="{FF2B5EF4-FFF2-40B4-BE49-F238E27FC236}">
                  <a16:creationId xmlns:a16="http://schemas.microsoft.com/office/drawing/2014/main" id="{DE83242C-3DAB-4186-A2CF-ABC5CE556834}"/>
                </a:ext>
              </a:extLst>
            </p:cNvPr>
            <p:cNvSpPr/>
            <p:nvPr/>
          </p:nvSpPr>
          <p:spPr>
            <a:xfrm>
              <a:off x="7996237" y="2528887"/>
              <a:ext cx="79057" cy="384810"/>
            </a:xfrm>
            <a:custGeom>
              <a:avLst/>
              <a:gdLst>
                <a:gd name="connsiteX0" fmla="*/ 79057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7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3" name="Freihandform: Form 162">
              <a:extLst>
                <a:ext uri="{FF2B5EF4-FFF2-40B4-BE49-F238E27FC236}">
                  <a16:creationId xmlns:a16="http://schemas.microsoft.com/office/drawing/2014/main" id="{CE94665A-1959-4E8D-8843-30D9AA88A120}"/>
                </a:ext>
              </a:extLst>
            </p:cNvPr>
            <p:cNvSpPr/>
            <p:nvPr/>
          </p:nvSpPr>
          <p:spPr>
            <a:xfrm>
              <a:off x="8119109" y="2647949"/>
              <a:ext cx="259079" cy="266700"/>
            </a:xfrm>
            <a:custGeom>
              <a:avLst/>
              <a:gdLst>
                <a:gd name="connsiteX0" fmla="*/ 259080 w 259079"/>
                <a:gd name="connsiteY0" fmla="*/ 0 h 266700"/>
                <a:gd name="connsiteX1" fmla="*/ 161925 w 259079"/>
                <a:gd name="connsiteY1" fmla="*/ 266700 h 266700"/>
                <a:gd name="connsiteX2" fmla="*/ 97155 w 259079"/>
                <a:gd name="connsiteY2" fmla="*/ 266700 h 266700"/>
                <a:gd name="connsiteX3" fmla="*/ 0 w 259079"/>
                <a:gd name="connsiteY3" fmla="*/ 0 h 266700"/>
                <a:gd name="connsiteX4" fmla="*/ 68580 w 259079"/>
                <a:gd name="connsiteY4" fmla="*/ 0 h 266700"/>
                <a:gd name="connsiteX5" fmla="*/ 129540 w 259079"/>
                <a:gd name="connsiteY5" fmla="*/ 193358 h 266700"/>
                <a:gd name="connsiteX6" fmla="*/ 130492 w 259079"/>
                <a:gd name="connsiteY6" fmla="*/ 193358 h 266700"/>
                <a:gd name="connsiteX7" fmla="*/ 191452 w 259079"/>
                <a:gd name="connsiteY7" fmla="*/ 0 h 266700"/>
                <a:gd name="connsiteX8" fmla="*/ 259080 w 259079"/>
                <a:gd name="connsiteY8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9079" h="266700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4" name="Freihandform: Form 163">
              <a:extLst>
                <a:ext uri="{FF2B5EF4-FFF2-40B4-BE49-F238E27FC236}">
                  <a16:creationId xmlns:a16="http://schemas.microsoft.com/office/drawing/2014/main" id="{6D37DE7E-42BD-43AE-AD54-7C9257288F34}"/>
                </a:ext>
              </a:extLst>
            </p:cNvPr>
            <p:cNvSpPr/>
            <p:nvPr/>
          </p:nvSpPr>
          <p:spPr>
            <a:xfrm>
              <a:off x="8406764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3 h 279082"/>
                <a:gd name="connsiteX7" fmla="*/ 198120 w 242887"/>
                <a:gd name="connsiteY7" fmla="*/ 194310 h 279082"/>
                <a:gd name="connsiteX8" fmla="*/ 237173 w 242887"/>
                <a:gd name="connsiteY8" fmla="*/ 235268 h 279082"/>
                <a:gd name="connsiteX9" fmla="*/ 132398 w 242887"/>
                <a:gd name="connsiteY9" fmla="*/ 279083 h 279082"/>
                <a:gd name="connsiteX10" fmla="*/ 62865 w 242887"/>
                <a:gd name="connsiteY10" fmla="*/ 115253 h 279082"/>
                <a:gd name="connsiteX11" fmla="*/ 183833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6" name="Freihandform: Form 165">
              <a:extLst>
                <a:ext uri="{FF2B5EF4-FFF2-40B4-BE49-F238E27FC236}">
                  <a16:creationId xmlns:a16="http://schemas.microsoft.com/office/drawing/2014/main" id="{EA89A64B-C979-45EC-B4F6-949EB2001B5D}"/>
                </a:ext>
              </a:extLst>
            </p:cNvPr>
            <p:cNvSpPr/>
            <p:nvPr/>
          </p:nvSpPr>
          <p:spPr>
            <a:xfrm>
              <a:off x="8720137" y="2641039"/>
              <a:ext cx="160019" cy="272657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7" name="Freihandform: Form 166">
              <a:extLst>
                <a:ext uri="{FF2B5EF4-FFF2-40B4-BE49-F238E27FC236}">
                  <a16:creationId xmlns:a16="http://schemas.microsoft.com/office/drawing/2014/main" id="{D8F4E6F5-DCF7-4013-87A5-43A2566A3AD9}"/>
                </a:ext>
              </a:extLst>
            </p:cNvPr>
            <p:cNvSpPr/>
            <p:nvPr/>
          </p:nvSpPr>
          <p:spPr>
            <a:xfrm>
              <a:off x="8909684" y="2640329"/>
              <a:ext cx="205739" cy="280034"/>
            </a:xfrm>
            <a:custGeom>
              <a:avLst/>
              <a:gdLst>
                <a:gd name="connsiteX0" fmla="*/ 29527 w 205739"/>
                <a:gd name="connsiteY0" fmla="*/ 198120 h 280034"/>
                <a:gd name="connsiteX1" fmla="*/ 104775 w 205739"/>
                <a:gd name="connsiteY1" fmla="*/ 227647 h 280034"/>
                <a:gd name="connsiteX2" fmla="*/ 143827 w 205739"/>
                <a:gd name="connsiteY2" fmla="*/ 200978 h 280034"/>
                <a:gd name="connsiteX3" fmla="*/ 10477 w 205739"/>
                <a:gd name="connsiteY3" fmla="*/ 82868 h 280034"/>
                <a:gd name="connsiteX4" fmla="*/ 111442 w 205739"/>
                <a:gd name="connsiteY4" fmla="*/ 0 h 280034"/>
                <a:gd name="connsiteX5" fmla="*/ 203835 w 205739"/>
                <a:gd name="connsiteY5" fmla="*/ 27622 h 280034"/>
                <a:gd name="connsiteX6" fmla="*/ 174307 w 205739"/>
                <a:gd name="connsiteY6" fmla="*/ 76200 h 280034"/>
                <a:gd name="connsiteX7" fmla="*/ 110490 w 205739"/>
                <a:gd name="connsiteY7" fmla="*/ 52387 h 280034"/>
                <a:gd name="connsiteX8" fmla="*/ 72390 w 205739"/>
                <a:gd name="connsiteY8" fmla="*/ 77153 h 280034"/>
                <a:gd name="connsiteX9" fmla="*/ 205740 w 205739"/>
                <a:gd name="connsiteY9" fmla="*/ 195262 h 280034"/>
                <a:gd name="connsiteX10" fmla="*/ 102870 w 205739"/>
                <a:gd name="connsiteY10" fmla="*/ 280035 h 280034"/>
                <a:gd name="connsiteX11" fmla="*/ 0 w 205739"/>
                <a:gd name="connsiteY11" fmla="*/ 247650 h 280034"/>
                <a:gd name="connsiteX12" fmla="*/ 29527 w 205739"/>
                <a:gd name="connsiteY12" fmla="*/ 198120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4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9" name="Freihandform: Form 168">
              <a:extLst>
                <a:ext uri="{FF2B5EF4-FFF2-40B4-BE49-F238E27FC236}">
                  <a16:creationId xmlns:a16="http://schemas.microsoft.com/office/drawing/2014/main" id="{08B40D83-75AF-478E-9E62-44910A1F67F1}"/>
                </a:ext>
              </a:extLst>
            </p:cNvPr>
            <p:cNvSpPr/>
            <p:nvPr/>
          </p:nvSpPr>
          <p:spPr>
            <a:xfrm>
              <a:off x="9173526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3 w 79057"/>
                <a:gd name="connsiteY1" fmla="*/ 76200 h 384810"/>
                <a:gd name="connsiteX2" fmla="*/ 0 w 79057"/>
                <a:gd name="connsiteY2" fmla="*/ 38100 h 384810"/>
                <a:gd name="connsiteX3" fmla="*/ 39053 w 79057"/>
                <a:gd name="connsiteY3" fmla="*/ 0 h 384810"/>
                <a:gd name="connsiteX4" fmla="*/ 79058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0" name="Freihandform: Form 169">
              <a:extLst>
                <a:ext uri="{FF2B5EF4-FFF2-40B4-BE49-F238E27FC236}">
                  <a16:creationId xmlns:a16="http://schemas.microsoft.com/office/drawing/2014/main" id="{4450C88D-A2CC-4995-B198-B8121FB36D4E}"/>
                </a:ext>
              </a:extLst>
            </p:cNvPr>
            <p:cNvSpPr/>
            <p:nvPr/>
          </p:nvSpPr>
          <p:spPr>
            <a:xfrm>
              <a:off x="9297351" y="2562224"/>
              <a:ext cx="165735" cy="358139"/>
            </a:xfrm>
            <a:custGeom>
              <a:avLst/>
              <a:gdLst>
                <a:gd name="connsiteX0" fmla="*/ 165735 w 165735"/>
                <a:gd name="connsiteY0" fmla="*/ 295275 h 358139"/>
                <a:gd name="connsiteX1" fmla="*/ 165735 w 165735"/>
                <a:gd name="connsiteY1" fmla="*/ 348615 h 358139"/>
                <a:gd name="connsiteX2" fmla="*/ 113348 w 165735"/>
                <a:gd name="connsiteY2" fmla="*/ 358140 h 358139"/>
                <a:gd name="connsiteX3" fmla="*/ 40958 w 165735"/>
                <a:gd name="connsiteY3" fmla="*/ 282892 h 358139"/>
                <a:gd name="connsiteX4" fmla="*/ 40958 w 165735"/>
                <a:gd name="connsiteY4" fmla="*/ 137160 h 358139"/>
                <a:gd name="connsiteX5" fmla="*/ 0 w 165735"/>
                <a:gd name="connsiteY5" fmla="*/ 137160 h 358139"/>
                <a:gd name="connsiteX6" fmla="*/ 0 w 165735"/>
                <a:gd name="connsiteY6" fmla="*/ 85725 h 358139"/>
                <a:gd name="connsiteX7" fmla="*/ 40005 w 165735"/>
                <a:gd name="connsiteY7" fmla="*/ 85725 h 358139"/>
                <a:gd name="connsiteX8" fmla="*/ 40005 w 165735"/>
                <a:gd name="connsiteY8" fmla="*/ 13335 h 358139"/>
                <a:gd name="connsiteX9" fmla="*/ 101918 w 165735"/>
                <a:gd name="connsiteY9" fmla="*/ 0 h 358139"/>
                <a:gd name="connsiteX10" fmla="*/ 101918 w 165735"/>
                <a:gd name="connsiteY10" fmla="*/ 86677 h 358139"/>
                <a:gd name="connsiteX11" fmla="*/ 165735 w 165735"/>
                <a:gd name="connsiteY11" fmla="*/ 86677 h 358139"/>
                <a:gd name="connsiteX12" fmla="*/ 165735 w 165735"/>
                <a:gd name="connsiteY12" fmla="*/ 138113 h 358139"/>
                <a:gd name="connsiteX13" fmla="*/ 101918 w 165735"/>
                <a:gd name="connsiteY13" fmla="*/ 138113 h 358139"/>
                <a:gd name="connsiteX14" fmla="*/ 101918 w 165735"/>
                <a:gd name="connsiteY14" fmla="*/ 269558 h 358139"/>
                <a:gd name="connsiteX15" fmla="*/ 130493 w 165735"/>
                <a:gd name="connsiteY15" fmla="*/ 304800 h 358139"/>
                <a:gd name="connsiteX16" fmla="*/ 165735 w 165735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1" name="Freihandform: Form 170">
              <a:extLst>
                <a:ext uri="{FF2B5EF4-FFF2-40B4-BE49-F238E27FC236}">
                  <a16:creationId xmlns:a16="http://schemas.microsoft.com/office/drawing/2014/main" id="{170097FC-1C77-4FDF-AEC4-E77CD945C51D}"/>
                </a:ext>
              </a:extLst>
            </p:cNvPr>
            <p:cNvSpPr/>
            <p:nvPr/>
          </p:nvSpPr>
          <p:spPr>
            <a:xfrm>
              <a:off x="9511664" y="2533649"/>
              <a:ext cx="225742" cy="386714"/>
            </a:xfrm>
            <a:custGeom>
              <a:avLst/>
              <a:gdLst>
                <a:gd name="connsiteX0" fmla="*/ 114300 w 225742"/>
                <a:gd name="connsiteY0" fmla="*/ 215265 h 386714"/>
                <a:gd name="connsiteX1" fmla="*/ 164783 w 225742"/>
                <a:gd name="connsiteY1" fmla="*/ 220980 h 386714"/>
                <a:gd name="connsiteX2" fmla="*/ 164783 w 225742"/>
                <a:gd name="connsiteY2" fmla="*/ 211455 h 386714"/>
                <a:gd name="connsiteX3" fmla="*/ 105728 w 225742"/>
                <a:gd name="connsiteY3" fmla="*/ 160020 h 386714"/>
                <a:gd name="connsiteX4" fmla="*/ 38100 w 225742"/>
                <a:gd name="connsiteY4" fmla="*/ 175260 h 386714"/>
                <a:gd name="connsiteX5" fmla="*/ 24765 w 225742"/>
                <a:gd name="connsiteY5" fmla="*/ 122873 h 386714"/>
                <a:gd name="connsiteX6" fmla="*/ 112395 w 225742"/>
                <a:gd name="connsiteY6" fmla="*/ 107632 h 386714"/>
                <a:gd name="connsiteX7" fmla="*/ 225743 w 225742"/>
                <a:gd name="connsiteY7" fmla="*/ 210502 h 386714"/>
                <a:gd name="connsiteX8" fmla="*/ 225743 w 225742"/>
                <a:gd name="connsiteY8" fmla="*/ 381000 h 386714"/>
                <a:gd name="connsiteX9" fmla="*/ 166688 w 225742"/>
                <a:gd name="connsiteY9" fmla="*/ 381000 h 386714"/>
                <a:gd name="connsiteX10" fmla="*/ 166688 w 225742"/>
                <a:gd name="connsiteY10" fmla="*/ 352425 h 386714"/>
                <a:gd name="connsiteX11" fmla="*/ 165735 w 225742"/>
                <a:gd name="connsiteY11" fmla="*/ 352425 h 386714"/>
                <a:gd name="connsiteX12" fmla="*/ 87630 w 225742"/>
                <a:gd name="connsiteY12" fmla="*/ 386715 h 386714"/>
                <a:gd name="connsiteX13" fmla="*/ 0 w 225742"/>
                <a:gd name="connsiteY13" fmla="*/ 301942 h 386714"/>
                <a:gd name="connsiteX14" fmla="*/ 114300 w 225742"/>
                <a:gd name="connsiteY14" fmla="*/ 215265 h 386714"/>
                <a:gd name="connsiteX15" fmla="*/ 63818 w 225742"/>
                <a:gd name="connsiteY15" fmla="*/ 72390 h 386714"/>
                <a:gd name="connsiteX16" fmla="*/ 26670 w 225742"/>
                <a:gd name="connsiteY16" fmla="*/ 36195 h 386714"/>
                <a:gd name="connsiteX17" fmla="*/ 63818 w 225742"/>
                <a:gd name="connsiteY17" fmla="*/ 0 h 386714"/>
                <a:gd name="connsiteX18" fmla="*/ 100965 w 225742"/>
                <a:gd name="connsiteY18" fmla="*/ 36195 h 386714"/>
                <a:gd name="connsiteX19" fmla="*/ 63818 w 225742"/>
                <a:gd name="connsiteY19" fmla="*/ 72390 h 386714"/>
                <a:gd name="connsiteX20" fmla="*/ 103823 w 225742"/>
                <a:gd name="connsiteY20" fmla="*/ 340042 h 386714"/>
                <a:gd name="connsiteX21" fmla="*/ 164783 w 225742"/>
                <a:gd name="connsiteY21" fmla="*/ 307658 h 386714"/>
                <a:gd name="connsiteX22" fmla="*/ 164783 w 225742"/>
                <a:gd name="connsiteY22" fmla="*/ 261938 h 386714"/>
                <a:gd name="connsiteX23" fmla="*/ 120968 w 225742"/>
                <a:gd name="connsiteY23" fmla="*/ 257175 h 386714"/>
                <a:gd name="connsiteX24" fmla="*/ 59055 w 225742"/>
                <a:gd name="connsiteY24" fmla="*/ 300990 h 386714"/>
                <a:gd name="connsiteX25" fmla="*/ 103823 w 225742"/>
                <a:gd name="connsiteY25" fmla="*/ 340042 h 386714"/>
                <a:gd name="connsiteX26" fmla="*/ 172403 w 225742"/>
                <a:gd name="connsiteY26" fmla="*/ 72390 h 386714"/>
                <a:gd name="connsiteX27" fmla="*/ 135255 w 225742"/>
                <a:gd name="connsiteY27" fmla="*/ 36195 h 386714"/>
                <a:gd name="connsiteX28" fmla="*/ 172403 w 225742"/>
                <a:gd name="connsiteY28" fmla="*/ 0 h 386714"/>
                <a:gd name="connsiteX29" fmla="*/ 209550 w 225742"/>
                <a:gd name="connsiteY29" fmla="*/ 36195 h 386714"/>
                <a:gd name="connsiteX30" fmla="*/ 172403 w 225742"/>
                <a:gd name="connsiteY30" fmla="*/ 72390 h 386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4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2" name="Freihandform: Form 171">
              <a:extLst>
                <a:ext uri="{FF2B5EF4-FFF2-40B4-BE49-F238E27FC236}">
                  <a16:creationId xmlns:a16="http://schemas.microsoft.com/office/drawing/2014/main" id="{D9C6AC2B-710E-4330-AC9D-A8316145CCED}"/>
                </a:ext>
              </a:extLst>
            </p:cNvPr>
            <p:cNvSpPr/>
            <p:nvPr/>
          </p:nvSpPr>
          <p:spPr>
            <a:xfrm>
              <a:off x="9785984" y="2562224"/>
              <a:ext cx="165734" cy="358139"/>
            </a:xfrm>
            <a:custGeom>
              <a:avLst/>
              <a:gdLst>
                <a:gd name="connsiteX0" fmla="*/ 165735 w 165734"/>
                <a:gd name="connsiteY0" fmla="*/ 295275 h 358139"/>
                <a:gd name="connsiteX1" fmla="*/ 165735 w 165734"/>
                <a:gd name="connsiteY1" fmla="*/ 348615 h 358139"/>
                <a:gd name="connsiteX2" fmla="*/ 113347 w 165734"/>
                <a:gd name="connsiteY2" fmla="*/ 358140 h 358139"/>
                <a:gd name="connsiteX3" fmla="*/ 40957 w 165734"/>
                <a:gd name="connsiteY3" fmla="*/ 282892 h 358139"/>
                <a:gd name="connsiteX4" fmla="*/ 40957 w 165734"/>
                <a:gd name="connsiteY4" fmla="*/ 137160 h 358139"/>
                <a:gd name="connsiteX5" fmla="*/ 0 w 165734"/>
                <a:gd name="connsiteY5" fmla="*/ 137160 h 358139"/>
                <a:gd name="connsiteX6" fmla="*/ 0 w 165734"/>
                <a:gd name="connsiteY6" fmla="*/ 85725 h 358139"/>
                <a:gd name="connsiteX7" fmla="*/ 40005 w 165734"/>
                <a:gd name="connsiteY7" fmla="*/ 85725 h 358139"/>
                <a:gd name="connsiteX8" fmla="*/ 40005 w 165734"/>
                <a:gd name="connsiteY8" fmla="*/ 13335 h 358139"/>
                <a:gd name="connsiteX9" fmla="*/ 101917 w 165734"/>
                <a:gd name="connsiteY9" fmla="*/ 0 h 358139"/>
                <a:gd name="connsiteX10" fmla="*/ 101917 w 165734"/>
                <a:gd name="connsiteY10" fmla="*/ 86677 h 358139"/>
                <a:gd name="connsiteX11" fmla="*/ 165735 w 165734"/>
                <a:gd name="connsiteY11" fmla="*/ 86677 h 358139"/>
                <a:gd name="connsiteX12" fmla="*/ 165735 w 165734"/>
                <a:gd name="connsiteY12" fmla="*/ 138113 h 358139"/>
                <a:gd name="connsiteX13" fmla="*/ 101917 w 165734"/>
                <a:gd name="connsiteY13" fmla="*/ 138113 h 358139"/>
                <a:gd name="connsiteX14" fmla="*/ 101917 w 165734"/>
                <a:gd name="connsiteY14" fmla="*/ 269558 h 358139"/>
                <a:gd name="connsiteX15" fmla="*/ 130492 w 165734"/>
                <a:gd name="connsiteY15" fmla="*/ 304800 h 358139"/>
                <a:gd name="connsiteX16" fmla="*/ 165735 w 165734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3" name="Freihandform: Form 172">
              <a:extLst>
                <a:ext uri="{FF2B5EF4-FFF2-40B4-BE49-F238E27FC236}">
                  <a16:creationId xmlns:a16="http://schemas.microsoft.com/office/drawing/2014/main" id="{A44EACAA-23D2-4B0E-A7A5-160CBF43FAA6}"/>
                </a:ext>
              </a:extLst>
            </p:cNvPr>
            <p:cNvSpPr/>
            <p:nvPr/>
          </p:nvSpPr>
          <p:spPr>
            <a:xfrm>
              <a:off x="2242184" y="3122294"/>
              <a:ext cx="275272" cy="368617"/>
            </a:xfrm>
            <a:custGeom>
              <a:avLst/>
              <a:gdLst>
                <a:gd name="connsiteX0" fmla="*/ 275273 w 275272"/>
                <a:gd name="connsiteY0" fmla="*/ 60960 h 368617"/>
                <a:gd name="connsiteX1" fmla="*/ 170498 w 275272"/>
                <a:gd name="connsiteY1" fmla="*/ 60960 h 368617"/>
                <a:gd name="connsiteX2" fmla="*/ 170498 w 275272"/>
                <a:gd name="connsiteY2" fmla="*/ 368617 h 368617"/>
                <a:gd name="connsiteX3" fmla="*/ 104775 w 275272"/>
                <a:gd name="connsiteY3" fmla="*/ 368617 h 368617"/>
                <a:gd name="connsiteX4" fmla="*/ 104775 w 275272"/>
                <a:gd name="connsiteY4" fmla="*/ 60960 h 368617"/>
                <a:gd name="connsiteX5" fmla="*/ 0 w 275272"/>
                <a:gd name="connsiteY5" fmla="*/ 60960 h 368617"/>
                <a:gd name="connsiteX6" fmla="*/ 0 w 275272"/>
                <a:gd name="connsiteY6" fmla="*/ 0 h 368617"/>
                <a:gd name="connsiteX7" fmla="*/ 275273 w 275272"/>
                <a:gd name="connsiteY7" fmla="*/ 0 h 368617"/>
                <a:gd name="connsiteX8" fmla="*/ 275273 w 275272"/>
                <a:gd name="connsiteY8" fmla="*/ 60960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5272" h="368617">
                  <a:moveTo>
                    <a:pt x="275273" y="60960"/>
                  </a:moveTo>
                  <a:lnTo>
                    <a:pt x="170498" y="60960"/>
                  </a:lnTo>
                  <a:lnTo>
                    <a:pt x="170498" y="368617"/>
                  </a:lnTo>
                  <a:lnTo>
                    <a:pt x="104775" y="368617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75273" y="0"/>
                  </a:lnTo>
                  <a:lnTo>
                    <a:pt x="275273" y="6096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4" name="Freihandform: Form 173">
              <a:extLst>
                <a:ext uri="{FF2B5EF4-FFF2-40B4-BE49-F238E27FC236}">
                  <a16:creationId xmlns:a16="http://schemas.microsoft.com/office/drawing/2014/main" id="{C1445E99-D980-4FC1-8219-60CB5C0DAA20}"/>
                </a:ext>
              </a:extLst>
            </p:cNvPr>
            <p:cNvSpPr/>
            <p:nvPr/>
          </p:nvSpPr>
          <p:spPr>
            <a:xfrm>
              <a:off x="2519362" y="3217544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3817 w 242887"/>
                <a:gd name="connsiteY5" fmla="*/ 160972 h 279082"/>
                <a:gd name="connsiteX6" fmla="*/ 133350 w 242887"/>
                <a:gd name="connsiteY6" fmla="*/ 225742 h 279082"/>
                <a:gd name="connsiteX7" fmla="*/ 199073 w 242887"/>
                <a:gd name="connsiteY7" fmla="*/ 194310 h 279082"/>
                <a:gd name="connsiteX8" fmla="*/ 238125 w 242887"/>
                <a:gd name="connsiteY8" fmla="*/ 235267 h 279082"/>
                <a:gd name="connsiteX9" fmla="*/ 132398 w 242887"/>
                <a:gd name="connsiteY9" fmla="*/ 279083 h 279082"/>
                <a:gd name="connsiteX10" fmla="*/ 62865 w 242887"/>
                <a:gd name="connsiteY10" fmla="*/ 115252 h 279082"/>
                <a:gd name="connsiteX11" fmla="*/ 183833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3817" y="160972"/>
                  </a:lnTo>
                  <a:cubicBezTo>
                    <a:pt x="70485" y="201930"/>
                    <a:pt x="95250" y="225742"/>
                    <a:pt x="133350" y="225742"/>
                  </a:cubicBezTo>
                  <a:cubicBezTo>
                    <a:pt x="158115" y="225742"/>
                    <a:pt x="178117" y="216217"/>
                    <a:pt x="199073" y="194310"/>
                  </a:cubicBezTo>
                  <a:lnTo>
                    <a:pt x="238125" y="235267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5" name="Freihandform: Form 174">
              <a:extLst>
                <a:ext uri="{FF2B5EF4-FFF2-40B4-BE49-F238E27FC236}">
                  <a16:creationId xmlns:a16="http://schemas.microsoft.com/office/drawing/2014/main" id="{8F5B513C-3EB1-4F96-AE3F-FA2E5E55A045}"/>
                </a:ext>
              </a:extLst>
            </p:cNvPr>
            <p:cNvSpPr/>
            <p:nvPr/>
          </p:nvSpPr>
          <p:spPr>
            <a:xfrm>
              <a:off x="2816541" y="3216591"/>
              <a:ext cx="224790" cy="280035"/>
            </a:xfrm>
            <a:custGeom>
              <a:avLst/>
              <a:gdLst>
                <a:gd name="connsiteX0" fmla="*/ 222885 w 224790"/>
                <a:gd name="connsiteY0" fmla="*/ 237173 h 280035"/>
                <a:gd name="connsiteX1" fmla="*/ 127635 w 224790"/>
                <a:gd name="connsiteY1" fmla="*/ 280035 h 280035"/>
                <a:gd name="connsiteX2" fmla="*/ 0 w 224790"/>
                <a:gd name="connsiteY2" fmla="*/ 140970 h 280035"/>
                <a:gd name="connsiteX3" fmla="*/ 128588 w 224790"/>
                <a:gd name="connsiteY3" fmla="*/ 0 h 280035"/>
                <a:gd name="connsiteX4" fmla="*/ 224790 w 224790"/>
                <a:gd name="connsiteY4" fmla="*/ 45720 h 280035"/>
                <a:gd name="connsiteX5" fmla="*/ 181928 w 224790"/>
                <a:gd name="connsiteY5" fmla="*/ 86678 h 280035"/>
                <a:gd name="connsiteX6" fmla="*/ 128588 w 224790"/>
                <a:gd name="connsiteY6" fmla="*/ 57150 h 280035"/>
                <a:gd name="connsiteX7" fmla="*/ 62865 w 224790"/>
                <a:gd name="connsiteY7" fmla="*/ 140017 h 280035"/>
                <a:gd name="connsiteX8" fmla="*/ 128588 w 224790"/>
                <a:gd name="connsiteY8" fmla="*/ 222885 h 280035"/>
                <a:gd name="connsiteX9" fmla="*/ 183833 w 224790"/>
                <a:gd name="connsiteY9" fmla="*/ 193358 h 280035"/>
                <a:gd name="connsiteX10" fmla="*/ 222885 w 224790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6" name="Freihandform: Form 175">
              <a:extLst>
                <a:ext uri="{FF2B5EF4-FFF2-40B4-BE49-F238E27FC236}">
                  <a16:creationId xmlns:a16="http://schemas.microsoft.com/office/drawing/2014/main" id="{60BC311B-E1F4-4DE2-B87A-9DAD7B90EA03}"/>
                </a:ext>
              </a:extLst>
            </p:cNvPr>
            <p:cNvSpPr/>
            <p:nvPr/>
          </p:nvSpPr>
          <p:spPr>
            <a:xfrm>
              <a:off x="3095624" y="3101339"/>
              <a:ext cx="228600" cy="389572"/>
            </a:xfrm>
            <a:custGeom>
              <a:avLst/>
              <a:gdLst>
                <a:gd name="connsiteX0" fmla="*/ 228600 w 228600"/>
                <a:gd name="connsiteY0" fmla="*/ 388620 h 389572"/>
                <a:gd name="connsiteX1" fmla="*/ 166688 w 228600"/>
                <a:gd name="connsiteY1" fmla="*/ 388620 h 389572"/>
                <a:gd name="connsiteX2" fmla="*/ 166688 w 228600"/>
                <a:gd name="connsiteY2" fmla="*/ 236220 h 389572"/>
                <a:gd name="connsiteX3" fmla="*/ 117158 w 228600"/>
                <a:gd name="connsiteY3" fmla="*/ 171450 h 389572"/>
                <a:gd name="connsiteX4" fmla="*/ 61913 w 228600"/>
                <a:gd name="connsiteY4" fmla="*/ 236220 h 389572"/>
                <a:gd name="connsiteX5" fmla="*/ 61913 w 228600"/>
                <a:gd name="connsiteY5" fmla="*/ 389573 h 389572"/>
                <a:gd name="connsiteX6" fmla="*/ 0 w 228600"/>
                <a:gd name="connsiteY6" fmla="*/ 389573 h 389572"/>
                <a:gd name="connsiteX7" fmla="*/ 0 w 228600"/>
                <a:gd name="connsiteY7" fmla="*/ 15240 h 389572"/>
                <a:gd name="connsiteX8" fmla="*/ 61913 w 228600"/>
                <a:gd name="connsiteY8" fmla="*/ 0 h 389572"/>
                <a:gd name="connsiteX9" fmla="*/ 61913 w 228600"/>
                <a:gd name="connsiteY9" fmla="*/ 155258 h 389572"/>
                <a:gd name="connsiteX10" fmla="*/ 62865 w 228600"/>
                <a:gd name="connsiteY10" fmla="*/ 155258 h 389572"/>
                <a:gd name="connsiteX11" fmla="*/ 140970 w 228600"/>
                <a:gd name="connsiteY11" fmla="*/ 116205 h 389572"/>
                <a:gd name="connsiteX12" fmla="*/ 228600 w 228600"/>
                <a:gd name="connsiteY12" fmla="*/ 223838 h 389572"/>
                <a:gd name="connsiteX13" fmla="*/ 228600 w 228600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89572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7" name="Freihandform: Form 176">
              <a:extLst>
                <a:ext uri="{FF2B5EF4-FFF2-40B4-BE49-F238E27FC236}">
                  <a16:creationId xmlns:a16="http://schemas.microsoft.com/office/drawing/2014/main" id="{6D220A37-F8FD-4C97-B886-3789AD45A1C3}"/>
                </a:ext>
              </a:extLst>
            </p:cNvPr>
            <p:cNvSpPr/>
            <p:nvPr/>
          </p:nvSpPr>
          <p:spPr>
            <a:xfrm>
              <a:off x="3404234" y="3217544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8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3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8" name="Freihandform: Form 177">
              <a:extLst>
                <a:ext uri="{FF2B5EF4-FFF2-40B4-BE49-F238E27FC236}">
                  <a16:creationId xmlns:a16="http://schemas.microsoft.com/office/drawing/2014/main" id="{7618119C-41E9-43BA-92E1-7139F37520B7}"/>
                </a:ext>
              </a:extLst>
            </p:cNvPr>
            <p:cNvSpPr/>
            <p:nvPr/>
          </p:nvSpPr>
          <p:spPr>
            <a:xfrm>
              <a:off x="3703319" y="3105149"/>
              <a:ext cx="79057" cy="384809"/>
            </a:xfrm>
            <a:custGeom>
              <a:avLst/>
              <a:gdLst>
                <a:gd name="connsiteX0" fmla="*/ 79058 w 79057"/>
                <a:gd name="connsiteY0" fmla="*/ 38100 h 384809"/>
                <a:gd name="connsiteX1" fmla="*/ 39052 w 79057"/>
                <a:gd name="connsiteY1" fmla="*/ 76200 h 384809"/>
                <a:gd name="connsiteX2" fmla="*/ 0 w 79057"/>
                <a:gd name="connsiteY2" fmla="*/ 38100 h 384809"/>
                <a:gd name="connsiteX3" fmla="*/ 39052 w 79057"/>
                <a:gd name="connsiteY3" fmla="*/ 0 h 384809"/>
                <a:gd name="connsiteX4" fmla="*/ 79058 w 79057"/>
                <a:gd name="connsiteY4" fmla="*/ 38100 h 384809"/>
                <a:gd name="connsiteX5" fmla="*/ 70485 w 79057"/>
                <a:gd name="connsiteY5" fmla="*/ 384810 h 384809"/>
                <a:gd name="connsiteX6" fmla="*/ 8572 w 79057"/>
                <a:gd name="connsiteY6" fmla="*/ 384810 h 384809"/>
                <a:gd name="connsiteX7" fmla="*/ 8572 w 79057"/>
                <a:gd name="connsiteY7" fmla="*/ 118110 h 384809"/>
                <a:gd name="connsiteX8" fmla="*/ 70485 w 79057"/>
                <a:gd name="connsiteY8" fmla="*/ 118110 h 384809"/>
                <a:gd name="connsiteX9" fmla="*/ 70485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9" name="Freihandform: Form 178">
              <a:extLst>
                <a:ext uri="{FF2B5EF4-FFF2-40B4-BE49-F238E27FC236}">
                  <a16:creationId xmlns:a16="http://schemas.microsoft.com/office/drawing/2014/main" id="{A5F874B1-F5C4-402C-9749-2AB3C2EAFCFC}"/>
                </a:ext>
              </a:extLst>
            </p:cNvPr>
            <p:cNvSpPr/>
            <p:nvPr/>
          </p:nvSpPr>
          <p:spPr>
            <a:xfrm>
              <a:off x="3830954" y="3216591"/>
              <a:ext cx="205740" cy="280035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2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2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0" name="Freihandform: Form 179">
              <a:extLst>
                <a:ext uri="{FF2B5EF4-FFF2-40B4-BE49-F238E27FC236}">
                  <a16:creationId xmlns:a16="http://schemas.microsoft.com/office/drawing/2014/main" id="{169F6428-4F5D-4675-B468-7AAA6EA2A8D9}"/>
                </a:ext>
              </a:extLst>
            </p:cNvPr>
            <p:cNvSpPr/>
            <p:nvPr/>
          </p:nvSpPr>
          <p:spPr>
            <a:xfrm>
              <a:off x="4087177" y="3216591"/>
              <a:ext cx="224790" cy="280035"/>
            </a:xfrm>
            <a:custGeom>
              <a:avLst/>
              <a:gdLst>
                <a:gd name="connsiteX0" fmla="*/ 222885 w 224790"/>
                <a:gd name="connsiteY0" fmla="*/ 237173 h 280035"/>
                <a:gd name="connsiteX1" fmla="*/ 127635 w 224790"/>
                <a:gd name="connsiteY1" fmla="*/ 280035 h 280035"/>
                <a:gd name="connsiteX2" fmla="*/ 0 w 224790"/>
                <a:gd name="connsiteY2" fmla="*/ 140970 h 280035"/>
                <a:gd name="connsiteX3" fmla="*/ 128588 w 224790"/>
                <a:gd name="connsiteY3" fmla="*/ 0 h 280035"/>
                <a:gd name="connsiteX4" fmla="*/ 224790 w 224790"/>
                <a:gd name="connsiteY4" fmla="*/ 45720 h 280035"/>
                <a:gd name="connsiteX5" fmla="*/ 181928 w 224790"/>
                <a:gd name="connsiteY5" fmla="*/ 86678 h 280035"/>
                <a:gd name="connsiteX6" fmla="*/ 128588 w 224790"/>
                <a:gd name="connsiteY6" fmla="*/ 57150 h 280035"/>
                <a:gd name="connsiteX7" fmla="*/ 62865 w 224790"/>
                <a:gd name="connsiteY7" fmla="*/ 140017 h 280035"/>
                <a:gd name="connsiteX8" fmla="*/ 128588 w 224790"/>
                <a:gd name="connsiteY8" fmla="*/ 222885 h 280035"/>
                <a:gd name="connsiteX9" fmla="*/ 183832 w 224790"/>
                <a:gd name="connsiteY9" fmla="*/ 193358 h 280035"/>
                <a:gd name="connsiteX10" fmla="*/ 222885 w 224790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5735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1" name="Freihandform: Form 180">
              <a:extLst>
                <a:ext uri="{FF2B5EF4-FFF2-40B4-BE49-F238E27FC236}">
                  <a16:creationId xmlns:a16="http://schemas.microsoft.com/office/drawing/2014/main" id="{6ECA4213-C333-492A-8271-46DBC688C852}"/>
                </a:ext>
              </a:extLst>
            </p:cNvPr>
            <p:cNvSpPr/>
            <p:nvPr/>
          </p:nvSpPr>
          <p:spPr>
            <a:xfrm>
              <a:off x="4366259" y="3101339"/>
              <a:ext cx="228600" cy="389572"/>
            </a:xfrm>
            <a:custGeom>
              <a:avLst/>
              <a:gdLst>
                <a:gd name="connsiteX0" fmla="*/ 228600 w 228600"/>
                <a:gd name="connsiteY0" fmla="*/ 388620 h 389572"/>
                <a:gd name="connsiteX1" fmla="*/ 166688 w 228600"/>
                <a:gd name="connsiteY1" fmla="*/ 388620 h 389572"/>
                <a:gd name="connsiteX2" fmla="*/ 166688 w 228600"/>
                <a:gd name="connsiteY2" fmla="*/ 236220 h 389572"/>
                <a:gd name="connsiteX3" fmla="*/ 117158 w 228600"/>
                <a:gd name="connsiteY3" fmla="*/ 171450 h 389572"/>
                <a:gd name="connsiteX4" fmla="*/ 61913 w 228600"/>
                <a:gd name="connsiteY4" fmla="*/ 236220 h 389572"/>
                <a:gd name="connsiteX5" fmla="*/ 61913 w 228600"/>
                <a:gd name="connsiteY5" fmla="*/ 389573 h 389572"/>
                <a:gd name="connsiteX6" fmla="*/ 0 w 228600"/>
                <a:gd name="connsiteY6" fmla="*/ 389573 h 389572"/>
                <a:gd name="connsiteX7" fmla="*/ 0 w 228600"/>
                <a:gd name="connsiteY7" fmla="*/ 15240 h 389572"/>
                <a:gd name="connsiteX8" fmla="*/ 61913 w 228600"/>
                <a:gd name="connsiteY8" fmla="*/ 0 h 389572"/>
                <a:gd name="connsiteX9" fmla="*/ 61913 w 228600"/>
                <a:gd name="connsiteY9" fmla="*/ 155258 h 389572"/>
                <a:gd name="connsiteX10" fmla="*/ 62865 w 228600"/>
                <a:gd name="connsiteY10" fmla="*/ 155258 h 389572"/>
                <a:gd name="connsiteX11" fmla="*/ 140970 w 228600"/>
                <a:gd name="connsiteY11" fmla="*/ 116205 h 389572"/>
                <a:gd name="connsiteX12" fmla="*/ 228600 w 228600"/>
                <a:gd name="connsiteY12" fmla="*/ 223838 h 389572"/>
                <a:gd name="connsiteX13" fmla="*/ 228600 w 228600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89572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2" name="Freihandform: Form 181">
              <a:extLst>
                <a:ext uri="{FF2B5EF4-FFF2-40B4-BE49-F238E27FC236}">
                  <a16:creationId xmlns:a16="http://schemas.microsoft.com/office/drawing/2014/main" id="{CA31CA87-30A7-4449-9783-8DC969F2EACE}"/>
                </a:ext>
              </a:extLst>
            </p:cNvPr>
            <p:cNvSpPr/>
            <p:nvPr/>
          </p:nvSpPr>
          <p:spPr>
            <a:xfrm>
              <a:off x="4659629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3" name="Freihandform: Form 182">
              <a:extLst>
                <a:ext uri="{FF2B5EF4-FFF2-40B4-BE49-F238E27FC236}">
                  <a16:creationId xmlns:a16="http://schemas.microsoft.com/office/drawing/2014/main" id="{7C37FD0D-D89F-431F-9478-9D2638DB850F}"/>
                </a:ext>
              </a:extLst>
            </p:cNvPr>
            <p:cNvSpPr/>
            <p:nvPr/>
          </p:nvSpPr>
          <p:spPr>
            <a:xfrm>
              <a:off x="5130164" y="3122294"/>
              <a:ext cx="231457" cy="368617"/>
            </a:xfrm>
            <a:custGeom>
              <a:avLst/>
              <a:gdLst>
                <a:gd name="connsiteX0" fmla="*/ 231457 w 231457"/>
                <a:gd name="connsiteY0" fmla="*/ 60007 h 368617"/>
                <a:gd name="connsiteX1" fmla="*/ 65722 w 231457"/>
                <a:gd name="connsiteY1" fmla="*/ 60007 h 368617"/>
                <a:gd name="connsiteX2" fmla="*/ 65722 w 231457"/>
                <a:gd name="connsiteY2" fmla="*/ 151447 h 368617"/>
                <a:gd name="connsiteX3" fmla="*/ 189547 w 231457"/>
                <a:gd name="connsiteY3" fmla="*/ 151447 h 368617"/>
                <a:gd name="connsiteX4" fmla="*/ 189547 w 231457"/>
                <a:gd name="connsiteY4" fmla="*/ 211455 h 368617"/>
                <a:gd name="connsiteX5" fmla="*/ 65722 w 231457"/>
                <a:gd name="connsiteY5" fmla="*/ 211455 h 368617"/>
                <a:gd name="connsiteX6" fmla="*/ 65722 w 231457"/>
                <a:gd name="connsiteY6" fmla="*/ 368617 h 368617"/>
                <a:gd name="connsiteX7" fmla="*/ 0 w 231457"/>
                <a:gd name="connsiteY7" fmla="*/ 368617 h 368617"/>
                <a:gd name="connsiteX8" fmla="*/ 0 w 231457"/>
                <a:gd name="connsiteY8" fmla="*/ 0 h 368617"/>
                <a:gd name="connsiteX9" fmla="*/ 231457 w 231457"/>
                <a:gd name="connsiteY9" fmla="*/ 0 h 368617"/>
                <a:gd name="connsiteX10" fmla="*/ 231457 w 231457"/>
                <a:gd name="connsiteY10" fmla="*/ 60007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1457" h="36861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4" name="Freihandform: Form 183">
              <a:extLst>
                <a:ext uri="{FF2B5EF4-FFF2-40B4-BE49-F238E27FC236}">
                  <a16:creationId xmlns:a16="http://schemas.microsoft.com/office/drawing/2014/main" id="{9A1255C6-12A9-459B-843F-7294ADDC1C1B}"/>
                </a:ext>
              </a:extLst>
            </p:cNvPr>
            <p:cNvSpPr/>
            <p:nvPr/>
          </p:nvSpPr>
          <p:spPr>
            <a:xfrm>
              <a:off x="5373052" y="3217544"/>
              <a:ext cx="226694" cy="279082"/>
            </a:xfrm>
            <a:custGeom>
              <a:avLst/>
              <a:gdLst>
                <a:gd name="connsiteX0" fmla="*/ 115253 w 226694"/>
                <a:gd name="connsiteY0" fmla="*/ 107633 h 279082"/>
                <a:gd name="connsiteX1" fmla="*/ 165735 w 226694"/>
                <a:gd name="connsiteY1" fmla="*/ 113347 h 279082"/>
                <a:gd name="connsiteX2" fmla="*/ 165735 w 226694"/>
                <a:gd name="connsiteY2" fmla="*/ 103822 h 279082"/>
                <a:gd name="connsiteX3" fmla="*/ 106680 w 226694"/>
                <a:gd name="connsiteY3" fmla="*/ 52388 h 279082"/>
                <a:gd name="connsiteX4" fmla="*/ 39053 w 226694"/>
                <a:gd name="connsiteY4" fmla="*/ 67627 h 279082"/>
                <a:gd name="connsiteX5" fmla="*/ 25717 w 226694"/>
                <a:gd name="connsiteY5" fmla="*/ 15240 h 279082"/>
                <a:gd name="connsiteX6" fmla="*/ 113347 w 226694"/>
                <a:gd name="connsiteY6" fmla="*/ 0 h 279082"/>
                <a:gd name="connsiteX7" fmla="*/ 226695 w 226694"/>
                <a:gd name="connsiteY7" fmla="*/ 102870 h 279082"/>
                <a:gd name="connsiteX8" fmla="*/ 226695 w 226694"/>
                <a:gd name="connsiteY8" fmla="*/ 273367 h 279082"/>
                <a:gd name="connsiteX9" fmla="*/ 167640 w 226694"/>
                <a:gd name="connsiteY9" fmla="*/ 273367 h 279082"/>
                <a:gd name="connsiteX10" fmla="*/ 167640 w 226694"/>
                <a:gd name="connsiteY10" fmla="*/ 244792 h 279082"/>
                <a:gd name="connsiteX11" fmla="*/ 165735 w 226694"/>
                <a:gd name="connsiteY11" fmla="*/ 244792 h 279082"/>
                <a:gd name="connsiteX12" fmla="*/ 87630 w 226694"/>
                <a:gd name="connsiteY12" fmla="*/ 279083 h 279082"/>
                <a:gd name="connsiteX13" fmla="*/ 0 w 226694"/>
                <a:gd name="connsiteY13" fmla="*/ 194310 h 279082"/>
                <a:gd name="connsiteX14" fmla="*/ 115253 w 226694"/>
                <a:gd name="connsiteY14" fmla="*/ 107633 h 279082"/>
                <a:gd name="connsiteX15" fmla="*/ 104775 w 226694"/>
                <a:gd name="connsiteY15" fmla="*/ 232410 h 279082"/>
                <a:gd name="connsiteX16" fmla="*/ 165735 w 226694"/>
                <a:gd name="connsiteY16" fmla="*/ 200025 h 279082"/>
                <a:gd name="connsiteX17" fmla="*/ 165735 w 226694"/>
                <a:gd name="connsiteY17" fmla="*/ 153352 h 279082"/>
                <a:gd name="connsiteX18" fmla="*/ 121920 w 226694"/>
                <a:gd name="connsiteY18" fmla="*/ 148590 h 279082"/>
                <a:gd name="connsiteX19" fmla="*/ 60007 w 226694"/>
                <a:gd name="connsiteY19" fmla="*/ 192405 h 279082"/>
                <a:gd name="connsiteX20" fmla="*/ 104775 w 226694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6694" h="279082">
                  <a:moveTo>
                    <a:pt x="115253" y="107633"/>
                  </a:moveTo>
                  <a:cubicBezTo>
                    <a:pt x="132397" y="107633"/>
                    <a:pt x="148590" y="108585"/>
                    <a:pt x="165735" y="113347"/>
                  </a:cubicBezTo>
                  <a:lnTo>
                    <a:pt x="165735" y="103822"/>
                  </a:lnTo>
                  <a:cubicBezTo>
                    <a:pt x="165735" y="69532"/>
                    <a:pt x="145732" y="52388"/>
                    <a:pt x="106680" y="52388"/>
                  </a:cubicBezTo>
                  <a:cubicBezTo>
                    <a:pt x="84772" y="52388"/>
                    <a:pt x="60960" y="57150"/>
                    <a:pt x="39053" y="67627"/>
                  </a:cubicBezTo>
                  <a:lnTo>
                    <a:pt x="25717" y="15240"/>
                  </a:lnTo>
                  <a:cubicBezTo>
                    <a:pt x="50482" y="5715"/>
                    <a:pt x="82867" y="0"/>
                    <a:pt x="113347" y="0"/>
                  </a:cubicBezTo>
                  <a:cubicBezTo>
                    <a:pt x="188595" y="0"/>
                    <a:pt x="226695" y="35242"/>
                    <a:pt x="226695" y="102870"/>
                  </a:cubicBezTo>
                  <a:lnTo>
                    <a:pt x="226695" y="273367"/>
                  </a:lnTo>
                  <a:lnTo>
                    <a:pt x="167640" y="273367"/>
                  </a:lnTo>
                  <a:lnTo>
                    <a:pt x="167640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5253" y="107633"/>
                  </a:cubicBezTo>
                  <a:close/>
                  <a:moveTo>
                    <a:pt x="104775" y="232410"/>
                  </a:moveTo>
                  <a:cubicBezTo>
                    <a:pt x="127635" y="232410"/>
                    <a:pt x="148590" y="220980"/>
                    <a:pt x="165735" y="200025"/>
                  </a:cubicBezTo>
                  <a:lnTo>
                    <a:pt x="165735" y="153352"/>
                  </a:lnTo>
                  <a:cubicBezTo>
                    <a:pt x="151447" y="149542"/>
                    <a:pt x="136207" y="148590"/>
                    <a:pt x="121920" y="148590"/>
                  </a:cubicBezTo>
                  <a:cubicBezTo>
                    <a:pt x="82867" y="148590"/>
                    <a:pt x="60007" y="163830"/>
                    <a:pt x="60007" y="192405"/>
                  </a:cubicBezTo>
                  <a:cubicBezTo>
                    <a:pt x="60007" y="217170"/>
                    <a:pt x="77153" y="232410"/>
                    <a:pt x="104775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5" name="Freihandform: Form 184">
              <a:extLst>
                <a:ext uri="{FF2B5EF4-FFF2-40B4-BE49-F238E27FC236}">
                  <a16:creationId xmlns:a16="http://schemas.microsoft.com/office/drawing/2014/main" id="{BD88DE7C-655E-4731-99FA-B7E34983ECB8}"/>
                </a:ext>
              </a:extLst>
            </p:cNvPr>
            <p:cNvSpPr/>
            <p:nvPr/>
          </p:nvSpPr>
          <p:spPr>
            <a:xfrm>
              <a:off x="5678804" y="3101339"/>
              <a:ext cx="234314" cy="389572"/>
            </a:xfrm>
            <a:custGeom>
              <a:avLst/>
              <a:gdLst>
                <a:gd name="connsiteX0" fmla="*/ 0 w 234314"/>
                <a:gd name="connsiteY0" fmla="*/ 15240 h 389572"/>
                <a:gd name="connsiteX1" fmla="*/ 61913 w 234314"/>
                <a:gd name="connsiteY1" fmla="*/ 0 h 389572"/>
                <a:gd name="connsiteX2" fmla="*/ 61913 w 234314"/>
                <a:gd name="connsiteY2" fmla="*/ 234315 h 389572"/>
                <a:gd name="connsiteX3" fmla="*/ 62865 w 234314"/>
                <a:gd name="connsiteY3" fmla="*/ 234315 h 389572"/>
                <a:gd name="connsiteX4" fmla="*/ 150495 w 234314"/>
                <a:gd name="connsiteY4" fmla="*/ 122873 h 389572"/>
                <a:gd name="connsiteX5" fmla="*/ 224790 w 234314"/>
                <a:gd name="connsiteY5" fmla="*/ 122873 h 389572"/>
                <a:gd name="connsiteX6" fmla="*/ 137160 w 234314"/>
                <a:gd name="connsiteY6" fmla="*/ 227648 h 389572"/>
                <a:gd name="connsiteX7" fmla="*/ 234315 w 234314"/>
                <a:gd name="connsiteY7" fmla="*/ 389573 h 389572"/>
                <a:gd name="connsiteX8" fmla="*/ 160020 w 234314"/>
                <a:gd name="connsiteY8" fmla="*/ 389573 h 389572"/>
                <a:gd name="connsiteX9" fmla="*/ 93345 w 234314"/>
                <a:gd name="connsiteY9" fmla="*/ 274320 h 389572"/>
                <a:gd name="connsiteX10" fmla="*/ 62865 w 234314"/>
                <a:gd name="connsiteY10" fmla="*/ 308610 h 389572"/>
                <a:gd name="connsiteX11" fmla="*/ 62865 w 234314"/>
                <a:gd name="connsiteY11" fmla="*/ 389573 h 389572"/>
                <a:gd name="connsiteX12" fmla="*/ 952 w 234314"/>
                <a:gd name="connsiteY12" fmla="*/ 389573 h 389572"/>
                <a:gd name="connsiteX13" fmla="*/ 952 w 234314"/>
                <a:gd name="connsiteY13" fmla="*/ 1524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4314" h="389572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6" name="Freihandform: Form 185">
              <a:extLst>
                <a:ext uri="{FF2B5EF4-FFF2-40B4-BE49-F238E27FC236}">
                  <a16:creationId xmlns:a16="http://schemas.microsoft.com/office/drawing/2014/main" id="{F31C4EAF-8B93-4132-872E-D12B732A4099}"/>
                </a:ext>
              </a:extLst>
            </p:cNvPr>
            <p:cNvSpPr/>
            <p:nvPr/>
          </p:nvSpPr>
          <p:spPr>
            <a:xfrm>
              <a:off x="5958839" y="3224212"/>
              <a:ext cx="229552" cy="273367"/>
            </a:xfrm>
            <a:custGeom>
              <a:avLst/>
              <a:gdLst>
                <a:gd name="connsiteX0" fmla="*/ 62865 w 229552"/>
                <a:gd name="connsiteY0" fmla="*/ 160020 h 273367"/>
                <a:gd name="connsiteX1" fmla="*/ 116205 w 229552"/>
                <a:gd name="connsiteY1" fmla="*/ 216217 h 273367"/>
                <a:gd name="connsiteX2" fmla="*/ 167640 w 229552"/>
                <a:gd name="connsiteY2" fmla="*/ 160020 h 273367"/>
                <a:gd name="connsiteX3" fmla="*/ 167640 w 229552"/>
                <a:gd name="connsiteY3" fmla="*/ 0 h 273367"/>
                <a:gd name="connsiteX4" fmla="*/ 229553 w 229552"/>
                <a:gd name="connsiteY4" fmla="*/ 0 h 273367"/>
                <a:gd name="connsiteX5" fmla="*/ 229553 w 229552"/>
                <a:gd name="connsiteY5" fmla="*/ 161925 h 273367"/>
                <a:gd name="connsiteX6" fmla="*/ 117157 w 229552"/>
                <a:gd name="connsiteY6" fmla="*/ 273367 h 273367"/>
                <a:gd name="connsiteX7" fmla="*/ 0 w 229552"/>
                <a:gd name="connsiteY7" fmla="*/ 162878 h 273367"/>
                <a:gd name="connsiteX8" fmla="*/ 0 w 229552"/>
                <a:gd name="connsiteY8" fmla="*/ 952 h 273367"/>
                <a:gd name="connsiteX9" fmla="*/ 61913 w 229552"/>
                <a:gd name="connsiteY9" fmla="*/ 952 h 273367"/>
                <a:gd name="connsiteX10" fmla="*/ 61913 w 229552"/>
                <a:gd name="connsiteY10" fmla="*/ 160020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9552" h="273367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7" name="Freihandform: Form 186">
              <a:extLst>
                <a:ext uri="{FF2B5EF4-FFF2-40B4-BE49-F238E27FC236}">
                  <a16:creationId xmlns:a16="http://schemas.microsoft.com/office/drawing/2014/main" id="{02DF8183-C86A-43FA-8D36-ACC72C3197B3}"/>
                </a:ext>
              </a:extLst>
            </p:cNvPr>
            <p:cNvSpPr/>
            <p:nvPr/>
          </p:nvSpPr>
          <p:spPr>
            <a:xfrm>
              <a:off x="6268402" y="3100387"/>
              <a:ext cx="61912" cy="389572"/>
            </a:xfrm>
            <a:custGeom>
              <a:avLst/>
              <a:gdLst>
                <a:gd name="connsiteX0" fmla="*/ 61913 w 61912"/>
                <a:gd name="connsiteY0" fmla="*/ 389572 h 389572"/>
                <a:gd name="connsiteX1" fmla="*/ 0 w 61912"/>
                <a:gd name="connsiteY1" fmla="*/ 389572 h 389572"/>
                <a:gd name="connsiteX2" fmla="*/ 0 w 61912"/>
                <a:gd name="connsiteY2" fmla="*/ 14288 h 389572"/>
                <a:gd name="connsiteX3" fmla="*/ 61913 w 61912"/>
                <a:gd name="connsiteY3" fmla="*/ 0 h 389572"/>
                <a:gd name="connsiteX4" fmla="*/ 61913 w 61912"/>
                <a:gd name="connsiteY4" fmla="*/ 389572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957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8" name="Freihandform: Form 187">
              <a:extLst>
                <a:ext uri="{FF2B5EF4-FFF2-40B4-BE49-F238E27FC236}">
                  <a16:creationId xmlns:a16="http://schemas.microsoft.com/office/drawing/2014/main" id="{E6503672-A51F-4F6C-A4CF-65F4050E558B}"/>
                </a:ext>
              </a:extLst>
            </p:cNvPr>
            <p:cNvSpPr/>
            <p:nvPr/>
          </p:nvSpPr>
          <p:spPr>
            <a:xfrm>
              <a:off x="6385559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8 w 165734"/>
                <a:gd name="connsiteY3" fmla="*/ 282892 h 358140"/>
                <a:gd name="connsiteX4" fmla="*/ 40958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8 w 165734"/>
                <a:gd name="connsiteY9" fmla="*/ 0 h 358140"/>
                <a:gd name="connsiteX10" fmla="*/ 101918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8 w 165734"/>
                <a:gd name="connsiteY13" fmla="*/ 138113 h 358140"/>
                <a:gd name="connsiteX14" fmla="*/ 101918 w 165734"/>
                <a:gd name="connsiteY14" fmla="*/ 269558 h 358140"/>
                <a:gd name="connsiteX15" fmla="*/ 130493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2" y="303847"/>
                    <a:pt x="155258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9" name="Freihandform: Form 188">
              <a:extLst>
                <a:ext uri="{FF2B5EF4-FFF2-40B4-BE49-F238E27FC236}">
                  <a16:creationId xmlns:a16="http://schemas.microsoft.com/office/drawing/2014/main" id="{96BAB337-D064-4F11-8A5E-31DBC2E4704B}"/>
                </a:ext>
              </a:extLst>
            </p:cNvPr>
            <p:cNvSpPr/>
            <p:nvPr/>
          </p:nvSpPr>
          <p:spPr>
            <a:xfrm>
              <a:off x="6599871" y="3109912"/>
              <a:ext cx="225742" cy="386715"/>
            </a:xfrm>
            <a:custGeom>
              <a:avLst/>
              <a:gdLst>
                <a:gd name="connsiteX0" fmla="*/ 114300 w 225742"/>
                <a:gd name="connsiteY0" fmla="*/ 215265 h 386715"/>
                <a:gd name="connsiteX1" fmla="*/ 164783 w 225742"/>
                <a:gd name="connsiteY1" fmla="*/ 220980 h 386715"/>
                <a:gd name="connsiteX2" fmla="*/ 164783 w 225742"/>
                <a:gd name="connsiteY2" fmla="*/ 211455 h 386715"/>
                <a:gd name="connsiteX3" fmla="*/ 105728 w 225742"/>
                <a:gd name="connsiteY3" fmla="*/ 160020 h 386715"/>
                <a:gd name="connsiteX4" fmla="*/ 38100 w 225742"/>
                <a:gd name="connsiteY4" fmla="*/ 175260 h 386715"/>
                <a:gd name="connsiteX5" fmla="*/ 24765 w 225742"/>
                <a:gd name="connsiteY5" fmla="*/ 122873 h 386715"/>
                <a:gd name="connsiteX6" fmla="*/ 112395 w 225742"/>
                <a:gd name="connsiteY6" fmla="*/ 107633 h 386715"/>
                <a:gd name="connsiteX7" fmla="*/ 225742 w 225742"/>
                <a:gd name="connsiteY7" fmla="*/ 210503 h 386715"/>
                <a:gd name="connsiteX8" fmla="*/ 225742 w 225742"/>
                <a:gd name="connsiteY8" fmla="*/ 381000 h 386715"/>
                <a:gd name="connsiteX9" fmla="*/ 166688 w 225742"/>
                <a:gd name="connsiteY9" fmla="*/ 381000 h 386715"/>
                <a:gd name="connsiteX10" fmla="*/ 166688 w 225742"/>
                <a:gd name="connsiteY10" fmla="*/ 352425 h 386715"/>
                <a:gd name="connsiteX11" fmla="*/ 165735 w 225742"/>
                <a:gd name="connsiteY11" fmla="*/ 352425 h 386715"/>
                <a:gd name="connsiteX12" fmla="*/ 87630 w 225742"/>
                <a:gd name="connsiteY12" fmla="*/ 386715 h 386715"/>
                <a:gd name="connsiteX13" fmla="*/ 0 w 225742"/>
                <a:gd name="connsiteY13" fmla="*/ 301942 h 386715"/>
                <a:gd name="connsiteX14" fmla="*/ 114300 w 225742"/>
                <a:gd name="connsiteY14" fmla="*/ 215265 h 386715"/>
                <a:gd name="connsiteX15" fmla="*/ 63817 w 225742"/>
                <a:gd name="connsiteY15" fmla="*/ 72390 h 386715"/>
                <a:gd name="connsiteX16" fmla="*/ 26670 w 225742"/>
                <a:gd name="connsiteY16" fmla="*/ 36195 h 386715"/>
                <a:gd name="connsiteX17" fmla="*/ 63817 w 225742"/>
                <a:gd name="connsiteY17" fmla="*/ 0 h 386715"/>
                <a:gd name="connsiteX18" fmla="*/ 100965 w 225742"/>
                <a:gd name="connsiteY18" fmla="*/ 36195 h 386715"/>
                <a:gd name="connsiteX19" fmla="*/ 63817 w 225742"/>
                <a:gd name="connsiteY19" fmla="*/ 72390 h 386715"/>
                <a:gd name="connsiteX20" fmla="*/ 103822 w 225742"/>
                <a:gd name="connsiteY20" fmla="*/ 340042 h 386715"/>
                <a:gd name="connsiteX21" fmla="*/ 164783 w 225742"/>
                <a:gd name="connsiteY21" fmla="*/ 307658 h 386715"/>
                <a:gd name="connsiteX22" fmla="*/ 164783 w 225742"/>
                <a:gd name="connsiteY22" fmla="*/ 260985 h 386715"/>
                <a:gd name="connsiteX23" fmla="*/ 120967 w 225742"/>
                <a:gd name="connsiteY23" fmla="*/ 256222 h 386715"/>
                <a:gd name="connsiteX24" fmla="*/ 59055 w 225742"/>
                <a:gd name="connsiteY24" fmla="*/ 300038 h 386715"/>
                <a:gd name="connsiteX25" fmla="*/ 103822 w 225742"/>
                <a:gd name="connsiteY25" fmla="*/ 340042 h 386715"/>
                <a:gd name="connsiteX26" fmla="*/ 172403 w 225742"/>
                <a:gd name="connsiteY26" fmla="*/ 72390 h 386715"/>
                <a:gd name="connsiteX27" fmla="*/ 135255 w 225742"/>
                <a:gd name="connsiteY27" fmla="*/ 36195 h 386715"/>
                <a:gd name="connsiteX28" fmla="*/ 172403 w 225742"/>
                <a:gd name="connsiteY28" fmla="*/ 0 h 386715"/>
                <a:gd name="connsiteX29" fmla="*/ 209550 w 225742"/>
                <a:gd name="connsiteY29" fmla="*/ 36195 h 386715"/>
                <a:gd name="connsiteX30" fmla="*/ 172403 w 225742"/>
                <a:gd name="connsiteY30" fmla="*/ 72390 h 386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5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0" name="Freihandform: Form 189">
              <a:extLst>
                <a:ext uri="{FF2B5EF4-FFF2-40B4-BE49-F238E27FC236}">
                  <a16:creationId xmlns:a16="http://schemas.microsoft.com/office/drawing/2014/main" id="{1AE128CD-EB21-4D9D-BBA0-37A4055A2285}"/>
                </a:ext>
              </a:extLst>
            </p:cNvPr>
            <p:cNvSpPr/>
            <p:nvPr/>
          </p:nvSpPr>
          <p:spPr>
            <a:xfrm>
              <a:off x="6874192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8 w 165734"/>
                <a:gd name="connsiteY9" fmla="*/ 0 h 358140"/>
                <a:gd name="connsiteX10" fmla="*/ 101918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2870 w 165734"/>
                <a:gd name="connsiteY13" fmla="*/ 138113 h 358140"/>
                <a:gd name="connsiteX14" fmla="*/ 102870 w 165734"/>
                <a:gd name="connsiteY14" fmla="*/ 269558 h 358140"/>
                <a:gd name="connsiteX15" fmla="*/ 131445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2870" y="138113"/>
                  </a:lnTo>
                  <a:lnTo>
                    <a:pt x="102870" y="269558"/>
                  </a:lnTo>
                  <a:cubicBezTo>
                    <a:pt x="102870" y="294322"/>
                    <a:pt x="111443" y="304800"/>
                    <a:pt x="131445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923606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D2C6F2-BFE9-4DA1-8335-8212BBEBDEDB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BF8056C4-F1A1-4860-B863-70A38CCE20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8060" y="235471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A4B92765-C038-4DB7-B6CF-33827BB8741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8318" y="235471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02 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B48DD939-0764-4598-B8A8-5EF7FD589A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8060" y="452537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0169AC75-2D8F-414A-A2F5-470DEC8B533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18" y="452537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05 </a:t>
            </a:r>
          </a:p>
        </p:txBody>
      </p:sp>
      <p:sp>
        <p:nvSpPr>
          <p:cNvPr id="17" name="Textplatzhalter 6">
            <a:extLst>
              <a:ext uri="{FF2B5EF4-FFF2-40B4-BE49-F238E27FC236}">
                <a16:creationId xmlns:a16="http://schemas.microsoft.com/office/drawing/2014/main" id="{78F9E3F2-C660-4ABB-83AF-3F5B3E2F77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8060" y="307826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CAB2683D-D5E7-45B9-9133-F4CFD483FA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8318" y="307826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03 </a:t>
            </a:r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952E3AD3-9675-4713-A437-FEFA1B54002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48060" y="380182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1" name="Textplatzhalter 6">
            <a:extLst>
              <a:ext uri="{FF2B5EF4-FFF2-40B4-BE49-F238E27FC236}">
                <a16:creationId xmlns:a16="http://schemas.microsoft.com/office/drawing/2014/main" id="{1852432A-5FDF-42C2-BC07-F1752012B84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8318" y="380182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04 </a:t>
            </a:r>
          </a:p>
        </p:txBody>
      </p:sp>
      <p:sp>
        <p:nvSpPr>
          <p:cNvPr id="24" name="Textplatzhalter 6">
            <a:extLst>
              <a:ext uri="{FF2B5EF4-FFF2-40B4-BE49-F238E27FC236}">
                <a16:creationId xmlns:a16="http://schemas.microsoft.com/office/drawing/2014/main" id="{B2468A8B-4816-458C-AEB6-53AB9CF88AF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8060" y="5248930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5" name="Textplatzhalter 6">
            <a:extLst>
              <a:ext uri="{FF2B5EF4-FFF2-40B4-BE49-F238E27FC236}">
                <a16:creationId xmlns:a16="http://schemas.microsoft.com/office/drawing/2014/main" id="{F92C0AC2-BCD1-47F5-99DB-35823E79AB9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8318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06 </a:t>
            </a:r>
          </a:p>
        </p:txBody>
      </p:sp>
      <p:sp>
        <p:nvSpPr>
          <p:cNvPr id="26" name="Textplatzhalter 6">
            <a:extLst>
              <a:ext uri="{FF2B5EF4-FFF2-40B4-BE49-F238E27FC236}">
                <a16:creationId xmlns:a16="http://schemas.microsoft.com/office/drawing/2014/main" id="{6E5C8951-ED83-4B8D-A041-11DC6291DD8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636190" y="1632184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27" name="Textplatzhalter 6">
            <a:extLst>
              <a:ext uri="{FF2B5EF4-FFF2-40B4-BE49-F238E27FC236}">
                <a16:creationId xmlns:a16="http://schemas.microsoft.com/office/drawing/2014/main" id="{7D6B79FA-8C76-4CA9-AF55-F7541503ECB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06332" y="1632184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07 </a:t>
            </a:r>
          </a:p>
        </p:txBody>
      </p:sp>
      <p:sp>
        <p:nvSpPr>
          <p:cNvPr id="28" name="Textplatzhalter 6">
            <a:extLst>
              <a:ext uri="{FF2B5EF4-FFF2-40B4-BE49-F238E27FC236}">
                <a16:creationId xmlns:a16="http://schemas.microsoft.com/office/drawing/2014/main" id="{89249A36-CB58-4007-8E81-30FA75194BA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36190" y="2355533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29" name="Textplatzhalter 6">
            <a:extLst>
              <a:ext uri="{FF2B5EF4-FFF2-40B4-BE49-F238E27FC236}">
                <a16:creationId xmlns:a16="http://schemas.microsoft.com/office/drawing/2014/main" id="{953A9A61-99D0-44B5-89EB-1D1035F914B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06332" y="2355533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08 </a:t>
            </a:r>
          </a:p>
        </p:txBody>
      </p:sp>
      <p:sp>
        <p:nvSpPr>
          <p:cNvPr id="30" name="Textplatzhalter 6">
            <a:extLst>
              <a:ext uri="{FF2B5EF4-FFF2-40B4-BE49-F238E27FC236}">
                <a16:creationId xmlns:a16="http://schemas.microsoft.com/office/drawing/2014/main" id="{E80B7F99-D2A6-486E-BB92-8192AB563EF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636190" y="4525580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1" name="Textplatzhalter 6">
            <a:extLst>
              <a:ext uri="{FF2B5EF4-FFF2-40B4-BE49-F238E27FC236}">
                <a16:creationId xmlns:a16="http://schemas.microsoft.com/office/drawing/2014/main" id="{C08D70F6-D151-42E1-8F5E-DD5ADD0927D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206332" y="4525580"/>
            <a:ext cx="30784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11 </a:t>
            </a:r>
          </a:p>
        </p:txBody>
      </p:sp>
      <p:sp>
        <p:nvSpPr>
          <p:cNvPr id="32" name="Textplatzhalter 6">
            <a:extLst>
              <a:ext uri="{FF2B5EF4-FFF2-40B4-BE49-F238E27FC236}">
                <a16:creationId xmlns:a16="http://schemas.microsoft.com/office/drawing/2014/main" id="{34991AD2-EBFD-4358-9611-2BE7F693C7F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636190" y="3078882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3" name="Textplatzhalter 6">
            <a:extLst>
              <a:ext uri="{FF2B5EF4-FFF2-40B4-BE49-F238E27FC236}">
                <a16:creationId xmlns:a16="http://schemas.microsoft.com/office/drawing/2014/main" id="{E6132B6E-46AD-4F19-ACEF-FC5E2EBEEE7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06332" y="3078882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09 </a:t>
            </a:r>
          </a:p>
        </p:txBody>
      </p:sp>
      <p:sp>
        <p:nvSpPr>
          <p:cNvPr id="34" name="Textplatzhalter 6">
            <a:extLst>
              <a:ext uri="{FF2B5EF4-FFF2-40B4-BE49-F238E27FC236}">
                <a16:creationId xmlns:a16="http://schemas.microsoft.com/office/drawing/2014/main" id="{5B29B58B-9C14-4145-95A8-C62AC51F1A6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36190" y="3802231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5" name="Textplatzhalter 6">
            <a:extLst>
              <a:ext uri="{FF2B5EF4-FFF2-40B4-BE49-F238E27FC236}">
                <a16:creationId xmlns:a16="http://schemas.microsoft.com/office/drawing/2014/main" id="{5E6DB4F9-1F61-4B1E-8694-CF32F6ABEB8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6332" y="380223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10 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F139CCA6-FA40-4FAD-991E-8F0D932F40B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636190" y="5248930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7" name="Textplatzhalter 6">
            <a:extLst>
              <a:ext uri="{FF2B5EF4-FFF2-40B4-BE49-F238E27FC236}">
                <a16:creationId xmlns:a16="http://schemas.microsoft.com/office/drawing/2014/main" id="{4ABC58A4-2FF6-4DD6-B7CE-07D57A9854B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06332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12 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83D1D4D-3108-48AF-9002-E2787CA11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332399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8" name="Textplatzhalter 9">
            <a:extLst>
              <a:ext uri="{FF2B5EF4-FFF2-40B4-BE49-F238E27FC236}">
                <a16:creationId xmlns:a16="http://schemas.microsoft.com/office/drawing/2014/main" id="{37A4DE60-6537-42AA-B80E-663634EF66B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9" name="Textplatzhalter 6">
            <a:extLst>
              <a:ext uri="{FF2B5EF4-FFF2-40B4-BE49-F238E27FC236}">
                <a16:creationId xmlns:a16="http://schemas.microsoft.com/office/drawing/2014/main" id="{D6F3326C-A71E-4096-84A9-CBF2623C8C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8060" y="163115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40" name="Textplatzhalter 6">
            <a:extLst>
              <a:ext uri="{FF2B5EF4-FFF2-40B4-BE49-F238E27FC236}">
                <a16:creationId xmlns:a16="http://schemas.microsoft.com/office/drawing/2014/main" id="{E6C7796D-6ED1-4B91-AD58-8FB5EA6F6F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18" y="163115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01 </a:t>
            </a:r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86D31599-AF4C-4469-80F6-AA369A20BF0B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</p:spTree>
    <p:extLst>
      <p:ext uri="{BB962C8B-B14F-4D97-AF65-F5344CB8AC3E}">
        <p14:creationId xmlns:p14="http://schemas.microsoft.com/office/powerpoint/2010/main" val="1651016721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|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0691-36C4-442B-801E-F5F906A331D4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39" name="Bildplatzhalter 8">
            <a:extLst>
              <a:ext uri="{FF2B5EF4-FFF2-40B4-BE49-F238E27FC236}">
                <a16:creationId xmlns:a16="http://schemas.microsoft.com/office/drawing/2014/main" id="{C307E1A8-BB91-4A01-9481-49FD8B5663F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206329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40" name="Textplatzhalter 10">
            <a:extLst>
              <a:ext uri="{FF2B5EF4-FFF2-40B4-BE49-F238E27FC236}">
                <a16:creationId xmlns:a16="http://schemas.microsoft.com/office/drawing/2014/main" id="{7ADEC47A-086D-40D0-ACA4-69135933812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06329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Textplatzhalter 6">
            <a:extLst>
              <a:ext uri="{FF2B5EF4-FFF2-40B4-BE49-F238E27FC236}">
                <a16:creationId xmlns:a16="http://schemas.microsoft.com/office/drawing/2014/main" id="{814385D7-3CBE-40E3-B67F-C8C515F3C0E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8060" y="235471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6" name="Textplatzhalter 6">
            <a:extLst>
              <a:ext uri="{FF2B5EF4-FFF2-40B4-BE49-F238E27FC236}">
                <a16:creationId xmlns:a16="http://schemas.microsoft.com/office/drawing/2014/main" id="{BF0108A6-83E5-4EB1-9FFE-599D1B8CC3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8318" y="235471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02 </a:t>
            </a:r>
          </a:p>
        </p:txBody>
      </p:sp>
      <p:sp>
        <p:nvSpPr>
          <p:cNvPr id="27" name="Textplatzhalter 6">
            <a:extLst>
              <a:ext uri="{FF2B5EF4-FFF2-40B4-BE49-F238E27FC236}">
                <a16:creationId xmlns:a16="http://schemas.microsoft.com/office/drawing/2014/main" id="{267C2477-3228-475F-AFD7-A441A08AAE5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8060" y="452537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8" name="Textplatzhalter 6">
            <a:extLst>
              <a:ext uri="{FF2B5EF4-FFF2-40B4-BE49-F238E27FC236}">
                <a16:creationId xmlns:a16="http://schemas.microsoft.com/office/drawing/2014/main" id="{372EDABB-0CB3-495E-B38E-EBB187C3F00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18" y="452537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05 </a:t>
            </a:r>
          </a:p>
        </p:txBody>
      </p:sp>
      <p:sp>
        <p:nvSpPr>
          <p:cNvPr id="29" name="Textplatzhalter 6">
            <a:extLst>
              <a:ext uri="{FF2B5EF4-FFF2-40B4-BE49-F238E27FC236}">
                <a16:creationId xmlns:a16="http://schemas.microsoft.com/office/drawing/2014/main" id="{F8DE391A-D3CD-46A0-9DA6-BE18B632C97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8060" y="307826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0" name="Textplatzhalter 6">
            <a:extLst>
              <a:ext uri="{FF2B5EF4-FFF2-40B4-BE49-F238E27FC236}">
                <a16:creationId xmlns:a16="http://schemas.microsoft.com/office/drawing/2014/main" id="{6D22FFA5-3E37-4F35-A696-49186B6B111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8318" y="307826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03 </a:t>
            </a:r>
          </a:p>
        </p:txBody>
      </p:sp>
      <p:sp>
        <p:nvSpPr>
          <p:cNvPr id="31" name="Textplatzhalter 6">
            <a:extLst>
              <a:ext uri="{FF2B5EF4-FFF2-40B4-BE49-F238E27FC236}">
                <a16:creationId xmlns:a16="http://schemas.microsoft.com/office/drawing/2014/main" id="{BFD50D54-7BD1-4F76-8C9C-C2D77E59243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48060" y="380182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2" name="Textplatzhalter 6">
            <a:extLst>
              <a:ext uri="{FF2B5EF4-FFF2-40B4-BE49-F238E27FC236}">
                <a16:creationId xmlns:a16="http://schemas.microsoft.com/office/drawing/2014/main" id="{1CB17604-E112-4197-B54C-292891529DF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8318" y="380182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04 </a:t>
            </a:r>
          </a:p>
        </p:txBody>
      </p:sp>
      <p:sp>
        <p:nvSpPr>
          <p:cNvPr id="33" name="Textplatzhalter 6">
            <a:extLst>
              <a:ext uri="{FF2B5EF4-FFF2-40B4-BE49-F238E27FC236}">
                <a16:creationId xmlns:a16="http://schemas.microsoft.com/office/drawing/2014/main" id="{D30B4D90-1B5E-403E-AD31-C3200403209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8060" y="5248930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4" name="Textplatzhalter 6">
            <a:extLst>
              <a:ext uri="{FF2B5EF4-FFF2-40B4-BE49-F238E27FC236}">
                <a16:creationId xmlns:a16="http://schemas.microsoft.com/office/drawing/2014/main" id="{72B1944A-640B-4200-A785-CFA163F7181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8318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06 </a:t>
            </a:r>
          </a:p>
        </p:txBody>
      </p:sp>
      <p:sp>
        <p:nvSpPr>
          <p:cNvPr id="35" name="Textplatzhalter 6">
            <a:extLst>
              <a:ext uri="{FF2B5EF4-FFF2-40B4-BE49-F238E27FC236}">
                <a16:creationId xmlns:a16="http://schemas.microsoft.com/office/drawing/2014/main" id="{5ECB7BBA-6A53-45DD-882E-1DF6A99780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8060" y="163115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FE56B6C1-047C-44D7-B1DD-8B723581E0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18" y="163115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01 </a:t>
            </a:r>
          </a:p>
        </p:txBody>
      </p:sp>
      <p:sp>
        <p:nvSpPr>
          <p:cNvPr id="21" name="Bildplatzhalter 6">
            <a:extLst>
              <a:ext uri="{FF2B5EF4-FFF2-40B4-BE49-F238E27FC236}">
                <a16:creationId xmlns:a16="http://schemas.microsoft.com/office/drawing/2014/main" id="{8F4DFED6-EBAA-4D0C-A5C6-CD2902883FB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65D3C98-AF8F-400F-858D-1D6CD4B95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24" name="Textplatzhalter 9">
            <a:extLst>
              <a:ext uri="{FF2B5EF4-FFF2-40B4-BE49-F238E27FC236}">
                <a16:creationId xmlns:a16="http://schemas.microsoft.com/office/drawing/2014/main" id="{E94ED47E-AE0F-46CF-A861-AA42DCC1736C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451590938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trenn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318" y="2875002"/>
            <a:ext cx="11157743" cy="1107996"/>
          </a:xfrm>
        </p:spPr>
        <p:txBody>
          <a:bodyPr anchor="ctr" anchorCtr="0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Kapiteltrenner</a:t>
            </a:r>
            <a:br>
              <a:rPr lang="de-DE" dirty="0"/>
            </a:br>
            <a:r>
              <a:rPr lang="de-DE" dirty="0"/>
              <a:t>Mehrzeilig möglich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5DBE663-8CF8-4EA4-AF83-5C771F9A06FE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87F00BE4-512D-4F35-B132-4E5C5CF1413D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F7987594-F169-42FB-8839-77BF8D405E37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Freihandform: Form 59">
            <a:extLst>
              <a:ext uri="{FF2B5EF4-FFF2-40B4-BE49-F238E27FC236}">
                <a16:creationId xmlns:a16="http://schemas.microsoft.com/office/drawing/2014/main" id="{40F781E3-735A-4333-AF8D-7842FE86295B}"/>
              </a:ext>
            </a:extLst>
          </p:cNvPr>
          <p:cNvSpPr/>
          <p:nvPr userDrawn="1"/>
        </p:nvSpPr>
        <p:spPr>
          <a:xfrm>
            <a:off x="10056938" y="300703"/>
            <a:ext cx="1619125" cy="618155"/>
          </a:xfrm>
          <a:custGeom>
            <a:avLst/>
            <a:gdLst>
              <a:gd name="connsiteX0" fmla="*/ 0 w 1456912"/>
              <a:gd name="connsiteY0" fmla="*/ 51854 h 556225"/>
              <a:gd name="connsiteX1" fmla="*/ 28188 w 1456912"/>
              <a:gd name="connsiteY1" fmla="*/ 23666 h 556225"/>
              <a:gd name="connsiteX2" fmla="*/ 28188 w 1456912"/>
              <a:gd name="connsiteY2" fmla="*/ 535557 h 556225"/>
              <a:gd name="connsiteX3" fmla="*/ 0 w 1456912"/>
              <a:gd name="connsiteY3" fmla="*/ 535557 h 556225"/>
              <a:gd name="connsiteX4" fmla="*/ 0 w 1456912"/>
              <a:gd name="connsiteY4" fmla="*/ 51854 h 556225"/>
              <a:gd name="connsiteX5" fmla="*/ 84564 w 1456912"/>
              <a:gd name="connsiteY5" fmla="*/ 28188 h 556225"/>
              <a:gd name="connsiteX6" fmla="*/ 422811 w 1456912"/>
              <a:gd name="connsiteY6" fmla="*/ 28188 h 556225"/>
              <a:gd name="connsiteX7" fmla="*/ 422811 w 1456912"/>
              <a:gd name="connsiteY7" fmla="*/ 0 h 556225"/>
              <a:gd name="connsiteX8" fmla="*/ 56376 w 1456912"/>
              <a:gd name="connsiteY8" fmla="*/ 0 h 556225"/>
              <a:gd name="connsiteX9" fmla="*/ 56376 w 1456912"/>
              <a:gd name="connsiteY9" fmla="*/ 338244 h 556225"/>
              <a:gd name="connsiteX10" fmla="*/ 367711 w 1456912"/>
              <a:gd name="connsiteY10" fmla="*/ 338244 h 556225"/>
              <a:gd name="connsiteX11" fmla="*/ 367711 w 1456912"/>
              <a:gd name="connsiteY11" fmla="*/ 310062 h 556225"/>
              <a:gd name="connsiteX12" fmla="*/ 84564 w 1456912"/>
              <a:gd name="connsiteY12" fmla="*/ 310062 h 556225"/>
              <a:gd name="connsiteX13" fmla="*/ 84564 w 1456912"/>
              <a:gd name="connsiteY13" fmla="*/ 28188 h 556225"/>
              <a:gd name="connsiteX14" fmla="*/ 410152 w 1456912"/>
              <a:gd name="connsiteY14" fmla="*/ 253686 h 556225"/>
              <a:gd name="connsiteX15" fmla="*/ 140937 w 1456912"/>
              <a:gd name="connsiteY15" fmla="*/ 253686 h 556225"/>
              <a:gd name="connsiteX16" fmla="*/ 140937 w 1456912"/>
              <a:gd name="connsiteY16" fmla="*/ 140940 h 556225"/>
              <a:gd name="connsiteX17" fmla="*/ 371171 w 1456912"/>
              <a:gd name="connsiteY17" fmla="*/ 140940 h 556225"/>
              <a:gd name="connsiteX18" fmla="*/ 399359 w 1456912"/>
              <a:gd name="connsiteY18" fmla="*/ 112752 h 556225"/>
              <a:gd name="connsiteX19" fmla="*/ 140937 w 1456912"/>
              <a:gd name="connsiteY19" fmla="*/ 112752 h 556225"/>
              <a:gd name="connsiteX20" fmla="*/ 140937 w 1456912"/>
              <a:gd name="connsiteY20" fmla="*/ 84564 h 556225"/>
              <a:gd name="connsiteX21" fmla="*/ 422811 w 1456912"/>
              <a:gd name="connsiteY21" fmla="*/ 84564 h 556225"/>
              <a:gd name="connsiteX22" fmla="*/ 422811 w 1456912"/>
              <a:gd name="connsiteY22" fmla="*/ 56376 h 556225"/>
              <a:gd name="connsiteX23" fmla="*/ 112749 w 1456912"/>
              <a:gd name="connsiteY23" fmla="*/ 56376 h 556225"/>
              <a:gd name="connsiteX24" fmla="*/ 112749 w 1456912"/>
              <a:gd name="connsiteY24" fmla="*/ 281874 h 556225"/>
              <a:gd name="connsiteX25" fmla="*/ 382334 w 1456912"/>
              <a:gd name="connsiteY25" fmla="*/ 281874 h 556225"/>
              <a:gd name="connsiteX26" fmla="*/ 410152 w 1456912"/>
              <a:gd name="connsiteY26" fmla="*/ 253686 h 556225"/>
              <a:gd name="connsiteX27" fmla="*/ 56376 w 1456912"/>
              <a:gd name="connsiteY27" fmla="*/ 535557 h 556225"/>
              <a:gd name="connsiteX28" fmla="*/ 84564 w 1456912"/>
              <a:gd name="connsiteY28" fmla="*/ 535557 h 556225"/>
              <a:gd name="connsiteX29" fmla="*/ 84564 w 1456912"/>
              <a:gd name="connsiteY29" fmla="*/ 394620 h 556225"/>
              <a:gd name="connsiteX30" fmla="*/ 112752 w 1456912"/>
              <a:gd name="connsiteY30" fmla="*/ 394620 h 556225"/>
              <a:gd name="connsiteX31" fmla="*/ 112752 w 1456912"/>
              <a:gd name="connsiteY31" fmla="*/ 511890 h 556225"/>
              <a:gd name="connsiteX32" fmla="*/ 140940 w 1456912"/>
              <a:gd name="connsiteY32" fmla="*/ 483705 h 556225"/>
              <a:gd name="connsiteX33" fmla="*/ 140940 w 1456912"/>
              <a:gd name="connsiteY33" fmla="*/ 394620 h 556225"/>
              <a:gd name="connsiteX34" fmla="*/ 367714 w 1456912"/>
              <a:gd name="connsiteY34" fmla="*/ 394620 h 556225"/>
              <a:gd name="connsiteX35" fmla="*/ 367714 w 1456912"/>
              <a:gd name="connsiteY35" fmla="*/ 366435 h 556225"/>
              <a:gd name="connsiteX36" fmla="*/ 56376 w 1456912"/>
              <a:gd name="connsiteY36" fmla="*/ 366435 h 556225"/>
              <a:gd name="connsiteX37" fmla="*/ 56376 w 1456912"/>
              <a:gd name="connsiteY37" fmla="*/ 535557 h 556225"/>
              <a:gd name="connsiteX38" fmla="*/ 1428724 w 1456912"/>
              <a:gd name="connsiteY38" fmla="*/ 0 h 556225"/>
              <a:gd name="connsiteX39" fmla="*/ 1428724 w 1456912"/>
              <a:gd name="connsiteY39" fmla="*/ 324156 h 556225"/>
              <a:gd name="connsiteX40" fmla="*/ 1316539 w 1456912"/>
              <a:gd name="connsiteY40" fmla="*/ 514089 h 556225"/>
              <a:gd name="connsiteX41" fmla="*/ 1315903 w 1456912"/>
              <a:gd name="connsiteY41" fmla="*/ 513258 h 556225"/>
              <a:gd name="connsiteX42" fmla="*/ 1400536 w 1456912"/>
              <a:gd name="connsiteY42" fmla="*/ 351869 h 556225"/>
              <a:gd name="connsiteX43" fmla="*/ 1400536 w 1456912"/>
              <a:gd name="connsiteY43" fmla="*/ 3 h 556225"/>
              <a:gd name="connsiteX44" fmla="*/ 1372348 w 1456912"/>
              <a:gd name="connsiteY44" fmla="*/ 3 h 556225"/>
              <a:gd name="connsiteX45" fmla="*/ 1372348 w 1456912"/>
              <a:gd name="connsiteY45" fmla="*/ 351400 h 556225"/>
              <a:gd name="connsiteX46" fmla="*/ 1189132 w 1456912"/>
              <a:gd name="connsiteY46" fmla="*/ 528510 h 556225"/>
              <a:gd name="connsiteX47" fmla="*/ 1005916 w 1456912"/>
              <a:gd name="connsiteY47" fmla="*/ 351400 h 556225"/>
              <a:gd name="connsiteX48" fmla="*/ 1005916 w 1456912"/>
              <a:gd name="connsiteY48" fmla="*/ 23666 h 556225"/>
              <a:gd name="connsiteX49" fmla="*/ 977728 w 1456912"/>
              <a:gd name="connsiteY49" fmla="*/ 51854 h 556225"/>
              <a:gd name="connsiteX50" fmla="*/ 977728 w 1456912"/>
              <a:gd name="connsiteY50" fmla="*/ 351869 h 556225"/>
              <a:gd name="connsiteX51" fmla="*/ 1189132 w 1456912"/>
              <a:gd name="connsiteY51" fmla="*/ 556226 h 556225"/>
              <a:gd name="connsiteX52" fmla="*/ 1217320 w 1456912"/>
              <a:gd name="connsiteY52" fmla="*/ 556226 h 556225"/>
              <a:gd name="connsiteX53" fmla="*/ 1456912 w 1456912"/>
              <a:gd name="connsiteY53" fmla="*/ 324566 h 556225"/>
              <a:gd name="connsiteX54" fmla="*/ 1456912 w 1456912"/>
              <a:gd name="connsiteY54" fmla="*/ 0 h 556225"/>
              <a:gd name="connsiteX55" fmla="*/ 1428724 w 1456912"/>
              <a:gd name="connsiteY55" fmla="*/ 0 h 556225"/>
              <a:gd name="connsiteX56" fmla="*/ 1189132 w 1456912"/>
              <a:gd name="connsiteY56" fmla="*/ 500322 h 556225"/>
              <a:gd name="connsiteX57" fmla="*/ 1344160 w 1456912"/>
              <a:gd name="connsiteY57" fmla="*/ 351400 h 556225"/>
              <a:gd name="connsiteX58" fmla="*/ 1344160 w 1456912"/>
              <a:gd name="connsiteY58" fmla="*/ 351400 h 556225"/>
              <a:gd name="connsiteX59" fmla="*/ 1344160 w 1456912"/>
              <a:gd name="connsiteY59" fmla="*/ 23666 h 556225"/>
              <a:gd name="connsiteX60" fmla="*/ 1315972 w 1456912"/>
              <a:gd name="connsiteY60" fmla="*/ 51854 h 556225"/>
              <a:gd name="connsiteX61" fmla="*/ 1315972 w 1456912"/>
              <a:gd name="connsiteY61" fmla="*/ 324153 h 556225"/>
              <a:gd name="connsiteX62" fmla="*/ 1217317 w 1456912"/>
              <a:gd name="connsiteY62" fmla="*/ 415761 h 556225"/>
              <a:gd name="connsiteX63" fmla="*/ 1118662 w 1456912"/>
              <a:gd name="connsiteY63" fmla="*/ 324153 h 556225"/>
              <a:gd name="connsiteX64" fmla="*/ 1118662 w 1456912"/>
              <a:gd name="connsiteY64" fmla="*/ 3 h 556225"/>
              <a:gd name="connsiteX65" fmla="*/ 1090474 w 1456912"/>
              <a:gd name="connsiteY65" fmla="*/ 3 h 556225"/>
              <a:gd name="connsiteX66" fmla="*/ 1090474 w 1456912"/>
              <a:gd name="connsiteY66" fmla="*/ 324156 h 556225"/>
              <a:gd name="connsiteX67" fmla="*/ 1217317 w 1456912"/>
              <a:gd name="connsiteY67" fmla="*/ 443951 h 556225"/>
              <a:gd name="connsiteX68" fmla="*/ 1304349 w 1456912"/>
              <a:gd name="connsiteY68" fmla="*/ 404889 h 556225"/>
              <a:gd name="connsiteX69" fmla="*/ 1304982 w 1456912"/>
              <a:gd name="connsiteY69" fmla="*/ 405720 h 556225"/>
              <a:gd name="connsiteX70" fmla="*/ 1189129 w 1456912"/>
              <a:gd name="connsiteY70" fmla="*/ 472139 h 556225"/>
              <a:gd name="connsiteX71" fmla="*/ 1062303 w 1456912"/>
              <a:gd name="connsiteY71" fmla="*/ 352344 h 556225"/>
              <a:gd name="connsiteX72" fmla="*/ 1062286 w 1456912"/>
              <a:gd name="connsiteY72" fmla="*/ 352344 h 556225"/>
              <a:gd name="connsiteX73" fmla="*/ 1062286 w 1456912"/>
              <a:gd name="connsiteY73" fmla="*/ 3 h 556225"/>
              <a:gd name="connsiteX74" fmla="*/ 1034098 w 1456912"/>
              <a:gd name="connsiteY74" fmla="*/ 3 h 556225"/>
              <a:gd name="connsiteX75" fmla="*/ 1034098 w 1456912"/>
              <a:gd name="connsiteY75" fmla="*/ 352341 h 556225"/>
              <a:gd name="connsiteX76" fmla="*/ 1034113 w 1456912"/>
              <a:gd name="connsiteY76" fmla="*/ 352341 h 556225"/>
              <a:gd name="connsiteX77" fmla="*/ 1189132 w 1456912"/>
              <a:gd name="connsiteY77" fmla="*/ 500322 h 556225"/>
              <a:gd name="connsiteX78" fmla="*/ 562774 w 1456912"/>
              <a:gd name="connsiteY78" fmla="*/ 366435 h 556225"/>
              <a:gd name="connsiteX79" fmla="*/ 491494 w 1456912"/>
              <a:gd name="connsiteY79" fmla="*/ 535557 h 556225"/>
              <a:gd name="connsiteX80" fmla="*/ 519684 w 1456912"/>
              <a:gd name="connsiteY80" fmla="*/ 535554 h 556225"/>
              <a:gd name="connsiteX81" fmla="*/ 519682 w 1456912"/>
              <a:gd name="connsiteY81" fmla="*/ 535557 h 556225"/>
              <a:gd name="connsiteX82" fmla="*/ 519684 w 1456912"/>
              <a:gd name="connsiteY82" fmla="*/ 535557 h 556225"/>
              <a:gd name="connsiteX83" fmla="*/ 555322 w 1456912"/>
              <a:gd name="connsiteY83" fmla="*/ 450996 h 556225"/>
              <a:gd name="connsiteX84" fmla="*/ 794138 w 1456912"/>
              <a:gd name="connsiteY84" fmla="*/ 450996 h 556225"/>
              <a:gd name="connsiteX85" fmla="*/ 829744 w 1456912"/>
              <a:gd name="connsiteY85" fmla="*/ 535557 h 556225"/>
              <a:gd name="connsiteX86" fmla="*/ 857932 w 1456912"/>
              <a:gd name="connsiteY86" fmla="*/ 535557 h 556225"/>
              <a:gd name="connsiteX87" fmla="*/ 810457 w 1456912"/>
              <a:gd name="connsiteY87" fmla="*/ 422808 h 556225"/>
              <a:gd name="connsiteX88" fmla="*/ 567200 w 1456912"/>
              <a:gd name="connsiteY88" fmla="*/ 422808 h 556225"/>
              <a:gd name="connsiteX89" fmla="*/ 579078 w 1456912"/>
              <a:gd name="connsiteY89" fmla="*/ 394620 h 556225"/>
              <a:gd name="connsiteX90" fmla="*/ 826776 w 1456912"/>
              <a:gd name="connsiteY90" fmla="*/ 394620 h 556225"/>
              <a:gd name="connsiteX91" fmla="*/ 886120 w 1456912"/>
              <a:gd name="connsiteY91" fmla="*/ 535557 h 556225"/>
              <a:gd name="connsiteX92" fmla="*/ 914308 w 1456912"/>
              <a:gd name="connsiteY92" fmla="*/ 535557 h 556225"/>
              <a:gd name="connsiteX93" fmla="*/ 843097 w 1456912"/>
              <a:gd name="connsiteY93" fmla="*/ 366435 h 556225"/>
              <a:gd name="connsiteX94" fmla="*/ 562774 w 1456912"/>
              <a:gd name="connsiteY94" fmla="*/ 366435 h 556225"/>
              <a:gd name="connsiteX95" fmla="*/ 604248 w 1456912"/>
              <a:gd name="connsiteY95" fmla="*/ 0 h 556225"/>
              <a:gd name="connsiteX96" fmla="*/ 397091 w 1456912"/>
              <a:gd name="connsiteY96" fmla="*/ 491374 h 556225"/>
              <a:gd name="connsiteX97" fmla="*/ 415032 w 1456912"/>
              <a:gd name="connsiteY97" fmla="*/ 515732 h 556225"/>
              <a:gd name="connsiteX98" fmla="*/ 632437 w 1456912"/>
              <a:gd name="connsiteY98" fmla="*/ 0 h 556225"/>
              <a:gd name="connsiteX99" fmla="*/ 604248 w 1456912"/>
              <a:gd name="connsiteY99" fmla="*/ 0 h 556225"/>
              <a:gd name="connsiteX100" fmla="*/ 716998 w 1456912"/>
              <a:gd name="connsiteY100" fmla="*/ 3 h 556225"/>
              <a:gd name="connsiteX101" fmla="*/ 934130 w 1456912"/>
              <a:gd name="connsiteY101" fmla="*/ 515735 h 556225"/>
              <a:gd name="connsiteX102" fmla="*/ 952028 w 1456912"/>
              <a:gd name="connsiteY102" fmla="*/ 491377 h 556225"/>
              <a:gd name="connsiteX103" fmla="*/ 745186 w 1456912"/>
              <a:gd name="connsiteY103" fmla="*/ 3 h 556225"/>
              <a:gd name="connsiteX104" fmla="*/ 716998 w 1456912"/>
              <a:gd name="connsiteY104" fmla="*/ 3 h 556225"/>
              <a:gd name="connsiteX105" fmla="*/ 546409 w 1456912"/>
              <a:gd name="connsiteY105" fmla="*/ 338247 h 556225"/>
              <a:gd name="connsiteX106" fmla="*/ 463042 w 1456912"/>
              <a:gd name="connsiteY106" fmla="*/ 535557 h 556225"/>
              <a:gd name="connsiteX107" fmla="*/ 434854 w 1456912"/>
              <a:gd name="connsiteY107" fmla="*/ 535557 h 556225"/>
              <a:gd name="connsiteX108" fmla="*/ 646528 w 1456912"/>
              <a:gd name="connsiteY108" fmla="*/ 33467 h 556225"/>
              <a:gd name="connsiteX109" fmla="*/ 762988 w 1456912"/>
              <a:gd name="connsiteY109" fmla="*/ 310059 h 556225"/>
              <a:gd name="connsiteX110" fmla="*/ 791176 w 1456912"/>
              <a:gd name="connsiteY110" fmla="*/ 310059 h 556225"/>
              <a:gd name="connsiteX111" fmla="*/ 660624 w 1456912"/>
              <a:gd name="connsiteY111" fmla="*/ 3 h 556225"/>
              <a:gd name="connsiteX112" fmla="*/ 688812 w 1456912"/>
              <a:gd name="connsiteY112" fmla="*/ 3 h 556225"/>
              <a:gd name="connsiteX113" fmla="*/ 831231 w 1456912"/>
              <a:gd name="connsiteY113" fmla="*/ 338247 h 556225"/>
              <a:gd name="connsiteX114" fmla="*/ 546409 w 1456912"/>
              <a:gd name="connsiteY114" fmla="*/ 338247 h 556225"/>
              <a:gd name="connsiteX115" fmla="*/ 674788 w 1456912"/>
              <a:gd name="connsiteY115" fmla="*/ 167531 h 556225"/>
              <a:gd name="connsiteX116" fmla="*/ 614721 w 1456912"/>
              <a:gd name="connsiteY116" fmla="*/ 310062 h 556225"/>
              <a:gd name="connsiteX117" fmla="*/ 734800 w 1456912"/>
              <a:gd name="connsiteY117" fmla="*/ 310062 h 556225"/>
              <a:gd name="connsiteX118" fmla="*/ 674788 w 1456912"/>
              <a:gd name="connsiteY118" fmla="*/ 167531 h 556225"/>
              <a:gd name="connsiteX119" fmla="*/ 558275 w 1456912"/>
              <a:gd name="connsiteY119" fmla="*/ 310062 h 556225"/>
              <a:gd name="connsiteX120" fmla="*/ 586535 w 1456912"/>
              <a:gd name="connsiteY120" fmla="*/ 310062 h 556225"/>
              <a:gd name="connsiteX121" fmla="*/ 660703 w 1456912"/>
              <a:gd name="connsiteY121" fmla="*/ 134072 h 556225"/>
              <a:gd name="connsiteX122" fmla="*/ 646588 w 1456912"/>
              <a:gd name="connsiteY122" fmla="*/ 100553 h 556225"/>
              <a:gd name="connsiteX123" fmla="*/ 558275 w 1456912"/>
              <a:gd name="connsiteY123" fmla="*/ 310062 h 55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1456912" h="556225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chemeClr val="tx1"/>
          </a:solidFill>
          <a:ln w="289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9A6E8BA9-5951-4163-8A80-4621C65DA816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59DAB7DF-1308-4B09-91FE-7DF38D6584E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7654828-5D94-4A05-BD5F-25792A149E05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9D3F2F75-1623-4F64-97FE-EA0C4D9FABDC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B042E0F0-49A6-465F-A607-A4C2EFB5486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9D612980-2A2D-4E94-8238-9C67C608554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2CE76F8C-9B22-4BB3-B2D6-15EC2A58C7A7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7" name="Gerader Verbinder 66">
              <a:extLst>
                <a:ext uri="{FF2B5EF4-FFF2-40B4-BE49-F238E27FC236}">
                  <a16:creationId xmlns:a16="http://schemas.microsoft.com/office/drawing/2014/main" id="{9C843E82-BEFA-4CF2-BA2F-3C80060D316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4762BE88-2459-479F-84FF-4DF483AA142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104E26F8-EA1A-4C6F-92E1-8F6F98ABFA13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1A8A854C-301D-4327-AEA2-BCC20A8872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5A547124-456E-49C6-8FC8-111D0AAFEB7F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73B26B5D-1FEC-45B5-B34A-6A1B50955F0E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3" name="Gerader Verbinder 72">
              <a:extLst>
                <a:ext uri="{FF2B5EF4-FFF2-40B4-BE49-F238E27FC236}">
                  <a16:creationId xmlns:a16="http://schemas.microsoft.com/office/drawing/2014/main" id="{3423A679-4F5C-456E-AB6C-7A18EA3E5BA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69754FAD-5E71-4087-B3E8-0FEC37E0D864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7C156EC4-BDB3-4DEA-9B78-E98FCFD2F54B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9E9C384D-D46B-429F-9A97-86F6E3560FE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64B7918E-86D1-49EB-8917-1468D42A6E25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750A6733-FD78-4442-98B4-E2BED64B460F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77BB574D-D198-49E4-874D-732C0CBD5BF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67A72ACB-A6A0-450F-A8F3-9CA35EFC5560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C4970FA2-8D2D-462F-BD21-BDE052DC5824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A7C30986-FB99-416E-BC3E-3BAEC067C11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4CE018F4-A860-49B3-B4CD-A328759F15C6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7C2BACBD-0A67-4A9A-B5DC-10C76F5DE4C2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65F81584-9968-42FA-B3A9-1C13CEAE92A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Textfeld 85">
              <a:extLst>
                <a:ext uri="{FF2B5EF4-FFF2-40B4-BE49-F238E27FC236}">
                  <a16:creationId xmlns:a16="http://schemas.microsoft.com/office/drawing/2014/main" id="{B6D353C6-61DE-4475-8AC6-6D8AF12D49FB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935008F2-D1D5-498F-9932-727B677C0ADE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" name="Gruppieren 87">
            <a:extLst>
              <a:ext uri="{FF2B5EF4-FFF2-40B4-BE49-F238E27FC236}">
                <a16:creationId xmlns:a16="http://schemas.microsoft.com/office/drawing/2014/main" id="{9E72FA59-B055-4F1F-8F32-E797C18F96F9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B89FA96C-C88D-4C6A-BE88-F3E3083BC51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Textfeld 89">
              <a:extLst>
                <a:ext uri="{FF2B5EF4-FFF2-40B4-BE49-F238E27FC236}">
                  <a16:creationId xmlns:a16="http://schemas.microsoft.com/office/drawing/2014/main" id="{CD67028C-ACEA-4E1C-BF3F-B09177D4335E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91" name="Grafik 3">
            <a:extLst>
              <a:ext uri="{FF2B5EF4-FFF2-40B4-BE49-F238E27FC236}">
                <a16:creationId xmlns:a16="http://schemas.microsoft.com/office/drawing/2014/main" id="{63B15E59-1DC8-4E69-A2E3-B7C301F85A74}"/>
              </a:ext>
            </a:extLst>
          </p:cNvPr>
          <p:cNvGrpSpPr/>
          <p:nvPr userDrawn="1"/>
        </p:nvGrpSpPr>
        <p:grpSpPr>
          <a:xfrm>
            <a:off x="510639" y="293688"/>
            <a:ext cx="2594512" cy="327278"/>
            <a:chOff x="2242184" y="2525076"/>
            <a:chExt cx="7709534" cy="972502"/>
          </a:xfrm>
          <a:solidFill>
            <a:schemeClr val="tx1"/>
          </a:solidFill>
        </p:grpSpPr>
        <p:sp>
          <p:nvSpPr>
            <p:cNvPr id="92" name="Freihandform: Form 91">
              <a:extLst>
                <a:ext uri="{FF2B5EF4-FFF2-40B4-BE49-F238E27FC236}">
                  <a16:creationId xmlns:a16="http://schemas.microsoft.com/office/drawing/2014/main" id="{31479838-9F74-4673-9EBF-71D7160465DB}"/>
                </a:ext>
              </a:extLst>
            </p:cNvPr>
            <p:cNvSpPr/>
            <p:nvPr/>
          </p:nvSpPr>
          <p:spPr>
            <a:xfrm>
              <a:off x="2269806" y="2545079"/>
              <a:ext cx="232409" cy="369569"/>
            </a:xfrm>
            <a:custGeom>
              <a:avLst/>
              <a:gdLst>
                <a:gd name="connsiteX0" fmla="*/ 232410 w 232409"/>
                <a:gd name="connsiteY0" fmla="*/ 60960 h 369569"/>
                <a:gd name="connsiteX1" fmla="*/ 65723 w 232409"/>
                <a:gd name="connsiteY1" fmla="*/ 60960 h 369569"/>
                <a:gd name="connsiteX2" fmla="*/ 65723 w 232409"/>
                <a:gd name="connsiteY2" fmla="*/ 152400 h 369569"/>
                <a:gd name="connsiteX3" fmla="*/ 189547 w 232409"/>
                <a:gd name="connsiteY3" fmla="*/ 152400 h 369569"/>
                <a:gd name="connsiteX4" fmla="*/ 189547 w 232409"/>
                <a:gd name="connsiteY4" fmla="*/ 212408 h 369569"/>
                <a:gd name="connsiteX5" fmla="*/ 65723 w 232409"/>
                <a:gd name="connsiteY5" fmla="*/ 212408 h 369569"/>
                <a:gd name="connsiteX6" fmla="*/ 65723 w 232409"/>
                <a:gd name="connsiteY6" fmla="*/ 369570 h 369569"/>
                <a:gd name="connsiteX7" fmla="*/ 0 w 232409"/>
                <a:gd name="connsiteY7" fmla="*/ 369570 h 369569"/>
                <a:gd name="connsiteX8" fmla="*/ 0 w 232409"/>
                <a:gd name="connsiteY8" fmla="*/ 0 h 369569"/>
                <a:gd name="connsiteX9" fmla="*/ 231458 w 232409"/>
                <a:gd name="connsiteY9" fmla="*/ 0 h 369569"/>
                <a:gd name="connsiteX10" fmla="*/ 231458 w 232409"/>
                <a:gd name="connsiteY10" fmla="*/ 60960 h 369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2409" h="36956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3" name="Freihandform: Form 92">
              <a:extLst>
                <a:ext uri="{FF2B5EF4-FFF2-40B4-BE49-F238E27FC236}">
                  <a16:creationId xmlns:a16="http://schemas.microsoft.com/office/drawing/2014/main" id="{853C65E7-B88C-42F7-937F-8DB98A4E9FCC}"/>
                </a:ext>
              </a:extLst>
            </p:cNvPr>
            <p:cNvSpPr/>
            <p:nvPr/>
          </p:nvSpPr>
          <p:spPr>
            <a:xfrm>
              <a:off x="2538412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4" name="Freihandform: Form 93">
              <a:extLst>
                <a:ext uri="{FF2B5EF4-FFF2-40B4-BE49-F238E27FC236}">
                  <a16:creationId xmlns:a16="http://schemas.microsoft.com/office/drawing/2014/main" id="{758B2ACA-719E-43F3-9EC0-0034F9047CBB}"/>
                </a:ext>
              </a:extLst>
            </p:cNvPr>
            <p:cNvSpPr/>
            <p:nvPr/>
          </p:nvSpPr>
          <p:spPr>
            <a:xfrm>
              <a:off x="2743199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8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5" name="Freihandform: Form 94">
              <a:extLst>
                <a:ext uri="{FF2B5EF4-FFF2-40B4-BE49-F238E27FC236}">
                  <a16:creationId xmlns:a16="http://schemas.microsoft.com/office/drawing/2014/main" id="{35EE226D-3234-43F6-8BB4-C0E371601E92}"/>
                </a:ext>
              </a:extLst>
            </p:cNvPr>
            <p:cNvSpPr/>
            <p:nvPr/>
          </p:nvSpPr>
          <p:spPr>
            <a:xfrm>
              <a:off x="2879407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6" name="Freihandform: Form 95">
              <a:extLst>
                <a:ext uri="{FF2B5EF4-FFF2-40B4-BE49-F238E27FC236}">
                  <a16:creationId xmlns:a16="http://schemas.microsoft.com/office/drawing/2014/main" id="{A7EFAE98-DF8E-4D8F-BA4F-2EDBA3177CFC}"/>
                </a:ext>
              </a:extLst>
            </p:cNvPr>
            <p:cNvSpPr/>
            <p:nvPr/>
          </p:nvSpPr>
          <p:spPr>
            <a:xfrm>
              <a:off x="3177539" y="2525076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2 w 248602"/>
                <a:gd name="connsiteY5" fmla="*/ 0 h 396239"/>
                <a:gd name="connsiteX6" fmla="*/ 248602 w 248602"/>
                <a:gd name="connsiteY6" fmla="*/ 389573 h 396239"/>
                <a:gd name="connsiteX7" fmla="*/ 187642 w 248602"/>
                <a:gd name="connsiteY7" fmla="*/ 389573 h 396239"/>
                <a:gd name="connsiteX8" fmla="*/ 187642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0960 w 248602"/>
                <a:gd name="connsiteY12" fmla="*/ 255270 h 396239"/>
                <a:gd name="connsiteX13" fmla="*/ 122872 w 248602"/>
                <a:gd name="connsiteY13" fmla="*/ 340995 h 396239"/>
                <a:gd name="connsiteX14" fmla="*/ 186690 w 248602"/>
                <a:gd name="connsiteY14" fmla="*/ 305753 h 396239"/>
                <a:gd name="connsiteX15" fmla="*/ 186690 w 248602"/>
                <a:gd name="connsiteY15" fmla="*/ 207645 h 396239"/>
                <a:gd name="connsiteX16" fmla="*/ 122872 w 248602"/>
                <a:gd name="connsiteY16" fmla="*/ 172402 h 396239"/>
                <a:gd name="connsiteX17" fmla="*/ 60960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7" name="Freihandform: Form 96">
              <a:extLst>
                <a:ext uri="{FF2B5EF4-FFF2-40B4-BE49-F238E27FC236}">
                  <a16:creationId xmlns:a16="http://schemas.microsoft.com/office/drawing/2014/main" id="{5B44E1B9-32E5-4A3A-8DDB-8859CA78DEA6}"/>
                </a:ext>
              </a:extLst>
            </p:cNvPr>
            <p:cNvSpPr/>
            <p:nvPr/>
          </p:nvSpPr>
          <p:spPr>
            <a:xfrm>
              <a:off x="3509009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8" name="Freihandform: Form 97">
              <a:extLst>
                <a:ext uri="{FF2B5EF4-FFF2-40B4-BE49-F238E27FC236}">
                  <a16:creationId xmlns:a16="http://schemas.microsoft.com/office/drawing/2014/main" id="{A113CC62-1A03-4F2F-81E6-89FD73E20543}"/>
                </a:ext>
              </a:extLst>
            </p:cNvPr>
            <p:cNvSpPr/>
            <p:nvPr/>
          </p:nvSpPr>
          <p:spPr>
            <a:xfrm>
              <a:off x="3712844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8 w 79057"/>
                <a:gd name="connsiteY4" fmla="*/ 38100 h 384810"/>
                <a:gd name="connsiteX5" fmla="*/ 71438 w 79057"/>
                <a:gd name="connsiteY5" fmla="*/ 384810 h 384810"/>
                <a:gd name="connsiteX6" fmla="*/ 9525 w 79057"/>
                <a:gd name="connsiteY6" fmla="*/ 384810 h 384810"/>
                <a:gd name="connsiteX7" fmla="*/ 9525 w 79057"/>
                <a:gd name="connsiteY7" fmla="*/ 118110 h 384810"/>
                <a:gd name="connsiteX8" fmla="*/ 71438 w 79057"/>
                <a:gd name="connsiteY8" fmla="*/ 118110 h 384810"/>
                <a:gd name="connsiteX9" fmla="*/ 71438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9" name="Freihandform: Form 98">
              <a:extLst>
                <a:ext uri="{FF2B5EF4-FFF2-40B4-BE49-F238E27FC236}">
                  <a16:creationId xmlns:a16="http://schemas.microsoft.com/office/drawing/2014/main" id="{AEAF2AAD-7F92-4C68-919A-54ED1D8E07B7}"/>
                </a:ext>
              </a:extLst>
            </p:cNvPr>
            <p:cNvSpPr/>
            <p:nvPr/>
          </p:nvSpPr>
          <p:spPr>
            <a:xfrm>
              <a:off x="3850957" y="2640329"/>
              <a:ext cx="224789" cy="280034"/>
            </a:xfrm>
            <a:custGeom>
              <a:avLst/>
              <a:gdLst>
                <a:gd name="connsiteX0" fmla="*/ 222885 w 224789"/>
                <a:gd name="connsiteY0" fmla="*/ 237172 h 280034"/>
                <a:gd name="connsiteX1" fmla="*/ 127635 w 224789"/>
                <a:gd name="connsiteY1" fmla="*/ 280035 h 280034"/>
                <a:gd name="connsiteX2" fmla="*/ 0 w 224789"/>
                <a:gd name="connsiteY2" fmla="*/ 140970 h 280034"/>
                <a:gd name="connsiteX3" fmla="*/ 128588 w 224789"/>
                <a:gd name="connsiteY3" fmla="*/ 0 h 280034"/>
                <a:gd name="connsiteX4" fmla="*/ 224790 w 224789"/>
                <a:gd name="connsiteY4" fmla="*/ 45720 h 280034"/>
                <a:gd name="connsiteX5" fmla="*/ 181927 w 224789"/>
                <a:gd name="connsiteY5" fmla="*/ 86678 h 280034"/>
                <a:gd name="connsiteX6" fmla="*/ 128588 w 224789"/>
                <a:gd name="connsiteY6" fmla="*/ 57150 h 280034"/>
                <a:gd name="connsiteX7" fmla="*/ 62865 w 224789"/>
                <a:gd name="connsiteY7" fmla="*/ 140018 h 280034"/>
                <a:gd name="connsiteX8" fmla="*/ 128588 w 224789"/>
                <a:gd name="connsiteY8" fmla="*/ 222885 h 280034"/>
                <a:gd name="connsiteX9" fmla="*/ 183833 w 224789"/>
                <a:gd name="connsiteY9" fmla="*/ 193358 h 280034"/>
                <a:gd name="connsiteX10" fmla="*/ 222885 w 224789"/>
                <a:gd name="connsiteY10" fmla="*/ 237172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4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0" name="Freihandform: Form 99">
              <a:extLst>
                <a:ext uri="{FF2B5EF4-FFF2-40B4-BE49-F238E27FC236}">
                  <a16:creationId xmlns:a16="http://schemas.microsoft.com/office/drawing/2014/main" id="{5FFE12AD-2431-47E8-ABC4-3D8E3A605297}"/>
                </a:ext>
              </a:extLst>
            </p:cNvPr>
            <p:cNvSpPr/>
            <p:nvPr/>
          </p:nvSpPr>
          <p:spPr>
            <a:xfrm>
              <a:off x="4129087" y="2525076"/>
              <a:ext cx="229552" cy="389572"/>
            </a:xfrm>
            <a:custGeom>
              <a:avLst/>
              <a:gdLst>
                <a:gd name="connsiteX0" fmla="*/ 229553 w 229552"/>
                <a:gd name="connsiteY0" fmla="*/ 388620 h 389572"/>
                <a:gd name="connsiteX1" fmla="*/ 167640 w 229552"/>
                <a:gd name="connsiteY1" fmla="*/ 388620 h 389572"/>
                <a:gd name="connsiteX2" fmla="*/ 167640 w 229552"/>
                <a:gd name="connsiteY2" fmla="*/ 236220 h 389572"/>
                <a:gd name="connsiteX3" fmla="*/ 118110 w 229552"/>
                <a:gd name="connsiteY3" fmla="*/ 171450 h 389572"/>
                <a:gd name="connsiteX4" fmla="*/ 62865 w 229552"/>
                <a:gd name="connsiteY4" fmla="*/ 236220 h 389572"/>
                <a:gd name="connsiteX5" fmla="*/ 62865 w 229552"/>
                <a:gd name="connsiteY5" fmla="*/ 389573 h 389572"/>
                <a:gd name="connsiteX6" fmla="*/ 0 w 229552"/>
                <a:gd name="connsiteY6" fmla="*/ 389573 h 389572"/>
                <a:gd name="connsiteX7" fmla="*/ 0 w 229552"/>
                <a:gd name="connsiteY7" fmla="*/ 15240 h 389572"/>
                <a:gd name="connsiteX8" fmla="*/ 61913 w 229552"/>
                <a:gd name="connsiteY8" fmla="*/ 0 h 389572"/>
                <a:gd name="connsiteX9" fmla="*/ 61913 w 229552"/>
                <a:gd name="connsiteY9" fmla="*/ 155258 h 389572"/>
                <a:gd name="connsiteX10" fmla="*/ 62865 w 229552"/>
                <a:gd name="connsiteY10" fmla="*/ 155258 h 389572"/>
                <a:gd name="connsiteX11" fmla="*/ 140970 w 229552"/>
                <a:gd name="connsiteY11" fmla="*/ 116205 h 389572"/>
                <a:gd name="connsiteX12" fmla="*/ 228600 w 229552"/>
                <a:gd name="connsiteY12" fmla="*/ 223838 h 389572"/>
                <a:gd name="connsiteX13" fmla="*/ 228600 w 229552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52" h="38957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1" name="Freihandform: Form 100">
              <a:extLst>
                <a:ext uri="{FF2B5EF4-FFF2-40B4-BE49-F238E27FC236}">
                  <a16:creationId xmlns:a16="http://schemas.microsoft.com/office/drawing/2014/main" id="{DAA0DE08-F7C2-4423-8FFE-8532F2A5C6FD}"/>
                </a:ext>
              </a:extLst>
            </p:cNvPr>
            <p:cNvSpPr/>
            <p:nvPr/>
          </p:nvSpPr>
          <p:spPr>
            <a:xfrm>
              <a:off x="4430077" y="2721291"/>
              <a:ext cx="130492" cy="59055"/>
            </a:xfrm>
            <a:custGeom>
              <a:avLst/>
              <a:gdLst>
                <a:gd name="connsiteX0" fmla="*/ 130492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2 w 130492"/>
                <a:gd name="connsiteY3" fmla="*/ 0 h 59055"/>
                <a:gd name="connsiteX4" fmla="*/ 130492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2" name="Freihandform: Form 101">
              <a:extLst>
                <a:ext uri="{FF2B5EF4-FFF2-40B4-BE49-F238E27FC236}">
                  <a16:creationId xmlns:a16="http://schemas.microsoft.com/office/drawing/2014/main" id="{9FA5E0D5-28AF-4E95-B133-86F7102C0A96}"/>
                </a:ext>
              </a:extLst>
            </p:cNvPr>
            <p:cNvSpPr/>
            <p:nvPr/>
          </p:nvSpPr>
          <p:spPr>
            <a:xfrm>
              <a:off x="4593906" y="2545079"/>
              <a:ext cx="342900" cy="368617"/>
            </a:xfrm>
            <a:custGeom>
              <a:avLst/>
              <a:gdLst>
                <a:gd name="connsiteX0" fmla="*/ 136208 w 342900"/>
                <a:gd name="connsiteY0" fmla="*/ 0 h 368617"/>
                <a:gd name="connsiteX1" fmla="*/ 205740 w 342900"/>
                <a:gd name="connsiteY1" fmla="*/ 0 h 368617"/>
                <a:gd name="connsiteX2" fmla="*/ 342900 w 342900"/>
                <a:gd name="connsiteY2" fmla="*/ 368618 h 368617"/>
                <a:gd name="connsiteX3" fmla="*/ 271463 w 342900"/>
                <a:gd name="connsiteY3" fmla="*/ 368618 h 368617"/>
                <a:gd name="connsiteX4" fmla="*/ 244793 w 342900"/>
                <a:gd name="connsiteY4" fmla="*/ 290512 h 368617"/>
                <a:gd name="connsiteX5" fmla="*/ 96203 w 342900"/>
                <a:gd name="connsiteY5" fmla="*/ 290512 h 368617"/>
                <a:gd name="connsiteX6" fmla="*/ 69533 w 342900"/>
                <a:gd name="connsiteY6" fmla="*/ 368618 h 368617"/>
                <a:gd name="connsiteX7" fmla="*/ 0 w 342900"/>
                <a:gd name="connsiteY7" fmla="*/ 368618 h 368617"/>
                <a:gd name="connsiteX8" fmla="*/ 136208 w 342900"/>
                <a:gd name="connsiteY8" fmla="*/ 0 h 368617"/>
                <a:gd name="connsiteX9" fmla="*/ 116205 w 342900"/>
                <a:gd name="connsiteY9" fmla="*/ 231458 h 368617"/>
                <a:gd name="connsiteX10" fmla="*/ 223838 w 342900"/>
                <a:gd name="connsiteY10" fmla="*/ 231458 h 368617"/>
                <a:gd name="connsiteX11" fmla="*/ 170498 w 342900"/>
                <a:gd name="connsiteY11" fmla="*/ 75247 h 368617"/>
                <a:gd name="connsiteX12" fmla="*/ 169545 w 342900"/>
                <a:gd name="connsiteY12" fmla="*/ 75247 h 368617"/>
                <a:gd name="connsiteX13" fmla="*/ 116205 w 342900"/>
                <a:gd name="connsiteY13" fmla="*/ 231458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2900" h="368617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3" name="Freihandform: Form 102">
              <a:extLst>
                <a:ext uri="{FF2B5EF4-FFF2-40B4-BE49-F238E27FC236}">
                  <a16:creationId xmlns:a16="http://schemas.microsoft.com/office/drawing/2014/main" id="{8BF7A4DF-5D86-43D9-A178-B2D1212251F4}"/>
                </a:ext>
              </a:extLst>
            </p:cNvPr>
            <p:cNvSpPr/>
            <p:nvPr/>
          </p:nvSpPr>
          <p:spPr>
            <a:xfrm>
              <a:off x="4992052" y="2525076"/>
              <a:ext cx="61912" cy="388620"/>
            </a:xfrm>
            <a:custGeom>
              <a:avLst/>
              <a:gdLst>
                <a:gd name="connsiteX0" fmla="*/ 61913 w 61912"/>
                <a:gd name="connsiteY0" fmla="*/ 388620 h 388620"/>
                <a:gd name="connsiteX1" fmla="*/ 0 w 61912"/>
                <a:gd name="connsiteY1" fmla="*/ 388620 h 388620"/>
                <a:gd name="connsiteX2" fmla="*/ 0 w 61912"/>
                <a:gd name="connsiteY2" fmla="*/ 14288 h 388620"/>
                <a:gd name="connsiteX3" fmla="*/ 61913 w 61912"/>
                <a:gd name="connsiteY3" fmla="*/ 0 h 388620"/>
                <a:gd name="connsiteX4" fmla="*/ 61913 w 61912"/>
                <a:gd name="connsiteY4" fmla="*/ 388620 h 388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8620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4" name="Freihandform: Form 103">
              <a:extLst>
                <a:ext uri="{FF2B5EF4-FFF2-40B4-BE49-F238E27FC236}">
                  <a16:creationId xmlns:a16="http://schemas.microsoft.com/office/drawing/2014/main" id="{A7958CCB-2330-4A17-B5C3-425A7C3D83AC}"/>
                </a:ext>
              </a:extLst>
            </p:cNvPr>
            <p:cNvSpPr/>
            <p:nvPr/>
          </p:nvSpPr>
          <p:spPr>
            <a:xfrm>
              <a:off x="512063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5" name="Freihandform: Form 104">
              <a:extLst>
                <a:ext uri="{FF2B5EF4-FFF2-40B4-BE49-F238E27FC236}">
                  <a16:creationId xmlns:a16="http://schemas.microsoft.com/office/drawing/2014/main" id="{FA7F979D-C5F8-486C-A37D-020E7D3D317B}"/>
                </a:ext>
              </a:extLst>
            </p:cNvPr>
            <p:cNvSpPr/>
            <p:nvPr/>
          </p:nvSpPr>
          <p:spPr>
            <a:xfrm>
              <a:off x="5397817" y="2646997"/>
              <a:ext cx="255269" cy="266700"/>
            </a:xfrm>
            <a:custGeom>
              <a:avLst/>
              <a:gdLst>
                <a:gd name="connsiteX0" fmla="*/ 255270 w 255269"/>
                <a:gd name="connsiteY0" fmla="*/ 266700 h 266700"/>
                <a:gd name="connsiteX1" fmla="*/ 183832 w 255269"/>
                <a:gd name="connsiteY1" fmla="*/ 266700 h 266700"/>
                <a:gd name="connsiteX2" fmla="*/ 126682 w 255269"/>
                <a:gd name="connsiteY2" fmla="*/ 174307 h 266700"/>
                <a:gd name="connsiteX3" fmla="*/ 125730 w 255269"/>
                <a:gd name="connsiteY3" fmla="*/ 174307 h 266700"/>
                <a:gd name="connsiteX4" fmla="*/ 70485 w 255269"/>
                <a:gd name="connsiteY4" fmla="*/ 266700 h 266700"/>
                <a:gd name="connsiteX5" fmla="*/ 0 w 255269"/>
                <a:gd name="connsiteY5" fmla="*/ 266700 h 266700"/>
                <a:gd name="connsiteX6" fmla="*/ 91440 w 255269"/>
                <a:gd name="connsiteY6" fmla="*/ 128588 h 266700"/>
                <a:gd name="connsiteX7" fmla="*/ 6667 w 255269"/>
                <a:gd name="connsiteY7" fmla="*/ 0 h 266700"/>
                <a:gd name="connsiteX8" fmla="*/ 77152 w 255269"/>
                <a:gd name="connsiteY8" fmla="*/ 0 h 266700"/>
                <a:gd name="connsiteX9" fmla="*/ 127635 w 255269"/>
                <a:gd name="connsiteY9" fmla="*/ 81915 h 266700"/>
                <a:gd name="connsiteX10" fmla="*/ 128588 w 255269"/>
                <a:gd name="connsiteY10" fmla="*/ 81915 h 266700"/>
                <a:gd name="connsiteX11" fmla="*/ 178117 w 255269"/>
                <a:gd name="connsiteY11" fmla="*/ 0 h 266700"/>
                <a:gd name="connsiteX12" fmla="*/ 247650 w 255269"/>
                <a:gd name="connsiteY12" fmla="*/ 0 h 266700"/>
                <a:gd name="connsiteX13" fmla="*/ 163830 w 255269"/>
                <a:gd name="connsiteY13" fmla="*/ 127635 h 266700"/>
                <a:gd name="connsiteX14" fmla="*/ 255270 w 255269"/>
                <a:gd name="connsiteY14" fmla="*/ 26670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5269" h="266700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6" name="Freihandform: Form 105">
              <a:extLst>
                <a:ext uri="{FF2B5EF4-FFF2-40B4-BE49-F238E27FC236}">
                  <a16:creationId xmlns:a16="http://schemas.microsoft.com/office/drawing/2014/main" id="{EBD1770F-AEF4-4C86-94F7-682AFD95DE4B}"/>
                </a:ext>
              </a:extLst>
            </p:cNvPr>
            <p:cNvSpPr/>
            <p:nvPr/>
          </p:nvSpPr>
          <p:spPr>
            <a:xfrm>
              <a:off x="5686407" y="2641281"/>
              <a:ext cx="225759" cy="279082"/>
            </a:xfrm>
            <a:custGeom>
              <a:avLst/>
              <a:gdLst>
                <a:gd name="connsiteX0" fmla="*/ 114317 w 225759"/>
                <a:gd name="connsiteY0" fmla="*/ 107632 h 279082"/>
                <a:gd name="connsiteX1" fmla="*/ 164799 w 225759"/>
                <a:gd name="connsiteY1" fmla="*/ 113347 h 279082"/>
                <a:gd name="connsiteX2" fmla="*/ 164799 w 225759"/>
                <a:gd name="connsiteY2" fmla="*/ 103822 h 279082"/>
                <a:gd name="connsiteX3" fmla="*/ 105744 w 225759"/>
                <a:gd name="connsiteY3" fmla="*/ 52388 h 279082"/>
                <a:gd name="connsiteX4" fmla="*/ 38117 w 225759"/>
                <a:gd name="connsiteY4" fmla="*/ 67628 h 279082"/>
                <a:gd name="connsiteX5" fmla="*/ 24782 w 225759"/>
                <a:gd name="connsiteY5" fmla="*/ 15240 h 279082"/>
                <a:gd name="connsiteX6" fmla="*/ 112412 w 225759"/>
                <a:gd name="connsiteY6" fmla="*/ 0 h 279082"/>
                <a:gd name="connsiteX7" fmla="*/ 225759 w 225759"/>
                <a:gd name="connsiteY7" fmla="*/ 102870 h 279082"/>
                <a:gd name="connsiteX8" fmla="*/ 225759 w 225759"/>
                <a:gd name="connsiteY8" fmla="*/ 273368 h 279082"/>
                <a:gd name="connsiteX9" fmla="*/ 166704 w 225759"/>
                <a:gd name="connsiteY9" fmla="*/ 273368 h 279082"/>
                <a:gd name="connsiteX10" fmla="*/ 166704 w 225759"/>
                <a:gd name="connsiteY10" fmla="*/ 244793 h 279082"/>
                <a:gd name="connsiteX11" fmla="*/ 165752 w 225759"/>
                <a:gd name="connsiteY11" fmla="*/ 244793 h 279082"/>
                <a:gd name="connsiteX12" fmla="*/ 87647 w 225759"/>
                <a:gd name="connsiteY12" fmla="*/ 279083 h 279082"/>
                <a:gd name="connsiteX13" fmla="*/ 17 w 225759"/>
                <a:gd name="connsiteY13" fmla="*/ 194310 h 279082"/>
                <a:gd name="connsiteX14" fmla="*/ 114317 w 225759"/>
                <a:gd name="connsiteY14" fmla="*/ 107632 h 279082"/>
                <a:gd name="connsiteX15" fmla="*/ 103839 w 225759"/>
                <a:gd name="connsiteY15" fmla="*/ 232410 h 279082"/>
                <a:gd name="connsiteX16" fmla="*/ 164799 w 225759"/>
                <a:gd name="connsiteY16" fmla="*/ 200025 h 279082"/>
                <a:gd name="connsiteX17" fmla="*/ 164799 w 225759"/>
                <a:gd name="connsiteY17" fmla="*/ 154305 h 279082"/>
                <a:gd name="connsiteX18" fmla="*/ 120984 w 225759"/>
                <a:gd name="connsiteY18" fmla="*/ 149543 h 279082"/>
                <a:gd name="connsiteX19" fmla="*/ 59072 w 225759"/>
                <a:gd name="connsiteY19" fmla="*/ 193358 h 279082"/>
                <a:gd name="connsiteX20" fmla="*/ 103839 w 225759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59" h="279082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7" name="Freihandform: Form 106">
              <a:extLst>
                <a:ext uri="{FF2B5EF4-FFF2-40B4-BE49-F238E27FC236}">
                  <a16:creationId xmlns:a16="http://schemas.microsoft.com/office/drawing/2014/main" id="{9FC2E010-BDCD-474A-A6F8-8BD52E984837}"/>
                </a:ext>
              </a:extLst>
            </p:cNvPr>
            <p:cNvSpPr/>
            <p:nvPr/>
          </p:nvSpPr>
          <p:spPr>
            <a:xfrm>
              <a:off x="5991224" y="2641281"/>
              <a:ext cx="229552" cy="273367"/>
            </a:xfrm>
            <a:custGeom>
              <a:avLst/>
              <a:gdLst>
                <a:gd name="connsiteX0" fmla="*/ 229553 w 229552"/>
                <a:gd name="connsiteY0" fmla="*/ 272415 h 273367"/>
                <a:gd name="connsiteX1" fmla="*/ 166688 w 229552"/>
                <a:gd name="connsiteY1" fmla="*/ 272415 h 273367"/>
                <a:gd name="connsiteX2" fmla="*/ 166688 w 229552"/>
                <a:gd name="connsiteY2" fmla="*/ 120015 h 273367"/>
                <a:gd name="connsiteX3" fmla="*/ 117157 w 229552"/>
                <a:gd name="connsiteY3" fmla="*/ 55245 h 273367"/>
                <a:gd name="connsiteX4" fmla="*/ 61913 w 229552"/>
                <a:gd name="connsiteY4" fmla="*/ 120015 h 273367"/>
                <a:gd name="connsiteX5" fmla="*/ 61913 w 229552"/>
                <a:gd name="connsiteY5" fmla="*/ 273368 h 273367"/>
                <a:gd name="connsiteX6" fmla="*/ 0 w 229552"/>
                <a:gd name="connsiteY6" fmla="*/ 273368 h 273367"/>
                <a:gd name="connsiteX7" fmla="*/ 0 w 229552"/>
                <a:gd name="connsiteY7" fmla="*/ 6668 h 273367"/>
                <a:gd name="connsiteX8" fmla="*/ 61913 w 229552"/>
                <a:gd name="connsiteY8" fmla="*/ 6668 h 273367"/>
                <a:gd name="connsiteX9" fmla="*/ 61913 w 229552"/>
                <a:gd name="connsiteY9" fmla="*/ 39053 h 273367"/>
                <a:gd name="connsiteX10" fmla="*/ 62865 w 229552"/>
                <a:gd name="connsiteY10" fmla="*/ 39053 h 273367"/>
                <a:gd name="connsiteX11" fmla="*/ 140970 w 229552"/>
                <a:gd name="connsiteY11" fmla="*/ 0 h 273367"/>
                <a:gd name="connsiteX12" fmla="*/ 228600 w 229552"/>
                <a:gd name="connsiteY12" fmla="*/ 107632 h 273367"/>
                <a:gd name="connsiteX13" fmla="*/ 228600 w 229552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52" h="273367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8" name="Freihandform: Form 107">
              <a:extLst>
                <a:ext uri="{FF2B5EF4-FFF2-40B4-BE49-F238E27FC236}">
                  <a16:creationId xmlns:a16="http://schemas.microsoft.com/office/drawing/2014/main" id="{18AF4BC2-37FE-4D4C-97FA-D42EB65D0C56}"/>
                </a:ext>
              </a:extLst>
            </p:cNvPr>
            <p:cNvSpPr/>
            <p:nvPr/>
          </p:nvSpPr>
          <p:spPr>
            <a:xfrm>
              <a:off x="6286499" y="2525076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3 w 248602"/>
                <a:gd name="connsiteY7" fmla="*/ 389573 h 396239"/>
                <a:gd name="connsiteX8" fmla="*/ 187643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1913 w 248602"/>
                <a:gd name="connsiteY12" fmla="*/ 255270 h 396239"/>
                <a:gd name="connsiteX13" fmla="*/ 123825 w 248602"/>
                <a:gd name="connsiteY13" fmla="*/ 340995 h 396239"/>
                <a:gd name="connsiteX14" fmla="*/ 187643 w 248602"/>
                <a:gd name="connsiteY14" fmla="*/ 305753 h 396239"/>
                <a:gd name="connsiteX15" fmla="*/ 187643 w 248602"/>
                <a:gd name="connsiteY15" fmla="*/ 207645 h 396239"/>
                <a:gd name="connsiteX16" fmla="*/ 123825 w 248602"/>
                <a:gd name="connsiteY16" fmla="*/ 172402 h 396239"/>
                <a:gd name="connsiteX17" fmla="*/ 61913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9" name="Freihandform: Form 108">
              <a:extLst>
                <a:ext uri="{FF2B5EF4-FFF2-40B4-BE49-F238E27FC236}">
                  <a16:creationId xmlns:a16="http://schemas.microsoft.com/office/drawing/2014/main" id="{0202D10A-B967-464F-8305-AA6FAA93839B}"/>
                </a:ext>
              </a:extLst>
            </p:cNvPr>
            <p:cNvSpPr/>
            <p:nvPr/>
          </p:nvSpPr>
          <p:spPr>
            <a:xfrm>
              <a:off x="660272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7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0" name="Freihandform: Form 109">
              <a:extLst>
                <a:ext uri="{FF2B5EF4-FFF2-40B4-BE49-F238E27FC236}">
                  <a16:creationId xmlns:a16="http://schemas.microsoft.com/office/drawing/2014/main" id="{47E67764-C4B8-41B0-B9C5-C4DF345626E1}"/>
                </a:ext>
              </a:extLst>
            </p:cNvPr>
            <p:cNvSpPr/>
            <p:nvPr/>
          </p:nvSpPr>
          <p:spPr>
            <a:xfrm>
              <a:off x="6916101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1" name="Freihandform: Form 110">
              <a:extLst>
                <a:ext uri="{FF2B5EF4-FFF2-40B4-BE49-F238E27FC236}">
                  <a16:creationId xmlns:a16="http://schemas.microsoft.com/office/drawing/2014/main" id="{2B81E770-0087-40A5-A3DA-94AC0A24BAF6}"/>
                </a:ext>
              </a:extLst>
            </p:cNvPr>
            <p:cNvSpPr/>
            <p:nvPr/>
          </p:nvSpPr>
          <p:spPr>
            <a:xfrm>
              <a:off x="7115174" y="2721291"/>
              <a:ext cx="130492" cy="59055"/>
            </a:xfrm>
            <a:custGeom>
              <a:avLst/>
              <a:gdLst>
                <a:gd name="connsiteX0" fmla="*/ 130493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3 w 130492"/>
                <a:gd name="connsiteY3" fmla="*/ 0 h 59055"/>
                <a:gd name="connsiteX4" fmla="*/ 130493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1" name="Freihandform: Form 160">
              <a:extLst>
                <a:ext uri="{FF2B5EF4-FFF2-40B4-BE49-F238E27FC236}">
                  <a16:creationId xmlns:a16="http://schemas.microsoft.com/office/drawing/2014/main" id="{EA875C85-F2F5-46FB-B389-D71C46A1DE24}"/>
                </a:ext>
              </a:extLst>
            </p:cNvPr>
            <p:cNvSpPr/>
            <p:nvPr/>
          </p:nvSpPr>
          <p:spPr>
            <a:xfrm>
              <a:off x="7324724" y="2545079"/>
              <a:ext cx="288607" cy="375284"/>
            </a:xfrm>
            <a:custGeom>
              <a:avLst/>
              <a:gdLst>
                <a:gd name="connsiteX0" fmla="*/ 288607 w 288607"/>
                <a:gd name="connsiteY0" fmla="*/ 222885 h 375284"/>
                <a:gd name="connsiteX1" fmla="*/ 143827 w 288607"/>
                <a:gd name="connsiteY1" fmla="*/ 375285 h 375284"/>
                <a:gd name="connsiteX2" fmla="*/ 0 w 288607"/>
                <a:gd name="connsiteY2" fmla="*/ 222885 h 375284"/>
                <a:gd name="connsiteX3" fmla="*/ 0 w 288607"/>
                <a:gd name="connsiteY3" fmla="*/ 0 h 375284"/>
                <a:gd name="connsiteX4" fmla="*/ 66675 w 288607"/>
                <a:gd name="connsiteY4" fmla="*/ 0 h 375284"/>
                <a:gd name="connsiteX5" fmla="*/ 66675 w 288607"/>
                <a:gd name="connsiteY5" fmla="*/ 219075 h 375284"/>
                <a:gd name="connsiteX6" fmla="*/ 144780 w 288607"/>
                <a:gd name="connsiteY6" fmla="*/ 312420 h 375284"/>
                <a:gd name="connsiteX7" fmla="*/ 220980 w 288607"/>
                <a:gd name="connsiteY7" fmla="*/ 219075 h 375284"/>
                <a:gd name="connsiteX8" fmla="*/ 220980 w 288607"/>
                <a:gd name="connsiteY8" fmla="*/ 0 h 375284"/>
                <a:gd name="connsiteX9" fmla="*/ 287655 w 288607"/>
                <a:gd name="connsiteY9" fmla="*/ 0 h 375284"/>
                <a:gd name="connsiteX10" fmla="*/ 287655 w 288607"/>
                <a:gd name="connsiteY10" fmla="*/ 222885 h 375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88607" h="375284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2" name="Freihandform: Form 161">
              <a:extLst>
                <a:ext uri="{FF2B5EF4-FFF2-40B4-BE49-F238E27FC236}">
                  <a16:creationId xmlns:a16="http://schemas.microsoft.com/office/drawing/2014/main" id="{34E2D03D-0830-486A-A6A9-F40A5230F968}"/>
                </a:ext>
              </a:extLst>
            </p:cNvPr>
            <p:cNvSpPr/>
            <p:nvPr/>
          </p:nvSpPr>
          <p:spPr>
            <a:xfrm>
              <a:off x="7697151" y="2641281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8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8 h 273367"/>
                <a:gd name="connsiteX6" fmla="*/ 0 w 228600"/>
                <a:gd name="connsiteY6" fmla="*/ 273368 h 273367"/>
                <a:gd name="connsiteX7" fmla="*/ 0 w 228600"/>
                <a:gd name="connsiteY7" fmla="*/ 6668 h 273367"/>
                <a:gd name="connsiteX8" fmla="*/ 61913 w 228600"/>
                <a:gd name="connsiteY8" fmla="*/ 6668 h 273367"/>
                <a:gd name="connsiteX9" fmla="*/ 61913 w 228600"/>
                <a:gd name="connsiteY9" fmla="*/ 39053 h 273367"/>
                <a:gd name="connsiteX10" fmla="*/ 62865 w 228600"/>
                <a:gd name="connsiteY10" fmla="*/ 39053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3" name="Freihandform: Form 162">
              <a:extLst>
                <a:ext uri="{FF2B5EF4-FFF2-40B4-BE49-F238E27FC236}">
                  <a16:creationId xmlns:a16="http://schemas.microsoft.com/office/drawing/2014/main" id="{402E3471-A6EC-4D18-B2A8-8BAE25AF636D}"/>
                </a:ext>
              </a:extLst>
            </p:cNvPr>
            <p:cNvSpPr/>
            <p:nvPr/>
          </p:nvSpPr>
          <p:spPr>
            <a:xfrm>
              <a:off x="7996237" y="2528887"/>
              <a:ext cx="79057" cy="384810"/>
            </a:xfrm>
            <a:custGeom>
              <a:avLst/>
              <a:gdLst>
                <a:gd name="connsiteX0" fmla="*/ 79057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7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4" name="Freihandform: Form 163">
              <a:extLst>
                <a:ext uri="{FF2B5EF4-FFF2-40B4-BE49-F238E27FC236}">
                  <a16:creationId xmlns:a16="http://schemas.microsoft.com/office/drawing/2014/main" id="{AEDACA6D-F2B5-49EA-A2BB-7F2DA522AD37}"/>
                </a:ext>
              </a:extLst>
            </p:cNvPr>
            <p:cNvSpPr/>
            <p:nvPr/>
          </p:nvSpPr>
          <p:spPr>
            <a:xfrm>
              <a:off x="8119109" y="2647949"/>
              <a:ext cx="259079" cy="266700"/>
            </a:xfrm>
            <a:custGeom>
              <a:avLst/>
              <a:gdLst>
                <a:gd name="connsiteX0" fmla="*/ 259080 w 259079"/>
                <a:gd name="connsiteY0" fmla="*/ 0 h 266700"/>
                <a:gd name="connsiteX1" fmla="*/ 161925 w 259079"/>
                <a:gd name="connsiteY1" fmla="*/ 266700 h 266700"/>
                <a:gd name="connsiteX2" fmla="*/ 97155 w 259079"/>
                <a:gd name="connsiteY2" fmla="*/ 266700 h 266700"/>
                <a:gd name="connsiteX3" fmla="*/ 0 w 259079"/>
                <a:gd name="connsiteY3" fmla="*/ 0 h 266700"/>
                <a:gd name="connsiteX4" fmla="*/ 68580 w 259079"/>
                <a:gd name="connsiteY4" fmla="*/ 0 h 266700"/>
                <a:gd name="connsiteX5" fmla="*/ 129540 w 259079"/>
                <a:gd name="connsiteY5" fmla="*/ 193358 h 266700"/>
                <a:gd name="connsiteX6" fmla="*/ 130492 w 259079"/>
                <a:gd name="connsiteY6" fmla="*/ 193358 h 266700"/>
                <a:gd name="connsiteX7" fmla="*/ 191452 w 259079"/>
                <a:gd name="connsiteY7" fmla="*/ 0 h 266700"/>
                <a:gd name="connsiteX8" fmla="*/ 259080 w 259079"/>
                <a:gd name="connsiteY8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9079" h="266700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5" name="Freihandform: Form 164">
              <a:extLst>
                <a:ext uri="{FF2B5EF4-FFF2-40B4-BE49-F238E27FC236}">
                  <a16:creationId xmlns:a16="http://schemas.microsoft.com/office/drawing/2014/main" id="{DC4084CA-5DB9-4485-8430-F048E5F868DC}"/>
                </a:ext>
              </a:extLst>
            </p:cNvPr>
            <p:cNvSpPr/>
            <p:nvPr/>
          </p:nvSpPr>
          <p:spPr>
            <a:xfrm>
              <a:off x="8406764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3 h 279082"/>
                <a:gd name="connsiteX7" fmla="*/ 198120 w 242887"/>
                <a:gd name="connsiteY7" fmla="*/ 194310 h 279082"/>
                <a:gd name="connsiteX8" fmla="*/ 237173 w 242887"/>
                <a:gd name="connsiteY8" fmla="*/ 235268 h 279082"/>
                <a:gd name="connsiteX9" fmla="*/ 132398 w 242887"/>
                <a:gd name="connsiteY9" fmla="*/ 279083 h 279082"/>
                <a:gd name="connsiteX10" fmla="*/ 62865 w 242887"/>
                <a:gd name="connsiteY10" fmla="*/ 115253 h 279082"/>
                <a:gd name="connsiteX11" fmla="*/ 183833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6" name="Freihandform: Form 165">
              <a:extLst>
                <a:ext uri="{FF2B5EF4-FFF2-40B4-BE49-F238E27FC236}">
                  <a16:creationId xmlns:a16="http://schemas.microsoft.com/office/drawing/2014/main" id="{FDD49516-EA60-4B95-B9D2-C3E7F48B2ACE}"/>
                </a:ext>
              </a:extLst>
            </p:cNvPr>
            <p:cNvSpPr/>
            <p:nvPr/>
          </p:nvSpPr>
          <p:spPr>
            <a:xfrm>
              <a:off x="8720137" y="2641039"/>
              <a:ext cx="160019" cy="272657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7" name="Freihandform: Form 166">
              <a:extLst>
                <a:ext uri="{FF2B5EF4-FFF2-40B4-BE49-F238E27FC236}">
                  <a16:creationId xmlns:a16="http://schemas.microsoft.com/office/drawing/2014/main" id="{5BCEF951-365A-47DF-B144-DA13EF292D61}"/>
                </a:ext>
              </a:extLst>
            </p:cNvPr>
            <p:cNvSpPr/>
            <p:nvPr/>
          </p:nvSpPr>
          <p:spPr>
            <a:xfrm>
              <a:off x="8909684" y="2640329"/>
              <a:ext cx="205739" cy="280034"/>
            </a:xfrm>
            <a:custGeom>
              <a:avLst/>
              <a:gdLst>
                <a:gd name="connsiteX0" fmla="*/ 29527 w 205739"/>
                <a:gd name="connsiteY0" fmla="*/ 198120 h 280034"/>
                <a:gd name="connsiteX1" fmla="*/ 104775 w 205739"/>
                <a:gd name="connsiteY1" fmla="*/ 227647 h 280034"/>
                <a:gd name="connsiteX2" fmla="*/ 143827 w 205739"/>
                <a:gd name="connsiteY2" fmla="*/ 200978 h 280034"/>
                <a:gd name="connsiteX3" fmla="*/ 10477 w 205739"/>
                <a:gd name="connsiteY3" fmla="*/ 82868 h 280034"/>
                <a:gd name="connsiteX4" fmla="*/ 111442 w 205739"/>
                <a:gd name="connsiteY4" fmla="*/ 0 h 280034"/>
                <a:gd name="connsiteX5" fmla="*/ 203835 w 205739"/>
                <a:gd name="connsiteY5" fmla="*/ 27622 h 280034"/>
                <a:gd name="connsiteX6" fmla="*/ 174307 w 205739"/>
                <a:gd name="connsiteY6" fmla="*/ 76200 h 280034"/>
                <a:gd name="connsiteX7" fmla="*/ 110490 w 205739"/>
                <a:gd name="connsiteY7" fmla="*/ 52387 h 280034"/>
                <a:gd name="connsiteX8" fmla="*/ 72390 w 205739"/>
                <a:gd name="connsiteY8" fmla="*/ 77153 h 280034"/>
                <a:gd name="connsiteX9" fmla="*/ 205740 w 205739"/>
                <a:gd name="connsiteY9" fmla="*/ 195262 h 280034"/>
                <a:gd name="connsiteX10" fmla="*/ 102870 w 205739"/>
                <a:gd name="connsiteY10" fmla="*/ 280035 h 280034"/>
                <a:gd name="connsiteX11" fmla="*/ 0 w 205739"/>
                <a:gd name="connsiteY11" fmla="*/ 247650 h 280034"/>
                <a:gd name="connsiteX12" fmla="*/ 29527 w 205739"/>
                <a:gd name="connsiteY12" fmla="*/ 198120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4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8" name="Freihandform: Form 167">
              <a:extLst>
                <a:ext uri="{FF2B5EF4-FFF2-40B4-BE49-F238E27FC236}">
                  <a16:creationId xmlns:a16="http://schemas.microsoft.com/office/drawing/2014/main" id="{683A02B9-87B9-42C6-A66E-EE963D0E48AB}"/>
                </a:ext>
              </a:extLst>
            </p:cNvPr>
            <p:cNvSpPr/>
            <p:nvPr/>
          </p:nvSpPr>
          <p:spPr>
            <a:xfrm>
              <a:off x="9173526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3 w 79057"/>
                <a:gd name="connsiteY1" fmla="*/ 76200 h 384810"/>
                <a:gd name="connsiteX2" fmla="*/ 0 w 79057"/>
                <a:gd name="connsiteY2" fmla="*/ 38100 h 384810"/>
                <a:gd name="connsiteX3" fmla="*/ 39053 w 79057"/>
                <a:gd name="connsiteY3" fmla="*/ 0 h 384810"/>
                <a:gd name="connsiteX4" fmla="*/ 79058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9" name="Freihandform: Form 168">
              <a:extLst>
                <a:ext uri="{FF2B5EF4-FFF2-40B4-BE49-F238E27FC236}">
                  <a16:creationId xmlns:a16="http://schemas.microsoft.com/office/drawing/2014/main" id="{03E1D314-1BE4-4D91-906A-39A39510A066}"/>
                </a:ext>
              </a:extLst>
            </p:cNvPr>
            <p:cNvSpPr/>
            <p:nvPr/>
          </p:nvSpPr>
          <p:spPr>
            <a:xfrm>
              <a:off x="9297351" y="2562224"/>
              <a:ext cx="165735" cy="358139"/>
            </a:xfrm>
            <a:custGeom>
              <a:avLst/>
              <a:gdLst>
                <a:gd name="connsiteX0" fmla="*/ 165735 w 165735"/>
                <a:gd name="connsiteY0" fmla="*/ 295275 h 358139"/>
                <a:gd name="connsiteX1" fmla="*/ 165735 w 165735"/>
                <a:gd name="connsiteY1" fmla="*/ 348615 h 358139"/>
                <a:gd name="connsiteX2" fmla="*/ 113348 w 165735"/>
                <a:gd name="connsiteY2" fmla="*/ 358140 h 358139"/>
                <a:gd name="connsiteX3" fmla="*/ 40958 w 165735"/>
                <a:gd name="connsiteY3" fmla="*/ 282892 h 358139"/>
                <a:gd name="connsiteX4" fmla="*/ 40958 w 165735"/>
                <a:gd name="connsiteY4" fmla="*/ 137160 h 358139"/>
                <a:gd name="connsiteX5" fmla="*/ 0 w 165735"/>
                <a:gd name="connsiteY5" fmla="*/ 137160 h 358139"/>
                <a:gd name="connsiteX6" fmla="*/ 0 w 165735"/>
                <a:gd name="connsiteY6" fmla="*/ 85725 h 358139"/>
                <a:gd name="connsiteX7" fmla="*/ 40005 w 165735"/>
                <a:gd name="connsiteY7" fmla="*/ 85725 h 358139"/>
                <a:gd name="connsiteX8" fmla="*/ 40005 w 165735"/>
                <a:gd name="connsiteY8" fmla="*/ 13335 h 358139"/>
                <a:gd name="connsiteX9" fmla="*/ 101918 w 165735"/>
                <a:gd name="connsiteY9" fmla="*/ 0 h 358139"/>
                <a:gd name="connsiteX10" fmla="*/ 101918 w 165735"/>
                <a:gd name="connsiteY10" fmla="*/ 86677 h 358139"/>
                <a:gd name="connsiteX11" fmla="*/ 165735 w 165735"/>
                <a:gd name="connsiteY11" fmla="*/ 86677 h 358139"/>
                <a:gd name="connsiteX12" fmla="*/ 165735 w 165735"/>
                <a:gd name="connsiteY12" fmla="*/ 138113 h 358139"/>
                <a:gd name="connsiteX13" fmla="*/ 101918 w 165735"/>
                <a:gd name="connsiteY13" fmla="*/ 138113 h 358139"/>
                <a:gd name="connsiteX14" fmla="*/ 101918 w 165735"/>
                <a:gd name="connsiteY14" fmla="*/ 269558 h 358139"/>
                <a:gd name="connsiteX15" fmla="*/ 130493 w 165735"/>
                <a:gd name="connsiteY15" fmla="*/ 304800 h 358139"/>
                <a:gd name="connsiteX16" fmla="*/ 165735 w 165735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0" name="Freihandform: Form 169">
              <a:extLst>
                <a:ext uri="{FF2B5EF4-FFF2-40B4-BE49-F238E27FC236}">
                  <a16:creationId xmlns:a16="http://schemas.microsoft.com/office/drawing/2014/main" id="{82CCDC97-7480-43E2-A280-1F630D229367}"/>
                </a:ext>
              </a:extLst>
            </p:cNvPr>
            <p:cNvSpPr/>
            <p:nvPr/>
          </p:nvSpPr>
          <p:spPr>
            <a:xfrm>
              <a:off x="9511664" y="2533649"/>
              <a:ext cx="225742" cy="386714"/>
            </a:xfrm>
            <a:custGeom>
              <a:avLst/>
              <a:gdLst>
                <a:gd name="connsiteX0" fmla="*/ 114300 w 225742"/>
                <a:gd name="connsiteY0" fmla="*/ 215265 h 386714"/>
                <a:gd name="connsiteX1" fmla="*/ 164783 w 225742"/>
                <a:gd name="connsiteY1" fmla="*/ 220980 h 386714"/>
                <a:gd name="connsiteX2" fmla="*/ 164783 w 225742"/>
                <a:gd name="connsiteY2" fmla="*/ 211455 h 386714"/>
                <a:gd name="connsiteX3" fmla="*/ 105728 w 225742"/>
                <a:gd name="connsiteY3" fmla="*/ 160020 h 386714"/>
                <a:gd name="connsiteX4" fmla="*/ 38100 w 225742"/>
                <a:gd name="connsiteY4" fmla="*/ 175260 h 386714"/>
                <a:gd name="connsiteX5" fmla="*/ 24765 w 225742"/>
                <a:gd name="connsiteY5" fmla="*/ 122873 h 386714"/>
                <a:gd name="connsiteX6" fmla="*/ 112395 w 225742"/>
                <a:gd name="connsiteY6" fmla="*/ 107632 h 386714"/>
                <a:gd name="connsiteX7" fmla="*/ 225743 w 225742"/>
                <a:gd name="connsiteY7" fmla="*/ 210502 h 386714"/>
                <a:gd name="connsiteX8" fmla="*/ 225743 w 225742"/>
                <a:gd name="connsiteY8" fmla="*/ 381000 h 386714"/>
                <a:gd name="connsiteX9" fmla="*/ 166688 w 225742"/>
                <a:gd name="connsiteY9" fmla="*/ 381000 h 386714"/>
                <a:gd name="connsiteX10" fmla="*/ 166688 w 225742"/>
                <a:gd name="connsiteY10" fmla="*/ 352425 h 386714"/>
                <a:gd name="connsiteX11" fmla="*/ 165735 w 225742"/>
                <a:gd name="connsiteY11" fmla="*/ 352425 h 386714"/>
                <a:gd name="connsiteX12" fmla="*/ 87630 w 225742"/>
                <a:gd name="connsiteY12" fmla="*/ 386715 h 386714"/>
                <a:gd name="connsiteX13" fmla="*/ 0 w 225742"/>
                <a:gd name="connsiteY13" fmla="*/ 301942 h 386714"/>
                <a:gd name="connsiteX14" fmla="*/ 114300 w 225742"/>
                <a:gd name="connsiteY14" fmla="*/ 215265 h 386714"/>
                <a:gd name="connsiteX15" fmla="*/ 63818 w 225742"/>
                <a:gd name="connsiteY15" fmla="*/ 72390 h 386714"/>
                <a:gd name="connsiteX16" fmla="*/ 26670 w 225742"/>
                <a:gd name="connsiteY16" fmla="*/ 36195 h 386714"/>
                <a:gd name="connsiteX17" fmla="*/ 63818 w 225742"/>
                <a:gd name="connsiteY17" fmla="*/ 0 h 386714"/>
                <a:gd name="connsiteX18" fmla="*/ 100965 w 225742"/>
                <a:gd name="connsiteY18" fmla="*/ 36195 h 386714"/>
                <a:gd name="connsiteX19" fmla="*/ 63818 w 225742"/>
                <a:gd name="connsiteY19" fmla="*/ 72390 h 386714"/>
                <a:gd name="connsiteX20" fmla="*/ 103823 w 225742"/>
                <a:gd name="connsiteY20" fmla="*/ 340042 h 386714"/>
                <a:gd name="connsiteX21" fmla="*/ 164783 w 225742"/>
                <a:gd name="connsiteY21" fmla="*/ 307658 h 386714"/>
                <a:gd name="connsiteX22" fmla="*/ 164783 w 225742"/>
                <a:gd name="connsiteY22" fmla="*/ 261938 h 386714"/>
                <a:gd name="connsiteX23" fmla="*/ 120968 w 225742"/>
                <a:gd name="connsiteY23" fmla="*/ 257175 h 386714"/>
                <a:gd name="connsiteX24" fmla="*/ 59055 w 225742"/>
                <a:gd name="connsiteY24" fmla="*/ 300990 h 386714"/>
                <a:gd name="connsiteX25" fmla="*/ 103823 w 225742"/>
                <a:gd name="connsiteY25" fmla="*/ 340042 h 386714"/>
                <a:gd name="connsiteX26" fmla="*/ 172403 w 225742"/>
                <a:gd name="connsiteY26" fmla="*/ 72390 h 386714"/>
                <a:gd name="connsiteX27" fmla="*/ 135255 w 225742"/>
                <a:gd name="connsiteY27" fmla="*/ 36195 h 386714"/>
                <a:gd name="connsiteX28" fmla="*/ 172403 w 225742"/>
                <a:gd name="connsiteY28" fmla="*/ 0 h 386714"/>
                <a:gd name="connsiteX29" fmla="*/ 209550 w 225742"/>
                <a:gd name="connsiteY29" fmla="*/ 36195 h 386714"/>
                <a:gd name="connsiteX30" fmla="*/ 172403 w 225742"/>
                <a:gd name="connsiteY30" fmla="*/ 72390 h 386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4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1" name="Freihandform: Form 170">
              <a:extLst>
                <a:ext uri="{FF2B5EF4-FFF2-40B4-BE49-F238E27FC236}">
                  <a16:creationId xmlns:a16="http://schemas.microsoft.com/office/drawing/2014/main" id="{E50BE68B-7749-4F77-9172-E959A95D111D}"/>
                </a:ext>
              </a:extLst>
            </p:cNvPr>
            <p:cNvSpPr/>
            <p:nvPr/>
          </p:nvSpPr>
          <p:spPr>
            <a:xfrm>
              <a:off x="9785984" y="2562224"/>
              <a:ext cx="165734" cy="358139"/>
            </a:xfrm>
            <a:custGeom>
              <a:avLst/>
              <a:gdLst>
                <a:gd name="connsiteX0" fmla="*/ 165735 w 165734"/>
                <a:gd name="connsiteY0" fmla="*/ 295275 h 358139"/>
                <a:gd name="connsiteX1" fmla="*/ 165735 w 165734"/>
                <a:gd name="connsiteY1" fmla="*/ 348615 h 358139"/>
                <a:gd name="connsiteX2" fmla="*/ 113347 w 165734"/>
                <a:gd name="connsiteY2" fmla="*/ 358140 h 358139"/>
                <a:gd name="connsiteX3" fmla="*/ 40957 w 165734"/>
                <a:gd name="connsiteY3" fmla="*/ 282892 h 358139"/>
                <a:gd name="connsiteX4" fmla="*/ 40957 w 165734"/>
                <a:gd name="connsiteY4" fmla="*/ 137160 h 358139"/>
                <a:gd name="connsiteX5" fmla="*/ 0 w 165734"/>
                <a:gd name="connsiteY5" fmla="*/ 137160 h 358139"/>
                <a:gd name="connsiteX6" fmla="*/ 0 w 165734"/>
                <a:gd name="connsiteY6" fmla="*/ 85725 h 358139"/>
                <a:gd name="connsiteX7" fmla="*/ 40005 w 165734"/>
                <a:gd name="connsiteY7" fmla="*/ 85725 h 358139"/>
                <a:gd name="connsiteX8" fmla="*/ 40005 w 165734"/>
                <a:gd name="connsiteY8" fmla="*/ 13335 h 358139"/>
                <a:gd name="connsiteX9" fmla="*/ 101917 w 165734"/>
                <a:gd name="connsiteY9" fmla="*/ 0 h 358139"/>
                <a:gd name="connsiteX10" fmla="*/ 101917 w 165734"/>
                <a:gd name="connsiteY10" fmla="*/ 86677 h 358139"/>
                <a:gd name="connsiteX11" fmla="*/ 165735 w 165734"/>
                <a:gd name="connsiteY11" fmla="*/ 86677 h 358139"/>
                <a:gd name="connsiteX12" fmla="*/ 165735 w 165734"/>
                <a:gd name="connsiteY12" fmla="*/ 138113 h 358139"/>
                <a:gd name="connsiteX13" fmla="*/ 101917 w 165734"/>
                <a:gd name="connsiteY13" fmla="*/ 138113 h 358139"/>
                <a:gd name="connsiteX14" fmla="*/ 101917 w 165734"/>
                <a:gd name="connsiteY14" fmla="*/ 269558 h 358139"/>
                <a:gd name="connsiteX15" fmla="*/ 130492 w 165734"/>
                <a:gd name="connsiteY15" fmla="*/ 304800 h 358139"/>
                <a:gd name="connsiteX16" fmla="*/ 165735 w 165734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2" name="Freihandform: Form 171">
              <a:extLst>
                <a:ext uri="{FF2B5EF4-FFF2-40B4-BE49-F238E27FC236}">
                  <a16:creationId xmlns:a16="http://schemas.microsoft.com/office/drawing/2014/main" id="{A40B095B-7AF5-4ED7-A633-F4D6D308DCA7}"/>
                </a:ext>
              </a:extLst>
            </p:cNvPr>
            <p:cNvSpPr/>
            <p:nvPr/>
          </p:nvSpPr>
          <p:spPr>
            <a:xfrm>
              <a:off x="2242184" y="3122294"/>
              <a:ext cx="275272" cy="368617"/>
            </a:xfrm>
            <a:custGeom>
              <a:avLst/>
              <a:gdLst>
                <a:gd name="connsiteX0" fmla="*/ 275273 w 275272"/>
                <a:gd name="connsiteY0" fmla="*/ 60960 h 368617"/>
                <a:gd name="connsiteX1" fmla="*/ 170498 w 275272"/>
                <a:gd name="connsiteY1" fmla="*/ 60960 h 368617"/>
                <a:gd name="connsiteX2" fmla="*/ 170498 w 275272"/>
                <a:gd name="connsiteY2" fmla="*/ 368617 h 368617"/>
                <a:gd name="connsiteX3" fmla="*/ 104775 w 275272"/>
                <a:gd name="connsiteY3" fmla="*/ 368617 h 368617"/>
                <a:gd name="connsiteX4" fmla="*/ 104775 w 275272"/>
                <a:gd name="connsiteY4" fmla="*/ 60960 h 368617"/>
                <a:gd name="connsiteX5" fmla="*/ 0 w 275272"/>
                <a:gd name="connsiteY5" fmla="*/ 60960 h 368617"/>
                <a:gd name="connsiteX6" fmla="*/ 0 w 275272"/>
                <a:gd name="connsiteY6" fmla="*/ 0 h 368617"/>
                <a:gd name="connsiteX7" fmla="*/ 275273 w 275272"/>
                <a:gd name="connsiteY7" fmla="*/ 0 h 368617"/>
                <a:gd name="connsiteX8" fmla="*/ 275273 w 275272"/>
                <a:gd name="connsiteY8" fmla="*/ 60960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5272" h="368617">
                  <a:moveTo>
                    <a:pt x="275273" y="60960"/>
                  </a:moveTo>
                  <a:lnTo>
                    <a:pt x="170498" y="60960"/>
                  </a:lnTo>
                  <a:lnTo>
                    <a:pt x="170498" y="368617"/>
                  </a:lnTo>
                  <a:lnTo>
                    <a:pt x="104775" y="368617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75273" y="0"/>
                  </a:lnTo>
                  <a:lnTo>
                    <a:pt x="275273" y="6096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3" name="Freihandform: Form 172">
              <a:extLst>
                <a:ext uri="{FF2B5EF4-FFF2-40B4-BE49-F238E27FC236}">
                  <a16:creationId xmlns:a16="http://schemas.microsoft.com/office/drawing/2014/main" id="{C087BE32-DA94-4094-A1C5-68E43E197CD9}"/>
                </a:ext>
              </a:extLst>
            </p:cNvPr>
            <p:cNvSpPr/>
            <p:nvPr/>
          </p:nvSpPr>
          <p:spPr>
            <a:xfrm>
              <a:off x="2519362" y="3217544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3817 w 242887"/>
                <a:gd name="connsiteY5" fmla="*/ 160972 h 279082"/>
                <a:gd name="connsiteX6" fmla="*/ 133350 w 242887"/>
                <a:gd name="connsiteY6" fmla="*/ 225742 h 279082"/>
                <a:gd name="connsiteX7" fmla="*/ 199073 w 242887"/>
                <a:gd name="connsiteY7" fmla="*/ 194310 h 279082"/>
                <a:gd name="connsiteX8" fmla="*/ 238125 w 242887"/>
                <a:gd name="connsiteY8" fmla="*/ 235267 h 279082"/>
                <a:gd name="connsiteX9" fmla="*/ 132398 w 242887"/>
                <a:gd name="connsiteY9" fmla="*/ 279083 h 279082"/>
                <a:gd name="connsiteX10" fmla="*/ 62865 w 242887"/>
                <a:gd name="connsiteY10" fmla="*/ 115252 h 279082"/>
                <a:gd name="connsiteX11" fmla="*/ 183833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3817" y="160972"/>
                  </a:lnTo>
                  <a:cubicBezTo>
                    <a:pt x="70485" y="201930"/>
                    <a:pt x="95250" y="225742"/>
                    <a:pt x="133350" y="225742"/>
                  </a:cubicBezTo>
                  <a:cubicBezTo>
                    <a:pt x="158115" y="225742"/>
                    <a:pt x="178117" y="216217"/>
                    <a:pt x="199073" y="194310"/>
                  </a:cubicBezTo>
                  <a:lnTo>
                    <a:pt x="238125" y="235267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4" name="Freihandform: Form 173">
              <a:extLst>
                <a:ext uri="{FF2B5EF4-FFF2-40B4-BE49-F238E27FC236}">
                  <a16:creationId xmlns:a16="http://schemas.microsoft.com/office/drawing/2014/main" id="{610EF90D-D961-4886-A667-E29488DD3B72}"/>
                </a:ext>
              </a:extLst>
            </p:cNvPr>
            <p:cNvSpPr/>
            <p:nvPr/>
          </p:nvSpPr>
          <p:spPr>
            <a:xfrm>
              <a:off x="2816541" y="3216591"/>
              <a:ext cx="224790" cy="280035"/>
            </a:xfrm>
            <a:custGeom>
              <a:avLst/>
              <a:gdLst>
                <a:gd name="connsiteX0" fmla="*/ 222885 w 224790"/>
                <a:gd name="connsiteY0" fmla="*/ 237173 h 280035"/>
                <a:gd name="connsiteX1" fmla="*/ 127635 w 224790"/>
                <a:gd name="connsiteY1" fmla="*/ 280035 h 280035"/>
                <a:gd name="connsiteX2" fmla="*/ 0 w 224790"/>
                <a:gd name="connsiteY2" fmla="*/ 140970 h 280035"/>
                <a:gd name="connsiteX3" fmla="*/ 128588 w 224790"/>
                <a:gd name="connsiteY3" fmla="*/ 0 h 280035"/>
                <a:gd name="connsiteX4" fmla="*/ 224790 w 224790"/>
                <a:gd name="connsiteY4" fmla="*/ 45720 h 280035"/>
                <a:gd name="connsiteX5" fmla="*/ 181928 w 224790"/>
                <a:gd name="connsiteY5" fmla="*/ 86678 h 280035"/>
                <a:gd name="connsiteX6" fmla="*/ 128588 w 224790"/>
                <a:gd name="connsiteY6" fmla="*/ 57150 h 280035"/>
                <a:gd name="connsiteX7" fmla="*/ 62865 w 224790"/>
                <a:gd name="connsiteY7" fmla="*/ 140017 h 280035"/>
                <a:gd name="connsiteX8" fmla="*/ 128588 w 224790"/>
                <a:gd name="connsiteY8" fmla="*/ 222885 h 280035"/>
                <a:gd name="connsiteX9" fmla="*/ 183833 w 224790"/>
                <a:gd name="connsiteY9" fmla="*/ 193358 h 280035"/>
                <a:gd name="connsiteX10" fmla="*/ 222885 w 224790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5" name="Freihandform: Form 174">
              <a:extLst>
                <a:ext uri="{FF2B5EF4-FFF2-40B4-BE49-F238E27FC236}">
                  <a16:creationId xmlns:a16="http://schemas.microsoft.com/office/drawing/2014/main" id="{3CC725CA-1995-466A-BBFB-E4CC489DC9A3}"/>
                </a:ext>
              </a:extLst>
            </p:cNvPr>
            <p:cNvSpPr/>
            <p:nvPr/>
          </p:nvSpPr>
          <p:spPr>
            <a:xfrm>
              <a:off x="3095624" y="3101339"/>
              <a:ext cx="228600" cy="389572"/>
            </a:xfrm>
            <a:custGeom>
              <a:avLst/>
              <a:gdLst>
                <a:gd name="connsiteX0" fmla="*/ 228600 w 228600"/>
                <a:gd name="connsiteY0" fmla="*/ 388620 h 389572"/>
                <a:gd name="connsiteX1" fmla="*/ 166688 w 228600"/>
                <a:gd name="connsiteY1" fmla="*/ 388620 h 389572"/>
                <a:gd name="connsiteX2" fmla="*/ 166688 w 228600"/>
                <a:gd name="connsiteY2" fmla="*/ 236220 h 389572"/>
                <a:gd name="connsiteX3" fmla="*/ 117158 w 228600"/>
                <a:gd name="connsiteY3" fmla="*/ 171450 h 389572"/>
                <a:gd name="connsiteX4" fmla="*/ 61913 w 228600"/>
                <a:gd name="connsiteY4" fmla="*/ 236220 h 389572"/>
                <a:gd name="connsiteX5" fmla="*/ 61913 w 228600"/>
                <a:gd name="connsiteY5" fmla="*/ 389573 h 389572"/>
                <a:gd name="connsiteX6" fmla="*/ 0 w 228600"/>
                <a:gd name="connsiteY6" fmla="*/ 389573 h 389572"/>
                <a:gd name="connsiteX7" fmla="*/ 0 w 228600"/>
                <a:gd name="connsiteY7" fmla="*/ 15240 h 389572"/>
                <a:gd name="connsiteX8" fmla="*/ 61913 w 228600"/>
                <a:gd name="connsiteY8" fmla="*/ 0 h 389572"/>
                <a:gd name="connsiteX9" fmla="*/ 61913 w 228600"/>
                <a:gd name="connsiteY9" fmla="*/ 155258 h 389572"/>
                <a:gd name="connsiteX10" fmla="*/ 62865 w 228600"/>
                <a:gd name="connsiteY10" fmla="*/ 155258 h 389572"/>
                <a:gd name="connsiteX11" fmla="*/ 140970 w 228600"/>
                <a:gd name="connsiteY11" fmla="*/ 116205 h 389572"/>
                <a:gd name="connsiteX12" fmla="*/ 228600 w 228600"/>
                <a:gd name="connsiteY12" fmla="*/ 223838 h 389572"/>
                <a:gd name="connsiteX13" fmla="*/ 228600 w 228600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89572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6" name="Freihandform: Form 175">
              <a:extLst>
                <a:ext uri="{FF2B5EF4-FFF2-40B4-BE49-F238E27FC236}">
                  <a16:creationId xmlns:a16="http://schemas.microsoft.com/office/drawing/2014/main" id="{A679DB96-810C-4354-B51A-032CFEFED6D5}"/>
                </a:ext>
              </a:extLst>
            </p:cNvPr>
            <p:cNvSpPr/>
            <p:nvPr/>
          </p:nvSpPr>
          <p:spPr>
            <a:xfrm>
              <a:off x="3404234" y="3217544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8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3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7" name="Freihandform: Form 176">
              <a:extLst>
                <a:ext uri="{FF2B5EF4-FFF2-40B4-BE49-F238E27FC236}">
                  <a16:creationId xmlns:a16="http://schemas.microsoft.com/office/drawing/2014/main" id="{128EA777-D1F4-47DC-93D5-A5DF6BD4D2D2}"/>
                </a:ext>
              </a:extLst>
            </p:cNvPr>
            <p:cNvSpPr/>
            <p:nvPr/>
          </p:nvSpPr>
          <p:spPr>
            <a:xfrm>
              <a:off x="3703319" y="3105149"/>
              <a:ext cx="79057" cy="384809"/>
            </a:xfrm>
            <a:custGeom>
              <a:avLst/>
              <a:gdLst>
                <a:gd name="connsiteX0" fmla="*/ 79058 w 79057"/>
                <a:gd name="connsiteY0" fmla="*/ 38100 h 384809"/>
                <a:gd name="connsiteX1" fmla="*/ 39052 w 79057"/>
                <a:gd name="connsiteY1" fmla="*/ 76200 h 384809"/>
                <a:gd name="connsiteX2" fmla="*/ 0 w 79057"/>
                <a:gd name="connsiteY2" fmla="*/ 38100 h 384809"/>
                <a:gd name="connsiteX3" fmla="*/ 39052 w 79057"/>
                <a:gd name="connsiteY3" fmla="*/ 0 h 384809"/>
                <a:gd name="connsiteX4" fmla="*/ 79058 w 79057"/>
                <a:gd name="connsiteY4" fmla="*/ 38100 h 384809"/>
                <a:gd name="connsiteX5" fmla="*/ 70485 w 79057"/>
                <a:gd name="connsiteY5" fmla="*/ 384810 h 384809"/>
                <a:gd name="connsiteX6" fmla="*/ 8572 w 79057"/>
                <a:gd name="connsiteY6" fmla="*/ 384810 h 384809"/>
                <a:gd name="connsiteX7" fmla="*/ 8572 w 79057"/>
                <a:gd name="connsiteY7" fmla="*/ 118110 h 384809"/>
                <a:gd name="connsiteX8" fmla="*/ 70485 w 79057"/>
                <a:gd name="connsiteY8" fmla="*/ 118110 h 384809"/>
                <a:gd name="connsiteX9" fmla="*/ 70485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8" name="Freihandform: Form 177">
              <a:extLst>
                <a:ext uri="{FF2B5EF4-FFF2-40B4-BE49-F238E27FC236}">
                  <a16:creationId xmlns:a16="http://schemas.microsoft.com/office/drawing/2014/main" id="{4ED8FD9A-7134-4B69-86C9-5584AABA0DA1}"/>
                </a:ext>
              </a:extLst>
            </p:cNvPr>
            <p:cNvSpPr/>
            <p:nvPr/>
          </p:nvSpPr>
          <p:spPr>
            <a:xfrm>
              <a:off x="3830954" y="3216591"/>
              <a:ext cx="205740" cy="280035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2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2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9" name="Freihandform: Form 178">
              <a:extLst>
                <a:ext uri="{FF2B5EF4-FFF2-40B4-BE49-F238E27FC236}">
                  <a16:creationId xmlns:a16="http://schemas.microsoft.com/office/drawing/2014/main" id="{F136C0CB-E9EC-4D79-ABB6-F229DA9FF529}"/>
                </a:ext>
              </a:extLst>
            </p:cNvPr>
            <p:cNvSpPr/>
            <p:nvPr/>
          </p:nvSpPr>
          <p:spPr>
            <a:xfrm>
              <a:off x="4087177" y="3216591"/>
              <a:ext cx="224790" cy="280035"/>
            </a:xfrm>
            <a:custGeom>
              <a:avLst/>
              <a:gdLst>
                <a:gd name="connsiteX0" fmla="*/ 222885 w 224790"/>
                <a:gd name="connsiteY0" fmla="*/ 237173 h 280035"/>
                <a:gd name="connsiteX1" fmla="*/ 127635 w 224790"/>
                <a:gd name="connsiteY1" fmla="*/ 280035 h 280035"/>
                <a:gd name="connsiteX2" fmla="*/ 0 w 224790"/>
                <a:gd name="connsiteY2" fmla="*/ 140970 h 280035"/>
                <a:gd name="connsiteX3" fmla="*/ 128588 w 224790"/>
                <a:gd name="connsiteY3" fmla="*/ 0 h 280035"/>
                <a:gd name="connsiteX4" fmla="*/ 224790 w 224790"/>
                <a:gd name="connsiteY4" fmla="*/ 45720 h 280035"/>
                <a:gd name="connsiteX5" fmla="*/ 181928 w 224790"/>
                <a:gd name="connsiteY5" fmla="*/ 86678 h 280035"/>
                <a:gd name="connsiteX6" fmla="*/ 128588 w 224790"/>
                <a:gd name="connsiteY6" fmla="*/ 57150 h 280035"/>
                <a:gd name="connsiteX7" fmla="*/ 62865 w 224790"/>
                <a:gd name="connsiteY7" fmla="*/ 140017 h 280035"/>
                <a:gd name="connsiteX8" fmla="*/ 128588 w 224790"/>
                <a:gd name="connsiteY8" fmla="*/ 222885 h 280035"/>
                <a:gd name="connsiteX9" fmla="*/ 183832 w 224790"/>
                <a:gd name="connsiteY9" fmla="*/ 193358 h 280035"/>
                <a:gd name="connsiteX10" fmla="*/ 222885 w 224790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5735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0" name="Freihandform: Form 179">
              <a:extLst>
                <a:ext uri="{FF2B5EF4-FFF2-40B4-BE49-F238E27FC236}">
                  <a16:creationId xmlns:a16="http://schemas.microsoft.com/office/drawing/2014/main" id="{56B10647-27C1-42C9-9CE4-63BC66AAEC60}"/>
                </a:ext>
              </a:extLst>
            </p:cNvPr>
            <p:cNvSpPr/>
            <p:nvPr/>
          </p:nvSpPr>
          <p:spPr>
            <a:xfrm>
              <a:off x="4366259" y="3101339"/>
              <a:ext cx="228600" cy="389572"/>
            </a:xfrm>
            <a:custGeom>
              <a:avLst/>
              <a:gdLst>
                <a:gd name="connsiteX0" fmla="*/ 228600 w 228600"/>
                <a:gd name="connsiteY0" fmla="*/ 388620 h 389572"/>
                <a:gd name="connsiteX1" fmla="*/ 166688 w 228600"/>
                <a:gd name="connsiteY1" fmla="*/ 388620 h 389572"/>
                <a:gd name="connsiteX2" fmla="*/ 166688 w 228600"/>
                <a:gd name="connsiteY2" fmla="*/ 236220 h 389572"/>
                <a:gd name="connsiteX3" fmla="*/ 117158 w 228600"/>
                <a:gd name="connsiteY3" fmla="*/ 171450 h 389572"/>
                <a:gd name="connsiteX4" fmla="*/ 61913 w 228600"/>
                <a:gd name="connsiteY4" fmla="*/ 236220 h 389572"/>
                <a:gd name="connsiteX5" fmla="*/ 61913 w 228600"/>
                <a:gd name="connsiteY5" fmla="*/ 389573 h 389572"/>
                <a:gd name="connsiteX6" fmla="*/ 0 w 228600"/>
                <a:gd name="connsiteY6" fmla="*/ 389573 h 389572"/>
                <a:gd name="connsiteX7" fmla="*/ 0 w 228600"/>
                <a:gd name="connsiteY7" fmla="*/ 15240 h 389572"/>
                <a:gd name="connsiteX8" fmla="*/ 61913 w 228600"/>
                <a:gd name="connsiteY8" fmla="*/ 0 h 389572"/>
                <a:gd name="connsiteX9" fmla="*/ 61913 w 228600"/>
                <a:gd name="connsiteY9" fmla="*/ 155258 h 389572"/>
                <a:gd name="connsiteX10" fmla="*/ 62865 w 228600"/>
                <a:gd name="connsiteY10" fmla="*/ 155258 h 389572"/>
                <a:gd name="connsiteX11" fmla="*/ 140970 w 228600"/>
                <a:gd name="connsiteY11" fmla="*/ 116205 h 389572"/>
                <a:gd name="connsiteX12" fmla="*/ 228600 w 228600"/>
                <a:gd name="connsiteY12" fmla="*/ 223838 h 389572"/>
                <a:gd name="connsiteX13" fmla="*/ 228600 w 228600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89572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1" name="Freihandform: Form 180">
              <a:extLst>
                <a:ext uri="{FF2B5EF4-FFF2-40B4-BE49-F238E27FC236}">
                  <a16:creationId xmlns:a16="http://schemas.microsoft.com/office/drawing/2014/main" id="{4694EE07-7C6D-4AEB-9248-C77C0C2DA2C9}"/>
                </a:ext>
              </a:extLst>
            </p:cNvPr>
            <p:cNvSpPr/>
            <p:nvPr/>
          </p:nvSpPr>
          <p:spPr>
            <a:xfrm>
              <a:off x="4659629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2" name="Freihandform: Form 181">
              <a:extLst>
                <a:ext uri="{FF2B5EF4-FFF2-40B4-BE49-F238E27FC236}">
                  <a16:creationId xmlns:a16="http://schemas.microsoft.com/office/drawing/2014/main" id="{4C49C4B4-927F-405D-9CBA-4D5DAADCBB4D}"/>
                </a:ext>
              </a:extLst>
            </p:cNvPr>
            <p:cNvSpPr/>
            <p:nvPr/>
          </p:nvSpPr>
          <p:spPr>
            <a:xfrm>
              <a:off x="5130164" y="3122294"/>
              <a:ext cx="231457" cy="368617"/>
            </a:xfrm>
            <a:custGeom>
              <a:avLst/>
              <a:gdLst>
                <a:gd name="connsiteX0" fmla="*/ 231457 w 231457"/>
                <a:gd name="connsiteY0" fmla="*/ 60007 h 368617"/>
                <a:gd name="connsiteX1" fmla="*/ 65722 w 231457"/>
                <a:gd name="connsiteY1" fmla="*/ 60007 h 368617"/>
                <a:gd name="connsiteX2" fmla="*/ 65722 w 231457"/>
                <a:gd name="connsiteY2" fmla="*/ 151447 h 368617"/>
                <a:gd name="connsiteX3" fmla="*/ 189547 w 231457"/>
                <a:gd name="connsiteY3" fmla="*/ 151447 h 368617"/>
                <a:gd name="connsiteX4" fmla="*/ 189547 w 231457"/>
                <a:gd name="connsiteY4" fmla="*/ 211455 h 368617"/>
                <a:gd name="connsiteX5" fmla="*/ 65722 w 231457"/>
                <a:gd name="connsiteY5" fmla="*/ 211455 h 368617"/>
                <a:gd name="connsiteX6" fmla="*/ 65722 w 231457"/>
                <a:gd name="connsiteY6" fmla="*/ 368617 h 368617"/>
                <a:gd name="connsiteX7" fmla="*/ 0 w 231457"/>
                <a:gd name="connsiteY7" fmla="*/ 368617 h 368617"/>
                <a:gd name="connsiteX8" fmla="*/ 0 w 231457"/>
                <a:gd name="connsiteY8" fmla="*/ 0 h 368617"/>
                <a:gd name="connsiteX9" fmla="*/ 231457 w 231457"/>
                <a:gd name="connsiteY9" fmla="*/ 0 h 368617"/>
                <a:gd name="connsiteX10" fmla="*/ 231457 w 231457"/>
                <a:gd name="connsiteY10" fmla="*/ 60007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1457" h="36861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3" name="Freihandform: Form 182">
              <a:extLst>
                <a:ext uri="{FF2B5EF4-FFF2-40B4-BE49-F238E27FC236}">
                  <a16:creationId xmlns:a16="http://schemas.microsoft.com/office/drawing/2014/main" id="{ACE5A6C1-7169-4363-BD9D-A2503A01234C}"/>
                </a:ext>
              </a:extLst>
            </p:cNvPr>
            <p:cNvSpPr/>
            <p:nvPr/>
          </p:nvSpPr>
          <p:spPr>
            <a:xfrm>
              <a:off x="5373052" y="3217544"/>
              <a:ext cx="226694" cy="279082"/>
            </a:xfrm>
            <a:custGeom>
              <a:avLst/>
              <a:gdLst>
                <a:gd name="connsiteX0" fmla="*/ 115253 w 226694"/>
                <a:gd name="connsiteY0" fmla="*/ 107633 h 279082"/>
                <a:gd name="connsiteX1" fmla="*/ 165735 w 226694"/>
                <a:gd name="connsiteY1" fmla="*/ 113347 h 279082"/>
                <a:gd name="connsiteX2" fmla="*/ 165735 w 226694"/>
                <a:gd name="connsiteY2" fmla="*/ 103822 h 279082"/>
                <a:gd name="connsiteX3" fmla="*/ 106680 w 226694"/>
                <a:gd name="connsiteY3" fmla="*/ 52388 h 279082"/>
                <a:gd name="connsiteX4" fmla="*/ 39053 w 226694"/>
                <a:gd name="connsiteY4" fmla="*/ 67627 h 279082"/>
                <a:gd name="connsiteX5" fmla="*/ 25717 w 226694"/>
                <a:gd name="connsiteY5" fmla="*/ 15240 h 279082"/>
                <a:gd name="connsiteX6" fmla="*/ 113347 w 226694"/>
                <a:gd name="connsiteY6" fmla="*/ 0 h 279082"/>
                <a:gd name="connsiteX7" fmla="*/ 226695 w 226694"/>
                <a:gd name="connsiteY7" fmla="*/ 102870 h 279082"/>
                <a:gd name="connsiteX8" fmla="*/ 226695 w 226694"/>
                <a:gd name="connsiteY8" fmla="*/ 273367 h 279082"/>
                <a:gd name="connsiteX9" fmla="*/ 167640 w 226694"/>
                <a:gd name="connsiteY9" fmla="*/ 273367 h 279082"/>
                <a:gd name="connsiteX10" fmla="*/ 167640 w 226694"/>
                <a:gd name="connsiteY10" fmla="*/ 244792 h 279082"/>
                <a:gd name="connsiteX11" fmla="*/ 165735 w 226694"/>
                <a:gd name="connsiteY11" fmla="*/ 244792 h 279082"/>
                <a:gd name="connsiteX12" fmla="*/ 87630 w 226694"/>
                <a:gd name="connsiteY12" fmla="*/ 279083 h 279082"/>
                <a:gd name="connsiteX13" fmla="*/ 0 w 226694"/>
                <a:gd name="connsiteY13" fmla="*/ 194310 h 279082"/>
                <a:gd name="connsiteX14" fmla="*/ 115253 w 226694"/>
                <a:gd name="connsiteY14" fmla="*/ 107633 h 279082"/>
                <a:gd name="connsiteX15" fmla="*/ 104775 w 226694"/>
                <a:gd name="connsiteY15" fmla="*/ 232410 h 279082"/>
                <a:gd name="connsiteX16" fmla="*/ 165735 w 226694"/>
                <a:gd name="connsiteY16" fmla="*/ 200025 h 279082"/>
                <a:gd name="connsiteX17" fmla="*/ 165735 w 226694"/>
                <a:gd name="connsiteY17" fmla="*/ 153352 h 279082"/>
                <a:gd name="connsiteX18" fmla="*/ 121920 w 226694"/>
                <a:gd name="connsiteY18" fmla="*/ 148590 h 279082"/>
                <a:gd name="connsiteX19" fmla="*/ 60007 w 226694"/>
                <a:gd name="connsiteY19" fmla="*/ 192405 h 279082"/>
                <a:gd name="connsiteX20" fmla="*/ 104775 w 226694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6694" h="279082">
                  <a:moveTo>
                    <a:pt x="115253" y="107633"/>
                  </a:moveTo>
                  <a:cubicBezTo>
                    <a:pt x="132397" y="107633"/>
                    <a:pt x="148590" y="108585"/>
                    <a:pt x="165735" y="113347"/>
                  </a:cubicBezTo>
                  <a:lnTo>
                    <a:pt x="165735" y="103822"/>
                  </a:lnTo>
                  <a:cubicBezTo>
                    <a:pt x="165735" y="69532"/>
                    <a:pt x="145732" y="52388"/>
                    <a:pt x="106680" y="52388"/>
                  </a:cubicBezTo>
                  <a:cubicBezTo>
                    <a:pt x="84772" y="52388"/>
                    <a:pt x="60960" y="57150"/>
                    <a:pt x="39053" y="67627"/>
                  </a:cubicBezTo>
                  <a:lnTo>
                    <a:pt x="25717" y="15240"/>
                  </a:lnTo>
                  <a:cubicBezTo>
                    <a:pt x="50482" y="5715"/>
                    <a:pt x="82867" y="0"/>
                    <a:pt x="113347" y="0"/>
                  </a:cubicBezTo>
                  <a:cubicBezTo>
                    <a:pt x="188595" y="0"/>
                    <a:pt x="226695" y="35242"/>
                    <a:pt x="226695" y="102870"/>
                  </a:cubicBezTo>
                  <a:lnTo>
                    <a:pt x="226695" y="273367"/>
                  </a:lnTo>
                  <a:lnTo>
                    <a:pt x="167640" y="273367"/>
                  </a:lnTo>
                  <a:lnTo>
                    <a:pt x="167640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5253" y="107633"/>
                  </a:cubicBezTo>
                  <a:close/>
                  <a:moveTo>
                    <a:pt x="104775" y="232410"/>
                  </a:moveTo>
                  <a:cubicBezTo>
                    <a:pt x="127635" y="232410"/>
                    <a:pt x="148590" y="220980"/>
                    <a:pt x="165735" y="200025"/>
                  </a:cubicBezTo>
                  <a:lnTo>
                    <a:pt x="165735" y="153352"/>
                  </a:lnTo>
                  <a:cubicBezTo>
                    <a:pt x="151447" y="149542"/>
                    <a:pt x="136207" y="148590"/>
                    <a:pt x="121920" y="148590"/>
                  </a:cubicBezTo>
                  <a:cubicBezTo>
                    <a:pt x="82867" y="148590"/>
                    <a:pt x="60007" y="163830"/>
                    <a:pt x="60007" y="192405"/>
                  </a:cubicBezTo>
                  <a:cubicBezTo>
                    <a:pt x="60007" y="217170"/>
                    <a:pt x="77153" y="232410"/>
                    <a:pt x="104775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4" name="Freihandform: Form 183">
              <a:extLst>
                <a:ext uri="{FF2B5EF4-FFF2-40B4-BE49-F238E27FC236}">
                  <a16:creationId xmlns:a16="http://schemas.microsoft.com/office/drawing/2014/main" id="{C285BC79-E7CB-41E4-9EAF-48FA16725D93}"/>
                </a:ext>
              </a:extLst>
            </p:cNvPr>
            <p:cNvSpPr/>
            <p:nvPr/>
          </p:nvSpPr>
          <p:spPr>
            <a:xfrm>
              <a:off x="5678804" y="3101339"/>
              <a:ext cx="234314" cy="389572"/>
            </a:xfrm>
            <a:custGeom>
              <a:avLst/>
              <a:gdLst>
                <a:gd name="connsiteX0" fmla="*/ 0 w 234314"/>
                <a:gd name="connsiteY0" fmla="*/ 15240 h 389572"/>
                <a:gd name="connsiteX1" fmla="*/ 61913 w 234314"/>
                <a:gd name="connsiteY1" fmla="*/ 0 h 389572"/>
                <a:gd name="connsiteX2" fmla="*/ 61913 w 234314"/>
                <a:gd name="connsiteY2" fmla="*/ 234315 h 389572"/>
                <a:gd name="connsiteX3" fmla="*/ 62865 w 234314"/>
                <a:gd name="connsiteY3" fmla="*/ 234315 h 389572"/>
                <a:gd name="connsiteX4" fmla="*/ 150495 w 234314"/>
                <a:gd name="connsiteY4" fmla="*/ 122873 h 389572"/>
                <a:gd name="connsiteX5" fmla="*/ 224790 w 234314"/>
                <a:gd name="connsiteY5" fmla="*/ 122873 h 389572"/>
                <a:gd name="connsiteX6" fmla="*/ 137160 w 234314"/>
                <a:gd name="connsiteY6" fmla="*/ 227648 h 389572"/>
                <a:gd name="connsiteX7" fmla="*/ 234315 w 234314"/>
                <a:gd name="connsiteY7" fmla="*/ 389573 h 389572"/>
                <a:gd name="connsiteX8" fmla="*/ 160020 w 234314"/>
                <a:gd name="connsiteY8" fmla="*/ 389573 h 389572"/>
                <a:gd name="connsiteX9" fmla="*/ 93345 w 234314"/>
                <a:gd name="connsiteY9" fmla="*/ 274320 h 389572"/>
                <a:gd name="connsiteX10" fmla="*/ 62865 w 234314"/>
                <a:gd name="connsiteY10" fmla="*/ 308610 h 389572"/>
                <a:gd name="connsiteX11" fmla="*/ 62865 w 234314"/>
                <a:gd name="connsiteY11" fmla="*/ 389573 h 389572"/>
                <a:gd name="connsiteX12" fmla="*/ 952 w 234314"/>
                <a:gd name="connsiteY12" fmla="*/ 389573 h 389572"/>
                <a:gd name="connsiteX13" fmla="*/ 952 w 234314"/>
                <a:gd name="connsiteY13" fmla="*/ 1524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4314" h="389572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5" name="Freihandform: Form 184">
              <a:extLst>
                <a:ext uri="{FF2B5EF4-FFF2-40B4-BE49-F238E27FC236}">
                  <a16:creationId xmlns:a16="http://schemas.microsoft.com/office/drawing/2014/main" id="{0FE4AEB4-A994-48BE-B61D-C6EC2698C0BE}"/>
                </a:ext>
              </a:extLst>
            </p:cNvPr>
            <p:cNvSpPr/>
            <p:nvPr/>
          </p:nvSpPr>
          <p:spPr>
            <a:xfrm>
              <a:off x="5958839" y="3224212"/>
              <a:ext cx="229552" cy="273367"/>
            </a:xfrm>
            <a:custGeom>
              <a:avLst/>
              <a:gdLst>
                <a:gd name="connsiteX0" fmla="*/ 62865 w 229552"/>
                <a:gd name="connsiteY0" fmla="*/ 160020 h 273367"/>
                <a:gd name="connsiteX1" fmla="*/ 116205 w 229552"/>
                <a:gd name="connsiteY1" fmla="*/ 216217 h 273367"/>
                <a:gd name="connsiteX2" fmla="*/ 167640 w 229552"/>
                <a:gd name="connsiteY2" fmla="*/ 160020 h 273367"/>
                <a:gd name="connsiteX3" fmla="*/ 167640 w 229552"/>
                <a:gd name="connsiteY3" fmla="*/ 0 h 273367"/>
                <a:gd name="connsiteX4" fmla="*/ 229553 w 229552"/>
                <a:gd name="connsiteY4" fmla="*/ 0 h 273367"/>
                <a:gd name="connsiteX5" fmla="*/ 229553 w 229552"/>
                <a:gd name="connsiteY5" fmla="*/ 161925 h 273367"/>
                <a:gd name="connsiteX6" fmla="*/ 117157 w 229552"/>
                <a:gd name="connsiteY6" fmla="*/ 273367 h 273367"/>
                <a:gd name="connsiteX7" fmla="*/ 0 w 229552"/>
                <a:gd name="connsiteY7" fmla="*/ 162878 h 273367"/>
                <a:gd name="connsiteX8" fmla="*/ 0 w 229552"/>
                <a:gd name="connsiteY8" fmla="*/ 952 h 273367"/>
                <a:gd name="connsiteX9" fmla="*/ 61913 w 229552"/>
                <a:gd name="connsiteY9" fmla="*/ 952 h 273367"/>
                <a:gd name="connsiteX10" fmla="*/ 61913 w 229552"/>
                <a:gd name="connsiteY10" fmla="*/ 160020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9552" h="273367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6" name="Freihandform: Form 185">
              <a:extLst>
                <a:ext uri="{FF2B5EF4-FFF2-40B4-BE49-F238E27FC236}">
                  <a16:creationId xmlns:a16="http://schemas.microsoft.com/office/drawing/2014/main" id="{7C18043D-1369-4E6D-9211-DD23A824E7CB}"/>
                </a:ext>
              </a:extLst>
            </p:cNvPr>
            <p:cNvSpPr/>
            <p:nvPr/>
          </p:nvSpPr>
          <p:spPr>
            <a:xfrm>
              <a:off x="6268402" y="3100387"/>
              <a:ext cx="61912" cy="389572"/>
            </a:xfrm>
            <a:custGeom>
              <a:avLst/>
              <a:gdLst>
                <a:gd name="connsiteX0" fmla="*/ 61913 w 61912"/>
                <a:gd name="connsiteY0" fmla="*/ 389572 h 389572"/>
                <a:gd name="connsiteX1" fmla="*/ 0 w 61912"/>
                <a:gd name="connsiteY1" fmla="*/ 389572 h 389572"/>
                <a:gd name="connsiteX2" fmla="*/ 0 w 61912"/>
                <a:gd name="connsiteY2" fmla="*/ 14288 h 389572"/>
                <a:gd name="connsiteX3" fmla="*/ 61913 w 61912"/>
                <a:gd name="connsiteY3" fmla="*/ 0 h 389572"/>
                <a:gd name="connsiteX4" fmla="*/ 61913 w 61912"/>
                <a:gd name="connsiteY4" fmla="*/ 389572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957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7" name="Freihandform: Form 186">
              <a:extLst>
                <a:ext uri="{FF2B5EF4-FFF2-40B4-BE49-F238E27FC236}">
                  <a16:creationId xmlns:a16="http://schemas.microsoft.com/office/drawing/2014/main" id="{6281DAD0-3872-400E-8D26-FFA074932973}"/>
                </a:ext>
              </a:extLst>
            </p:cNvPr>
            <p:cNvSpPr/>
            <p:nvPr/>
          </p:nvSpPr>
          <p:spPr>
            <a:xfrm>
              <a:off x="6385559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8 w 165734"/>
                <a:gd name="connsiteY3" fmla="*/ 282892 h 358140"/>
                <a:gd name="connsiteX4" fmla="*/ 40958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8 w 165734"/>
                <a:gd name="connsiteY9" fmla="*/ 0 h 358140"/>
                <a:gd name="connsiteX10" fmla="*/ 101918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8 w 165734"/>
                <a:gd name="connsiteY13" fmla="*/ 138113 h 358140"/>
                <a:gd name="connsiteX14" fmla="*/ 101918 w 165734"/>
                <a:gd name="connsiteY14" fmla="*/ 269558 h 358140"/>
                <a:gd name="connsiteX15" fmla="*/ 130493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2" y="303847"/>
                    <a:pt x="155258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8" name="Freihandform: Form 187">
              <a:extLst>
                <a:ext uri="{FF2B5EF4-FFF2-40B4-BE49-F238E27FC236}">
                  <a16:creationId xmlns:a16="http://schemas.microsoft.com/office/drawing/2014/main" id="{A238B80F-CEC5-4808-AF03-A33208CDDBB0}"/>
                </a:ext>
              </a:extLst>
            </p:cNvPr>
            <p:cNvSpPr/>
            <p:nvPr/>
          </p:nvSpPr>
          <p:spPr>
            <a:xfrm>
              <a:off x="6599871" y="3109912"/>
              <a:ext cx="225742" cy="386715"/>
            </a:xfrm>
            <a:custGeom>
              <a:avLst/>
              <a:gdLst>
                <a:gd name="connsiteX0" fmla="*/ 114300 w 225742"/>
                <a:gd name="connsiteY0" fmla="*/ 215265 h 386715"/>
                <a:gd name="connsiteX1" fmla="*/ 164783 w 225742"/>
                <a:gd name="connsiteY1" fmla="*/ 220980 h 386715"/>
                <a:gd name="connsiteX2" fmla="*/ 164783 w 225742"/>
                <a:gd name="connsiteY2" fmla="*/ 211455 h 386715"/>
                <a:gd name="connsiteX3" fmla="*/ 105728 w 225742"/>
                <a:gd name="connsiteY3" fmla="*/ 160020 h 386715"/>
                <a:gd name="connsiteX4" fmla="*/ 38100 w 225742"/>
                <a:gd name="connsiteY4" fmla="*/ 175260 h 386715"/>
                <a:gd name="connsiteX5" fmla="*/ 24765 w 225742"/>
                <a:gd name="connsiteY5" fmla="*/ 122873 h 386715"/>
                <a:gd name="connsiteX6" fmla="*/ 112395 w 225742"/>
                <a:gd name="connsiteY6" fmla="*/ 107633 h 386715"/>
                <a:gd name="connsiteX7" fmla="*/ 225742 w 225742"/>
                <a:gd name="connsiteY7" fmla="*/ 210503 h 386715"/>
                <a:gd name="connsiteX8" fmla="*/ 225742 w 225742"/>
                <a:gd name="connsiteY8" fmla="*/ 381000 h 386715"/>
                <a:gd name="connsiteX9" fmla="*/ 166688 w 225742"/>
                <a:gd name="connsiteY9" fmla="*/ 381000 h 386715"/>
                <a:gd name="connsiteX10" fmla="*/ 166688 w 225742"/>
                <a:gd name="connsiteY10" fmla="*/ 352425 h 386715"/>
                <a:gd name="connsiteX11" fmla="*/ 165735 w 225742"/>
                <a:gd name="connsiteY11" fmla="*/ 352425 h 386715"/>
                <a:gd name="connsiteX12" fmla="*/ 87630 w 225742"/>
                <a:gd name="connsiteY12" fmla="*/ 386715 h 386715"/>
                <a:gd name="connsiteX13" fmla="*/ 0 w 225742"/>
                <a:gd name="connsiteY13" fmla="*/ 301942 h 386715"/>
                <a:gd name="connsiteX14" fmla="*/ 114300 w 225742"/>
                <a:gd name="connsiteY14" fmla="*/ 215265 h 386715"/>
                <a:gd name="connsiteX15" fmla="*/ 63817 w 225742"/>
                <a:gd name="connsiteY15" fmla="*/ 72390 h 386715"/>
                <a:gd name="connsiteX16" fmla="*/ 26670 w 225742"/>
                <a:gd name="connsiteY16" fmla="*/ 36195 h 386715"/>
                <a:gd name="connsiteX17" fmla="*/ 63817 w 225742"/>
                <a:gd name="connsiteY17" fmla="*/ 0 h 386715"/>
                <a:gd name="connsiteX18" fmla="*/ 100965 w 225742"/>
                <a:gd name="connsiteY18" fmla="*/ 36195 h 386715"/>
                <a:gd name="connsiteX19" fmla="*/ 63817 w 225742"/>
                <a:gd name="connsiteY19" fmla="*/ 72390 h 386715"/>
                <a:gd name="connsiteX20" fmla="*/ 103822 w 225742"/>
                <a:gd name="connsiteY20" fmla="*/ 340042 h 386715"/>
                <a:gd name="connsiteX21" fmla="*/ 164783 w 225742"/>
                <a:gd name="connsiteY21" fmla="*/ 307658 h 386715"/>
                <a:gd name="connsiteX22" fmla="*/ 164783 w 225742"/>
                <a:gd name="connsiteY22" fmla="*/ 260985 h 386715"/>
                <a:gd name="connsiteX23" fmla="*/ 120967 w 225742"/>
                <a:gd name="connsiteY23" fmla="*/ 256222 h 386715"/>
                <a:gd name="connsiteX24" fmla="*/ 59055 w 225742"/>
                <a:gd name="connsiteY24" fmla="*/ 300038 h 386715"/>
                <a:gd name="connsiteX25" fmla="*/ 103822 w 225742"/>
                <a:gd name="connsiteY25" fmla="*/ 340042 h 386715"/>
                <a:gd name="connsiteX26" fmla="*/ 172403 w 225742"/>
                <a:gd name="connsiteY26" fmla="*/ 72390 h 386715"/>
                <a:gd name="connsiteX27" fmla="*/ 135255 w 225742"/>
                <a:gd name="connsiteY27" fmla="*/ 36195 h 386715"/>
                <a:gd name="connsiteX28" fmla="*/ 172403 w 225742"/>
                <a:gd name="connsiteY28" fmla="*/ 0 h 386715"/>
                <a:gd name="connsiteX29" fmla="*/ 209550 w 225742"/>
                <a:gd name="connsiteY29" fmla="*/ 36195 h 386715"/>
                <a:gd name="connsiteX30" fmla="*/ 172403 w 225742"/>
                <a:gd name="connsiteY30" fmla="*/ 72390 h 386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5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9" name="Freihandform: Form 188">
              <a:extLst>
                <a:ext uri="{FF2B5EF4-FFF2-40B4-BE49-F238E27FC236}">
                  <a16:creationId xmlns:a16="http://schemas.microsoft.com/office/drawing/2014/main" id="{55691878-494C-4687-9A55-8351DD5972D1}"/>
                </a:ext>
              </a:extLst>
            </p:cNvPr>
            <p:cNvSpPr/>
            <p:nvPr/>
          </p:nvSpPr>
          <p:spPr>
            <a:xfrm>
              <a:off x="6874192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8 w 165734"/>
                <a:gd name="connsiteY9" fmla="*/ 0 h 358140"/>
                <a:gd name="connsiteX10" fmla="*/ 101918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2870 w 165734"/>
                <a:gd name="connsiteY13" fmla="*/ 138113 h 358140"/>
                <a:gd name="connsiteX14" fmla="*/ 102870 w 165734"/>
                <a:gd name="connsiteY14" fmla="*/ 269558 h 358140"/>
                <a:gd name="connsiteX15" fmla="*/ 131445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2870" y="138113"/>
                  </a:lnTo>
                  <a:lnTo>
                    <a:pt x="102870" y="269558"/>
                  </a:lnTo>
                  <a:cubicBezTo>
                    <a:pt x="102870" y="294322"/>
                    <a:pt x="111443" y="304800"/>
                    <a:pt x="131445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3110920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4FCF17-48A0-4939-9B86-4A0E590241E6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7" y="1631156"/>
            <a:ext cx="11157745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F5C59997-58CB-4A34-A7D6-744D4117F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9" name="Bildplatzhalter 6">
            <a:extLst>
              <a:ext uri="{FF2B5EF4-FFF2-40B4-BE49-F238E27FC236}">
                <a16:creationId xmlns:a16="http://schemas.microsoft.com/office/drawing/2014/main" id="{25613776-0F22-42BA-AE5A-1B73727AAD1E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28AE96D7-C3C8-4590-B13B-86D938A7890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654327217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1C8739-BFB7-40C2-B28E-69BB709E9C11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8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024A1079-17C2-45DE-A16B-14C152A08F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06329" y="1631156"/>
            <a:ext cx="5469732" cy="456961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6791738E-1095-45F8-98E2-D057FFD19CAA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BAC64890-C924-4759-9B9B-7DE74E38C4A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430288077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| dr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7B6080-B214-4A27-A13D-95A31493955D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36A777D-D5C6-4E84-A9C9-D0F4836A4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304591F-2FC9-4C29-9FE5-537955E3B92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8318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D0C47385-EF97-44EE-867E-E9365B44CA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07242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E3F53468-6A74-4DFC-93FD-A760B961965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12780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86333803-0B38-4F61-95AE-49DCFFD7FB8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7A7A670F-933B-48F3-B921-A1B739D6C9D8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6918389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 Bild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E4BF54-E288-44CA-9624-72B71A8A42AB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8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3A0E3338-4E71-4920-9A06-A4D408E5A297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206329" y="1631155"/>
            <a:ext cx="5469732" cy="4569619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8D50DB04-91D7-4C23-96CE-09E0502D14CD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97A335FC-7B0F-4DB2-A1F6-1DF21639819F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153957149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- 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3A0E3338-4E71-4920-9A06-A4D408E5A297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8" y="1631155"/>
            <a:ext cx="5469732" cy="4569619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055A8-E7B1-419D-84AA-0C89B698BF26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06331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1C6D487A-3469-4A14-880C-0C0352BFC29A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D7BA2DC0-EE95-4994-AD5A-8F6A7D106E5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047132514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ldfolie | mit Stör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C430C106-4EB7-47B9-8F1D-0BFCFBEAECE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D1CD45B2-C7E2-4C43-84ED-BFB6DC4E84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8319" y="3431381"/>
            <a:ext cx="3571200" cy="2769394"/>
          </a:xfrm>
          <a:solidFill>
            <a:schemeClr val="bg1"/>
          </a:solidFill>
        </p:spPr>
        <p:txBody>
          <a:bodyPr wrap="square" lIns="180000" tIns="180000" rIns="360000" bIns="18000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DFE029E8-09EC-45DC-B2BB-25B2B1C145AC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D3613C15-D9EF-4DBF-8B74-3D509941276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8E0568E8-B36B-404B-9E38-F367F7DFCF81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54EB1BCB-8EFE-43BA-AE53-9984B9F11B54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B189016C-ED2A-474D-A417-5E0F497B514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9856DE16-FDEC-4063-8C73-CBF95C803B59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E3759D02-378A-4C73-8CA4-E4FB217B94E6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612F9041-226E-4E23-B398-1F7D9044B5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618D5641-3E9B-4072-8388-BB46336975A8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870072D5-E220-4946-9EE1-80DFB58C3A38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0A43D9D6-7790-4E94-8493-67757E33734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8E7E0758-62D1-453D-B55E-FDC4CCE3C6E4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84310EC5-28E5-4146-A748-79C1FCA769F0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2D5BC590-E7B8-48F8-AAC5-6799BCBDEB4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DF5B0BA6-3F36-41A3-8125-15AA496849C8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07018BC3-E9D3-4DC9-9093-D415FD96426D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38F1A063-9C9E-48DF-9813-A4EA4497C2D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F79F31FE-DC89-4DED-A231-3D8DCBF48D98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7DF8EA8-3E45-431B-90A0-140583E1D07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B300055A-A6D6-4CE1-986A-0930765E02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0B2C23E7-0482-498A-B984-44C6CF40F3B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AC7A65B2-F352-4DA5-9A36-9105D478D2C2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4D9AE9BE-891D-491B-98F9-78F552DDC8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E259A48F-52D3-481E-86F8-360FED16B872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7ADB04CE-94F5-430A-9FF1-01DE211731F2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50411913-7BEC-4F33-BDE8-154F93D079C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A40BADBF-D4AC-4B48-AE66-D79BD3055404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CB5DA2A5-4F29-4DF6-A342-0A7B4878AAB5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E820BD84-9211-4C19-A40B-4121AD892514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21C7D9CA-751B-4809-9338-47DDC5D1A72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D1C22B97-CFD8-4E78-BF7E-02A71F190F83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70892363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1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4C7B6-65DB-4651-9D6D-787BD251B230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6A4CB3A7-ACED-41D0-8E35-318CD3693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EBFE18BD-74E5-4328-B98A-9C6FC4FCA59F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11157746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A51E223D-AC82-4D54-A383-0E2DF84E2EF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11157746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Bildplatzhalter 6">
            <a:extLst>
              <a:ext uri="{FF2B5EF4-FFF2-40B4-BE49-F238E27FC236}">
                <a16:creationId xmlns:a16="http://schemas.microsoft.com/office/drawing/2014/main" id="{05EC4CE8-43C6-428F-9E62-CB38E0CE6447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122FFE2B-554A-4423-8513-4D2A70D2DB10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67962860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074B9-4BBE-42DB-8ECC-1B8A75D6203E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8C7F934-D7F3-42CA-88CC-3AEB50FF1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4" name="Bildplatzhalter 8">
            <a:extLst>
              <a:ext uri="{FF2B5EF4-FFF2-40B4-BE49-F238E27FC236}">
                <a16:creationId xmlns:a16="http://schemas.microsoft.com/office/drawing/2014/main" id="{B4B72DA6-61BE-42F9-8894-08B159BC7C7D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5" name="Textplatzhalter 10">
            <a:extLst>
              <a:ext uri="{FF2B5EF4-FFF2-40B4-BE49-F238E27FC236}">
                <a16:creationId xmlns:a16="http://schemas.microsoft.com/office/drawing/2014/main" id="{0E2D86CD-8C0A-461A-82DE-DEB73A6F9ACE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6" name="Bildplatzhalter 8">
            <a:extLst>
              <a:ext uri="{FF2B5EF4-FFF2-40B4-BE49-F238E27FC236}">
                <a16:creationId xmlns:a16="http://schemas.microsoft.com/office/drawing/2014/main" id="{B4E7C39B-83E8-467B-AD57-55CA08888B5C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206331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7" name="Textplatzhalter 10">
            <a:extLst>
              <a:ext uri="{FF2B5EF4-FFF2-40B4-BE49-F238E27FC236}">
                <a16:creationId xmlns:a16="http://schemas.microsoft.com/office/drawing/2014/main" id="{CE124A50-74B4-4E32-AA56-DCD775B1300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206331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BF87D6FE-3E8F-49D4-B36A-217C95B23AF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5F1A965F-F63A-4B03-A142-6DC4620DA5F8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334480203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CBA888-8294-4426-A426-0D17B6B1880D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9995CF9C-9826-4946-A085-FF49199BE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E2430412-20B6-4F53-A77B-A26A49135E4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2" name="Textplatzhalter 10">
            <a:extLst>
              <a:ext uri="{FF2B5EF4-FFF2-40B4-BE49-F238E27FC236}">
                <a16:creationId xmlns:a16="http://schemas.microsoft.com/office/drawing/2014/main" id="{48CA2DF0-5B92-4CE6-AF1A-CC648431BB9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Bildplatzhalter 8">
            <a:extLst>
              <a:ext uri="{FF2B5EF4-FFF2-40B4-BE49-F238E27FC236}">
                <a16:creationId xmlns:a16="http://schemas.microsoft.com/office/drawing/2014/main" id="{002E2471-F223-4896-A895-CE0AF20E11D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8106305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4" name="Textplatzhalter 10">
            <a:extLst>
              <a:ext uri="{FF2B5EF4-FFF2-40B4-BE49-F238E27FC236}">
                <a16:creationId xmlns:a16="http://schemas.microsoft.com/office/drawing/2014/main" id="{470E7482-A37A-44BE-ADE5-A0B3B10E8FCA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106305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5" name="Bildplatzhalter 8">
            <a:extLst>
              <a:ext uri="{FF2B5EF4-FFF2-40B4-BE49-F238E27FC236}">
                <a16:creationId xmlns:a16="http://schemas.microsoft.com/office/drawing/2014/main" id="{3FD09289-F115-4464-A726-812A11720CAD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4312311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6" name="Textplatzhalter 10">
            <a:extLst>
              <a:ext uri="{FF2B5EF4-FFF2-40B4-BE49-F238E27FC236}">
                <a16:creationId xmlns:a16="http://schemas.microsoft.com/office/drawing/2014/main" id="{F3F11CE6-C8CF-4ABE-B3B8-C00D74678A9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312311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Bildplatzhalter 6">
            <a:extLst>
              <a:ext uri="{FF2B5EF4-FFF2-40B4-BE49-F238E27FC236}">
                <a16:creationId xmlns:a16="http://schemas.microsoft.com/office/drawing/2014/main" id="{A7347480-9F70-4378-B138-B8B7C593F862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B180B26F-6FF8-4738-A10C-E14470F0B8C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31634242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F894D4-C9B8-4F96-8FF6-79E826889C55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A3EEDC1-9ABB-471E-855E-52CC8C208FB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18317" y="1631156"/>
            <a:ext cx="11155366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BBD0D2AE-225B-47F4-A359-0020AE80A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451A9BBC-9F96-4260-BC40-C6D3D23D6FB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64AF0876-C672-488E-ADCD-17BBFC33638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13929152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A0F4A-AEAE-4C58-AA76-7EADB0FF7089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A3EEDC1-9ABB-471E-855E-52CC8C208FB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18317" y="1631156"/>
            <a:ext cx="5469733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BBD0D2AE-225B-47F4-A359-0020AE80A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451A9BBC-9F96-4260-BC40-C6D3D23D6FB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Inhaltsplatzhalter 7">
            <a:extLst>
              <a:ext uri="{FF2B5EF4-FFF2-40B4-BE49-F238E27FC236}">
                <a16:creationId xmlns:a16="http://schemas.microsoft.com/office/drawing/2014/main" id="{33608DEB-69EC-4E8F-A567-9E3EA36C3624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6206330" y="1631156"/>
            <a:ext cx="5469733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777B5741-96D1-4193-A4A5-5EE22D85663F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535539388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| mi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67C9-4C75-43A9-95B7-0690D6F29CA5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5086500-15A5-49F2-8B64-748C19FDABC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04861" y="1631156"/>
            <a:ext cx="3571200" cy="456962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84BE64F-DBB2-4BF3-ABE7-E92BB978D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9" name="Inhaltsplatzhalter 7">
            <a:extLst>
              <a:ext uri="{FF2B5EF4-FFF2-40B4-BE49-F238E27FC236}">
                <a16:creationId xmlns:a16="http://schemas.microsoft.com/office/drawing/2014/main" id="{0D6633D6-CA56-460E-AA1C-9A4D6A62324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18317" y="1631157"/>
            <a:ext cx="7363752" cy="4569620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7CDDF36A-B7A5-4E95-A5D6-07C5FCED28B4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FBCC7105-5E2C-4745-BEC8-77E521534F9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777962259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 | Grau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C462FD0-9E74-4D67-97DA-C8DBAA1AE5FF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87F00BE4-512D-4F35-B132-4E5C5CF1413D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F1925060-7FCF-4CBC-B0DA-0731E3E98579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Textplatzhalter 9">
            <a:extLst>
              <a:ext uri="{FF2B5EF4-FFF2-40B4-BE49-F238E27FC236}">
                <a16:creationId xmlns:a16="http://schemas.microsoft.com/office/drawing/2014/main" id="{A9FF3927-CA7B-4361-998A-3A60E5D23F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Freihandform: Form 60">
            <a:extLst>
              <a:ext uri="{FF2B5EF4-FFF2-40B4-BE49-F238E27FC236}">
                <a16:creationId xmlns:a16="http://schemas.microsoft.com/office/drawing/2014/main" id="{BC19384B-1D95-4C0D-B3F0-61407A015F56}"/>
              </a:ext>
            </a:extLst>
          </p:cNvPr>
          <p:cNvSpPr>
            <a:spLocks noChangeAspect="1"/>
          </p:cNvSpPr>
          <p:nvPr userDrawn="1"/>
        </p:nvSpPr>
        <p:spPr>
          <a:xfrm>
            <a:off x="10596063" y="299346"/>
            <a:ext cx="1080000" cy="412328"/>
          </a:xfrm>
          <a:custGeom>
            <a:avLst/>
            <a:gdLst>
              <a:gd name="connsiteX0" fmla="*/ 0 w 4797018"/>
              <a:gd name="connsiteY0" fmla="*/ 170736 h 1831428"/>
              <a:gd name="connsiteX1" fmla="*/ 92812 w 4797018"/>
              <a:gd name="connsiteY1" fmla="*/ 77924 h 1831428"/>
              <a:gd name="connsiteX2" fmla="*/ 92812 w 4797018"/>
              <a:gd name="connsiteY2" fmla="*/ 1763373 h 1831428"/>
              <a:gd name="connsiteX3" fmla="*/ 0 w 4797018"/>
              <a:gd name="connsiteY3" fmla="*/ 1763373 h 1831428"/>
              <a:gd name="connsiteX4" fmla="*/ 0 w 4797018"/>
              <a:gd name="connsiteY4" fmla="*/ 170736 h 1831428"/>
              <a:gd name="connsiteX5" fmla="*/ 278425 w 4797018"/>
              <a:gd name="connsiteY5" fmla="*/ 92812 h 1831428"/>
              <a:gd name="connsiteX6" fmla="*/ 1392136 w 4797018"/>
              <a:gd name="connsiteY6" fmla="*/ 92812 h 1831428"/>
              <a:gd name="connsiteX7" fmla="*/ 1392136 w 4797018"/>
              <a:gd name="connsiteY7" fmla="*/ 0 h 1831428"/>
              <a:gd name="connsiteX8" fmla="*/ 185614 w 4797018"/>
              <a:gd name="connsiteY8" fmla="*/ 0 h 1831428"/>
              <a:gd name="connsiteX9" fmla="*/ 185614 w 4797018"/>
              <a:gd name="connsiteY9" fmla="*/ 1113701 h 1831428"/>
              <a:gd name="connsiteX10" fmla="*/ 1210723 w 4797018"/>
              <a:gd name="connsiteY10" fmla="*/ 1113701 h 1831428"/>
              <a:gd name="connsiteX11" fmla="*/ 1210723 w 4797018"/>
              <a:gd name="connsiteY11" fmla="*/ 1020899 h 1831428"/>
              <a:gd name="connsiteX12" fmla="*/ 278425 w 4797018"/>
              <a:gd name="connsiteY12" fmla="*/ 1020899 h 1831428"/>
              <a:gd name="connsiteX13" fmla="*/ 278425 w 4797018"/>
              <a:gd name="connsiteY13" fmla="*/ 92812 h 1831428"/>
              <a:gd name="connsiteX14" fmla="*/ 1350464 w 4797018"/>
              <a:gd name="connsiteY14" fmla="*/ 835285 h 1831428"/>
              <a:gd name="connsiteX15" fmla="*/ 464048 w 4797018"/>
              <a:gd name="connsiteY15" fmla="*/ 835285 h 1831428"/>
              <a:gd name="connsiteX16" fmla="*/ 464048 w 4797018"/>
              <a:gd name="connsiteY16" fmla="*/ 464048 h 1831428"/>
              <a:gd name="connsiteX17" fmla="*/ 1222124 w 4797018"/>
              <a:gd name="connsiteY17" fmla="*/ 464048 h 1831428"/>
              <a:gd name="connsiteX18" fmla="*/ 1314926 w 4797018"/>
              <a:gd name="connsiteY18" fmla="*/ 371237 h 1831428"/>
              <a:gd name="connsiteX19" fmla="*/ 464048 w 4797018"/>
              <a:gd name="connsiteY19" fmla="*/ 371237 h 1831428"/>
              <a:gd name="connsiteX20" fmla="*/ 464048 w 4797018"/>
              <a:gd name="connsiteY20" fmla="*/ 278425 h 1831428"/>
              <a:gd name="connsiteX21" fmla="*/ 1392146 w 4797018"/>
              <a:gd name="connsiteY21" fmla="*/ 278425 h 1831428"/>
              <a:gd name="connsiteX22" fmla="*/ 1392146 w 4797018"/>
              <a:gd name="connsiteY22" fmla="*/ 185614 h 1831428"/>
              <a:gd name="connsiteX23" fmla="*/ 371237 w 4797018"/>
              <a:gd name="connsiteY23" fmla="*/ 185614 h 1831428"/>
              <a:gd name="connsiteX24" fmla="*/ 371237 w 4797018"/>
              <a:gd name="connsiteY24" fmla="*/ 928087 h 1831428"/>
              <a:gd name="connsiteX25" fmla="*/ 1258872 w 4797018"/>
              <a:gd name="connsiteY25" fmla="*/ 928087 h 1831428"/>
              <a:gd name="connsiteX26" fmla="*/ 1350464 w 4797018"/>
              <a:gd name="connsiteY26" fmla="*/ 835285 h 1831428"/>
              <a:gd name="connsiteX27" fmla="*/ 185614 w 4797018"/>
              <a:gd name="connsiteY27" fmla="*/ 1763373 h 1831428"/>
              <a:gd name="connsiteX28" fmla="*/ 278425 w 4797018"/>
              <a:gd name="connsiteY28" fmla="*/ 1763373 h 1831428"/>
              <a:gd name="connsiteX29" fmla="*/ 278425 w 4797018"/>
              <a:gd name="connsiteY29" fmla="*/ 1299324 h 1831428"/>
              <a:gd name="connsiteX30" fmla="*/ 371237 w 4797018"/>
              <a:gd name="connsiteY30" fmla="*/ 1299324 h 1831428"/>
              <a:gd name="connsiteX31" fmla="*/ 371237 w 4797018"/>
              <a:gd name="connsiteY31" fmla="*/ 1685449 h 1831428"/>
              <a:gd name="connsiteX32" fmla="*/ 464039 w 4797018"/>
              <a:gd name="connsiteY32" fmla="*/ 1592647 h 1831428"/>
              <a:gd name="connsiteX33" fmla="*/ 464039 w 4797018"/>
              <a:gd name="connsiteY33" fmla="*/ 1299324 h 1831428"/>
              <a:gd name="connsiteX34" fmla="*/ 1210723 w 4797018"/>
              <a:gd name="connsiteY34" fmla="*/ 1299324 h 1831428"/>
              <a:gd name="connsiteX35" fmla="*/ 1210723 w 4797018"/>
              <a:gd name="connsiteY35" fmla="*/ 1206522 h 1831428"/>
              <a:gd name="connsiteX36" fmla="*/ 185614 w 4797018"/>
              <a:gd name="connsiteY36" fmla="*/ 1206522 h 1831428"/>
              <a:gd name="connsiteX37" fmla="*/ 185614 w 4797018"/>
              <a:gd name="connsiteY37" fmla="*/ 1763373 h 1831428"/>
              <a:gd name="connsiteX38" fmla="*/ 4704207 w 4797018"/>
              <a:gd name="connsiteY38" fmla="*/ 0 h 1831428"/>
              <a:gd name="connsiteX39" fmla="*/ 4704207 w 4797018"/>
              <a:gd name="connsiteY39" fmla="*/ 1067314 h 1831428"/>
              <a:gd name="connsiteX40" fmla="*/ 4334837 w 4797018"/>
              <a:gd name="connsiteY40" fmla="*/ 1692688 h 1831428"/>
              <a:gd name="connsiteX41" fmla="*/ 4332742 w 4797018"/>
              <a:gd name="connsiteY41" fmla="*/ 1689954 h 1831428"/>
              <a:gd name="connsiteX42" fmla="*/ 4611405 w 4797018"/>
              <a:gd name="connsiteY42" fmla="*/ 1158564 h 1831428"/>
              <a:gd name="connsiteX43" fmla="*/ 4611405 w 4797018"/>
              <a:gd name="connsiteY43" fmla="*/ 0 h 1831428"/>
              <a:gd name="connsiteX44" fmla="*/ 4518594 w 4797018"/>
              <a:gd name="connsiteY44" fmla="*/ 0 h 1831428"/>
              <a:gd name="connsiteX45" fmla="*/ 4518594 w 4797018"/>
              <a:gd name="connsiteY45" fmla="*/ 1157021 h 1831428"/>
              <a:gd name="connsiteX46" fmla="*/ 3915337 w 4797018"/>
              <a:gd name="connsiteY46" fmla="*/ 1740170 h 1831428"/>
              <a:gd name="connsiteX47" fmla="*/ 3312081 w 4797018"/>
              <a:gd name="connsiteY47" fmla="*/ 1157021 h 1831428"/>
              <a:gd name="connsiteX48" fmla="*/ 3312081 w 4797018"/>
              <a:gd name="connsiteY48" fmla="*/ 77924 h 1831428"/>
              <a:gd name="connsiteX49" fmla="*/ 3219269 w 4797018"/>
              <a:gd name="connsiteY49" fmla="*/ 170736 h 1831428"/>
              <a:gd name="connsiteX50" fmla="*/ 3219269 w 4797018"/>
              <a:gd name="connsiteY50" fmla="*/ 1158564 h 1831428"/>
              <a:gd name="connsiteX51" fmla="*/ 3915337 w 4797018"/>
              <a:gd name="connsiteY51" fmla="*/ 1831429 h 1831428"/>
              <a:gd name="connsiteX52" fmla="*/ 4008139 w 4797018"/>
              <a:gd name="connsiteY52" fmla="*/ 1831429 h 1831428"/>
              <a:gd name="connsiteX53" fmla="*/ 4797019 w 4797018"/>
              <a:gd name="connsiteY53" fmla="*/ 1068667 h 1831428"/>
              <a:gd name="connsiteX54" fmla="*/ 4797019 w 4797018"/>
              <a:gd name="connsiteY54" fmla="*/ 0 h 1831428"/>
              <a:gd name="connsiteX55" fmla="*/ 4704207 w 4797018"/>
              <a:gd name="connsiteY55" fmla="*/ 0 h 1831428"/>
              <a:gd name="connsiteX56" fmla="*/ 3915328 w 4797018"/>
              <a:gd name="connsiteY56" fmla="*/ 1647358 h 1831428"/>
              <a:gd name="connsiteX57" fmla="*/ 4425773 w 4797018"/>
              <a:gd name="connsiteY57" fmla="*/ 1157021 h 1831428"/>
              <a:gd name="connsiteX58" fmla="*/ 4425782 w 4797018"/>
              <a:gd name="connsiteY58" fmla="*/ 1157021 h 1831428"/>
              <a:gd name="connsiteX59" fmla="*/ 4425782 w 4797018"/>
              <a:gd name="connsiteY59" fmla="*/ 77924 h 1831428"/>
              <a:gd name="connsiteX60" fmla="*/ 4332970 w 4797018"/>
              <a:gd name="connsiteY60" fmla="*/ 170736 h 1831428"/>
              <a:gd name="connsiteX61" fmla="*/ 4332970 w 4797018"/>
              <a:gd name="connsiteY61" fmla="*/ 1067305 h 1831428"/>
              <a:gd name="connsiteX62" fmla="*/ 4008130 w 4797018"/>
              <a:gd name="connsiteY62" fmla="*/ 1368933 h 1831428"/>
              <a:gd name="connsiteX63" fmla="*/ 3683298 w 4797018"/>
              <a:gd name="connsiteY63" fmla="*/ 1067305 h 1831428"/>
              <a:gd name="connsiteX64" fmla="*/ 3683289 w 4797018"/>
              <a:gd name="connsiteY64" fmla="*/ 0 h 1831428"/>
              <a:gd name="connsiteX65" fmla="*/ 3590487 w 4797018"/>
              <a:gd name="connsiteY65" fmla="*/ 0 h 1831428"/>
              <a:gd name="connsiteX66" fmla="*/ 3590487 w 4797018"/>
              <a:gd name="connsiteY66" fmla="*/ 1067305 h 1831428"/>
              <a:gd name="connsiteX67" fmla="*/ 4008130 w 4797018"/>
              <a:gd name="connsiteY67" fmla="*/ 1461745 h 1831428"/>
              <a:gd name="connsiteX68" fmla="*/ 4294699 w 4797018"/>
              <a:gd name="connsiteY68" fmla="*/ 1333129 h 1831428"/>
              <a:gd name="connsiteX69" fmla="*/ 4296785 w 4797018"/>
              <a:gd name="connsiteY69" fmla="*/ 1335862 h 1831428"/>
              <a:gd name="connsiteX70" fmla="*/ 3915328 w 4797018"/>
              <a:gd name="connsiteY70" fmla="*/ 1554556 h 1831428"/>
              <a:gd name="connsiteX71" fmla="*/ 3497742 w 4797018"/>
              <a:gd name="connsiteY71" fmla="*/ 1160116 h 1831428"/>
              <a:gd name="connsiteX72" fmla="*/ 3497685 w 4797018"/>
              <a:gd name="connsiteY72" fmla="*/ 1160116 h 1831428"/>
              <a:gd name="connsiteX73" fmla="*/ 3497685 w 4797018"/>
              <a:gd name="connsiteY73" fmla="*/ 0 h 1831428"/>
              <a:gd name="connsiteX74" fmla="*/ 3404873 w 4797018"/>
              <a:gd name="connsiteY74" fmla="*/ 0 h 1831428"/>
              <a:gd name="connsiteX75" fmla="*/ 3404873 w 4797018"/>
              <a:gd name="connsiteY75" fmla="*/ 1160107 h 1831428"/>
              <a:gd name="connsiteX76" fmla="*/ 3404921 w 4797018"/>
              <a:gd name="connsiteY76" fmla="*/ 1160107 h 1831428"/>
              <a:gd name="connsiteX77" fmla="*/ 3915328 w 4797018"/>
              <a:gd name="connsiteY77" fmla="*/ 1647358 h 1831428"/>
              <a:gd name="connsiteX78" fmla="*/ 1852984 w 4797018"/>
              <a:gd name="connsiteY78" fmla="*/ 1206522 h 1831428"/>
              <a:gd name="connsiteX79" fmla="*/ 1618288 w 4797018"/>
              <a:gd name="connsiteY79" fmla="*/ 1763373 h 1831428"/>
              <a:gd name="connsiteX80" fmla="*/ 1711119 w 4797018"/>
              <a:gd name="connsiteY80" fmla="*/ 1763363 h 1831428"/>
              <a:gd name="connsiteX81" fmla="*/ 1711100 w 4797018"/>
              <a:gd name="connsiteY81" fmla="*/ 1763373 h 1831428"/>
              <a:gd name="connsiteX82" fmla="*/ 1711119 w 4797018"/>
              <a:gd name="connsiteY82" fmla="*/ 1763373 h 1831428"/>
              <a:gd name="connsiteX83" fmla="*/ 1828448 w 4797018"/>
              <a:gd name="connsiteY83" fmla="*/ 1484948 h 1831428"/>
              <a:gd name="connsiteX84" fmla="*/ 2614774 w 4797018"/>
              <a:gd name="connsiteY84" fmla="*/ 1484948 h 1831428"/>
              <a:gd name="connsiteX85" fmla="*/ 2732018 w 4797018"/>
              <a:gd name="connsiteY85" fmla="*/ 1763373 h 1831428"/>
              <a:gd name="connsiteX86" fmla="*/ 2824820 w 4797018"/>
              <a:gd name="connsiteY86" fmla="*/ 1763373 h 1831428"/>
              <a:gd name="connsiteX87" fmla="*/ 2668515 w 4797018"/>
              <a:gd name="connsiteY87" fmla="*/ 1392136 h 1831428"/>
              <a:gd name="connsiteX88" fmla="*/ 1867567 w 4797018"/>
              <a:gd name="connsiteY88" fmla="*/ 1392136 h 1831428"/>
              <a:gd name="connsiteX89" fmla="*/ 1906676 w 4797018"/>
              <a:gd name="connsiteY89" fmla="*/ 1299324 h 1831428"/>
              <a:gd name="connsiteX90" fmla="*/ 2722236 w 4797018"/>
              <a:gd name="connsiteY90" fmla="*/ 1299324 h 1831428"/>
              <a:gd name="connsiteX91" fmla="*/ 2917632 w 4797018"/>
              <a:gd name="connsiteY91" fmla="*/ 1763373 h 1831428"/>
              <a:gd name="connsiteX92" fmla="*/ 3010443 w 4797018"/>
              <a:gd name="connsiteY92" fmla="*/ 1763373 h 1831428"/>
              <a:gd name="connsiteX93" fmla="*/ 2775976 w 4797018"/>
              <a:gd name="connsiteY93" fmla="*/ 1206522 h 1831428"/>
              <a:gd name="connsiteX94" fmla="*/ 1852984 w 4797018"/>
              <a:gd name="connsiteY94" fmla="*/ 1206522 h 1831428"/>
              <a:gd name="connsiteX95" fmla="*/ 1989544 w 4797018"/>
              <a:gd name="connsiteY95" fmla="*/ 0 h 1831428"/>
              <a:gd name="connsiteX96" fmla="*/ 1307459 w 4797018"/>
              <a:gd name="connsiteY96" fmla="*/ 1617898 h 1831428"/>
              <a:gd name="connsiteX97" fmla="*/ 1366533 w 4797018"/>
              <a:gd name="connsiteY97" fmla="*/ 1698098 h 1831428"/>
              <a:gd name="connsiteX98" fmla="*/ 2082356 w 4797018"/>
              <a:gd name="connsiteY98" fmla="*/ 0 h 1831428"/>
              <a:gd name="connsiteX99" fmla="*/ 1989544 w 4797018"/>
              <a:gd name="connsiteY99" fmla="*/ 0 h 1831428"/>
              <a:gd name="connsiteX100" fmla="*/ 2360771 w 4797018"/>
              <a:gd name="connsiteY100" fmla="*/ 0 h 1831428"/>
              <a:gd name="connsiteX101" fmla="*/ 3075708 w 4797018"/>
              <a:gd name="connsiteY101" fmla="*/ 1698098 h 1831428"/>
              <a:gd name="connsiteX102" fmla="*/ 3134639 w 4797018"/>
              <a:gd name="connsiteY102" fmla="*/ 1617898 h 1831428"/>
              <a:gd name="connsiteX103" fmla="*/ 2453592 w 4797018"/>
              <a:gd name="connsiteY103" fmla="*/ 0 h 1831428"/>
              <a:gd name="connsiteX104" fmla="*/ 2360771 w 4797018"/>
              <a:gd name="connsiteY104" fmla="*/ 0 h 1831428"/>
              <a:gd name="connsiteX105" fmla="*/ 1799101 w 4797018"/>
              <a:gd name="connsiteY105" fmla="*/ 1113711 h 1831428"/>
              <a:gd name="connsiteX106" fmla="*/ 1524610 w 4797018"/>
              <a:gd name="connsiteY106" fmla="*/ 1763373 h 1831428"/>
              <a:gd name="connsiteX107" fmla="*/ 1431798 w 4797018"/>
              <a:gd name="connsiteY107" fmla="*/ 1763373 h 1831428"/>
              <a:gd name="connsiteX108" fmla="*/ 2128761 w 4797018"/>
              <a:gd name="connsiteY108" fmla="*/ 110195 h 1831428"/>
              <a:gd name="connsiteX109" fmla="*/ 2512219 w 4797018"/>
              <a:gd name="connsiteY109" fmla="*/ 1020899 h 1831428"/>
              <a:gd name="connsiteX110" fmla="*/ 2605021 w 4797018"/>
              <a:gd name="connsiteY110" fmla="*/ 1020899 h 1831428"/>
              <a:gd name="connsiteX111" fmla="*/ 2175158 w 4797018"/>
              <a:gd name="connsiteY111" fmla="*/ 0 h 1831428"/>
              <a:gd name="connsiteX112" fmla="*/ 2267969 w 4797018"/>
              <a:gd name="connsiteY112" fmla="*/ 0 h 1831428"/>
              <a:gd name="connsiteX113" fmla="*/ 2736895 w 4797018"/>
              <a:gd name="connsiteY113" fmla="*/ 1113701 h 1831428"/>
              <a:gd name="connsiteX114" fmla="*/ 1799101 w 4797018"/>
              <a:gd name="connsiteY114" fmla="*/ 1113701 h 1831428"/>
              <a:gd name="connsiteX115" fmla="*/ 2221802 w 4797018"/>
              <a:gd name="connsiteY115" fmla="*/ 551602 h 1831428"/>
              <a:gd name="connsiteX116" fmla="*/ 2024015 w 4797018"/>
              <a:gd name="connsiteY116" fmla="*/ 1020899 h 1831428"/>
              <a:gd name="connsiteX117" fmla="*/ 2419398 w 4797018"/>
              <a:gd name="connsiteY117" fmla="*/ 1020899 h 1831428"/>
              <a:gd name="connsiteX118" fmla="*/ 2221802 w 4797018"/>
              <a:gd name="connsiteY118" fmla="*/ 551602 h 1831428"/>
              <a:gd name="connsiteX119" fmla="*/ 1838163 w 4797018"/>
              <a:gd name="connsiteY119" fmla="*/ 1020899 h 1831428"/>
              <a:gd name="connsiteX120" fmla="*/ 1931213 w 4797018"/>
              <a:gd name="connsiteY120" fmla="*/ 1020899 h 1831428"/>
              <a:gd name="connsiteX121" fmla="*/ 2175415 w 4797018"/>
              <a:gd name="connsiteY121" fmla="*/ 441436 h 1831428"/>
              <a:gd name="connsiteX122" fmla="*/ 2128942 w 4797018"/>
              <a:gd name="connsiteY122" fmla="*/ 331070 h 1831428"/>
              <a:gd name="connsiteX123" fmla="*/ 1838163 w 4797018"/>
              <a:gd name="connsiteY123" fmla="*/ 1020899 h 1831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4797018" h="183142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93DCB95B-459E-4AC2-8E4B-6C459242A95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3ECEE8D8-DF92-4CFD-A29A-DD98DFA7EC69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E89218EB-083A-44EC-89C4-86451CE1FC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399474D3-E53E-4ABA-9B61-C9BB08A3276B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57879191-3BE6-4B4E-A6B9-7EE964614B47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94484379-E642-433C-B53A-1DEE6A9DD4E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7C54D7A6-C6ED-4572-B49C-338FB11A042A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382F9D16-DA93-44FA-B850-67D0B6AD397D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7201A13C-71DC-4465-B39F-F196A50353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D957CB6E-B09B-4A22-86F0-6C38F81B2E90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38DB7D0C-ACAA-4A6B-8088-624B0BC24502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E8B86ED7-0F29-451E-8C7D-9B396D5E209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ED76FB85-7BBB-4E8D-A853-5FCC744835E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1524020-40DB-450A-AEE5-3E1B459B16B5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539CBAAA-C79F-4BC9-9AF3-18ED0AF9EE7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feld 24">
              <a:extLst>
                <a:ext uri="{FF2B5EF4-FFF2-40B4-BE49-F238E27FC236}">
                  <a16:creationId xmlns:a16="http://schemas.microsoft.com/office/drawing/2014/main" id="{65F01F83-E434-491F-8893-1CE5848F9B6D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9ECB07F-83AC-4A69-A930-C51459FBE5BA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EB6DF347-64CA-4BE1-8952-3E80EBD0082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F82628F6-8442-4626-962B-E947FDA8C0C0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9B4EC5D-DF7B-4D80-86D6-C95B0B60B325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7A230F03-8AA4-4AAE-999A-6E872C727A8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1C36145D-6FFB-4D3A-85D6-2ACFDAE5F5D2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0D1EC147-B041-40BC-BA8D-878A722616DE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4A4E226E-C413-42F0-AA69-108B05313D4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4A93327E-EEC7-45A4-9C35-410D17ECB865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0EC1AF1A-26A7-479B-A176-8997B58ED4D1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80D76042-D322-4CD0-B41A-CE295CEC6835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97EC952-23B6-4728-82B6-3D733107C66E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D8CEDBB7-9662-435E-8F5A-F3EE555D990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24365663-FE3F-47D4-A8D7-729A38C4987D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92EE37E1-8647-4AEB-9AEE-FF0711435F3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C2B4E3D7-0BC3-4BC1-B86B-DD51E9785755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019632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|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94168-1D2E-414B-9AFB-B7BB2EA3568F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18B908A7-A1D8-4FB7-9CB4-BDC3E20D2B62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8" name="Textplatzhalter 9">
            <a:extLst>
              <a:ext uri="{FF2B5EF4-FFF2-40B4-BE49-F238E27FC236}">
                <a16:creationId xmlns:a16="http://schemas.microsoft.com/office/drawing/2014/main" id="{903DE59B-FC71-4F7B-BBCF-9B96B09DD62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829736336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EDA59-479C-41C3-99F0-9A24DD470063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EB25E710-D493-4189-8EF7-00ABE0AB56E5}"/>
              </a:ext>
            </a:extLst>
          </p:cNvPr>
          <p:cNvSpPr/>
          <p:nvPr userDrawn="1"/>
        </p:nvSpPr>
        <p:spPr>
          <a:xfrm>
            <a:off x="518317" y="1631155"/>
            <a:ext cx="11157746" cy="456961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2F509DB-422D-41FB-A02B-822A0A204E4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497190" y="2835964"/>
            <a:ext cx="7200000" cy="2160000"/>
          </a:xfrm>
        </p:spPr>
        <p:txBody>
          <a:bodyPr rIns="0" anchor="ctr" anchorCtr="0">
            <a:normAutofit/>
          </a:bodyPr>
          <a:lstStyle>
            <a:lvl1pPr algn="ctr">
              <a:defRPr sz="2000" i="1"/>
            </a:lvl1pPr>
            <a:lvl2pPr marL="0" indent="0">
              <a:buNone/>
              <a:defRPr/>
            </a:lvl2pPr>
          </a:lstStyle>
          <a:p>
            <a:pPr lvl="0"/>
            <a:r>
              <a:rPr lang="de-DE" dirty="0"/>
              <a:t>„Mastertextformat bearbeiten“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F862885B-685B-4384-B9F0-6266AD0BDA7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2BEC83A6-EBB5-4F38-9A43-62A2E7E36160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455347392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chlussfoli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platzhalter 167">
            <a:extLst>
              <a:ext uri="{FF2B5EF4-FFF2-40B4-BE49-F238E27FC236}">
                <a16:creationId xmlns:a16="http://schemas.microsoft.com/office/drawing/2014/main" id="{68AB2348-B91F-4E68-BDE1-60ECCE02B49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1628775"/>
            <a:ext cx="12192000" cy="5229225"/>
          </a:xfrm>
          <a:gradFill>
            <a:gsLst>
              <a:gs pos="50000">
                <a:schemeClr val="accent4">
                  <a:alpha val="50000"/>
                </a:schemeClr>
              </a:gs>
              <a:gs pos="5000">
                <a:schemeClr val="accent4"/>
              </a:gs>
              <a:gs pos="100000">
                <a:schemeClr val="accent4">
                  <a:alpha val="20000"/>
                </a:schemeClr>
              </a:gs>
            </a:gsLst>
            <a:lin ang="5400000" scaled="1"/>
          </a:gradFill>
        </p:spPr>
        <p:txBody>
          <a:bodyPr vert="horz" wrap="square" lIns="540000" tIns="1188000" rIns="0" bIns="0" rtlCol="0" anchor="t" anchorCtr="0">
            <a:noAutofit/>
          </a:bodyPr>
          <a:lstStyle>
            <a:lvl1pPr>
              <a:defRPr lang="de-DE" sz="4000" b="1" dirty="0"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 </a:t>
            </a:r>
          </a:p>
        </p:txBody>
      </p:sp>
      <p:sp>
        <p:nvSpPr>
          <p:cNvPr id="59" name="Bildplatzhalter 60">
            <a:extLst>
              <a:ext uri="{FF2B5EF4-FFF2-40B4-BE49-F238E27FC236}">
                <a16:creationId xmlns:a16="http://schemas.microsoft.com/office/drawing/2014/main" id="{92CE05A2-27DE-4191-8A63-5C7C7ACA37C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628775"/>
            <a:ext cx="12192000" cy="5229226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r>
              <a:rPr lang="de-DE" dirty="0"/>
              <a:t> 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CBD8B083-79E8-44E1-BA43-E993160F02E1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4" name="Textplatzhalter 64">
            <a:extLst>
              <a:ext uri="{FF2B5EF4-FFF2-40B4-BE49-F238E27FC236}">
                <a16:creationId xmlns:a16="http://schemas.microsoft.com/office/drawing/2014/main" id="{94E4DAD8-28C4-496D-803F-AF50BFF89A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8317" y="2647985"/>
            <a:ext cx="11157745" cy="1562031"/>
          </a:xfrm>
        </p:spPr>
        <p:txBody>
          <a:bodyPr vert="horz" wrap="square" lIns="0" tIns="0" rIns="360000" bIns="0" rtlCol="0" anchor="ctr" anchorCtr="0">
            <a:spAutoFit/>
          </a:bodyPr>
          <a:lstStyle>
            <a:lvl1pPr>
              <a:spcAft>
                <a:spcPts val="0"/>
              </a:spcAft>
              <a:defRPr lang="de-DE" sz="4800" b="1" dirty="0" smtClean="0"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Vielen Dank</a:t>
            </a:r>
            <a:br>
              <a:rPr lang="de-DE" dirty="0"/>
            </a:br>
            <a:r>
              <a:rPr lang="de-DE" dirty="0"/>
              <a:t>für Ihre Aufmerksamkeit!</a:t>
            </a:r>
          </a:p>
        </p:txBody>
      </p:sp>
      <p:sp>
        <p:nvSpPr>
          <p:cNvPr id="58" name="Freihandform: Form 57">
            <a:extLst>
              <a:ext uri="{FF2B5EF4-FFF2-40B4-BE49-F238E27FC236}">
                <a16:creationId xmlns:a16="http://schemas.microsoft.com/office/drawing/2014/main" id="{1A7F7BEE-9A4B-44B2-960F-97720F4BC3DA}"/>
              </a:ext>
            </a:extLst>
          </p:cNvPr>
          <p:cNvSpPr/>
          <p:nvPr userDrawn="1"/>
        </p:nvSpPr>
        <p:spPr>
          <a:xfrm>
            <a:off x="10056938" y="300703"/>
            <a:ext cx="1619125" cy="618155"/>
          </a:xfrm>
          <a:custGeom>
            <a:avLst/>
            <a:gdLst>
              <a:gd name="connsiteX0" fmla="*/ 0 w 1456912"/>
              <a:gd name="connsiteY0" fmla="*/ 51854 h 556225"/>
              <a:gd name="connsiteX1" fmla="*/ 28188 w 1456912"/>
              <a:gd name="connsiteY1" fmla="*/ 23666 h 556225"/>
              <a:gd name="connsiteX2" fmla="*/ 28188 w 1456912"/>
              <a:gd name="connsiteY2" fmla="*/ 535557 h 556225"/>
              <a:gd name="connsiteX3" fmla="*/ 0 w 1456912"/>
              <a:gd name="connsiteY3" fmla="*/ 535557 h 556225"/>
              <a:gd name="connsiteX4" fmla="*/ 0 w 1456912"/>
              <a:gd name="connsiteY4" fmla="*/ 51854 h 556225"/>
              <a:gd name="connsiteX5" fmla="*/ 84564 w 1456912"/>
              <a:gd name="connsiteY5" fmla="*/ 28188 h 556225"/>
              <a:gd name="connsiteX6" fmla="*/ 422811 w 1456912"/>
              <a:gd name="connsiteY6" fmla="*/ 28188 h 556225"/>
              <a:gd name="connsiteX7" fmla="*/ 422811 w 1456912"/>
              <a:gd name="connsiteY7" fmla="*/ 0 h 556225"/>
              <a:gd name="connsiteX8" fmla="*/ 56376 w 1456912"/>
              <a:gd name="connsiteY8" fmla="*/ 0 h 556225"/>
              <a:gd name="connsiteX9" fmla="*/ 56376 w 1456912"/>
              <a:gd name="connsiteY9" fmla="*/ 338244 h 556225"/>
              <a:gd name="connsiteX10" fmla="*/ 367711 w 1456912"/>
              <a:gd name="connsiteY10" fmla="*/ 338244 h 556225"/>
              <a:gd name="connsiteX11" fmla="*/ 367711 w 1456912"/>
              <a:gd name="connsiteY11" fmla="*/ 310062 h 556225"/>
              <a:gd name="connsiteX12" fmla="*/ 84564 w 1456912"/>
              <a:gd name="connsiteY12" fmla="*/ 310062 h 556225"/>
              <a:gd name="connsiteX13" fmla="*/ 84564 w 1456912"/>
              <a:gd name="connsiteY13" fmla="*/ 28188 h 556225"/>
              <a:gd name="connsiteX14" fmla="*/ 410152 w 1456912"/>
              <a:gd name="connsiteY14" fmla="*/ 253686 h 556225"/>
              <a:gd name="connsiteX15" fmla="*/ 140937 w 1456912"/>
              <a:gd name="connsiteY15" fmla="*/ 253686 h 556225"/>
              <a:gd name="connsiteX16" fmla="*/ 140937 w 1456912"/>
              <a:gd name="connsiteY16" fmla="*/ 140940 h 556225"/>
              <a:gd name="connsiteX17" fmla="*/ 371171 w 1456912"/>
              <a:gd name="connsiteY17" fmla="*/ 140940 h 556225"/>
              <a:gd name="connsiteX18" fmla="*/ 399359 w 1456912"/>
              <a:gd name="connsiteY18" fmla="*/ 112752 h 556225"/>
              <a:gd name="connsiteX19" fmla="*/ 140937 w 1456912"/>
              <a:gd name="connsiteY19" fmla="*/ 112752 h 556225"/>
              <a:gd name="connsiteX20" fmla="*/ 140937 w 1456912"/>
              <a:gd name="connsiteY20" fmla="*/ 84564 h 556225"/>
              <a:gd name="connsiteX21" fmla="*/ 422811 w 1456912"/>
              <a:gd name="connsiteY21" fmla="*/ 84564 h 556225"/>
              <a:gd name="connsiteX22" fmla="*/ 422811 w 1456912"/>
              <a:gd name="connsiteY22" fmla="*/ 56376 h 556225"/>
              <a:gd name="connsiteX23" fmla="*/ 112749 w 1456912"/>
              <a:gd name="connsiteY23" fmla="*/ 56376 h 556225"/>
              <a:gd name="connsiteX24" fmla="*/ 112749 w 1456912"/>
              <a:gd name="connsiteY24" fmla="*/ 281874 h 556225"/>
              <a:gd name="connsiteX25" fmla="*/ 382334 w 1456912"/>
              <a:gd name="connsiteY25" fmla="*/ 281874 h 556225"/>
              <a:gd name="connsiteX26" fmla="*/ 410152 w 1456912"/>
              <a:gd name="connsiteY26" fmla="*/ 253686 h 556225"/>
              <a:gd name="connsiteX27" fmla="*/ 56376 w 1456912"/>
              <a:gd name="connsiteY27" fmla="*/ 535557 h 556225"/>
              <a:gd name="connsiteX28" fmla="*/ 84564 w 1456912"/>
              <a:gd name="connsiteY28" fmla="*/ 535557 h 556225"/>
              <a:gd name="connsiteX29" fmla="*/ 84564 w 1456912"/>
              <a:gd name="connsiteY29" fmla="*/ 394620 h 556225"/>
              <a:gd name="connsiteX30" fmla="*/ 112752 w 1456912"/>
              <a:gd name="connsiteY30" fmla="*/ 394620 h 556225"/>
              <a:gd name="connsiteX31" fmla="*/ 112752 w 1456912"/>
              <a:gd name="connsiteY31" fmla="*/ 511890 h 556225"/>
              <a:gd name="connsiteX32" fmla="*/ 140940 w 1456912"/>
              <a:gd name="connsiteY32" fmla="*/ 483705 h 556225"/>
              <a:gd name="connsiteX33" fmla="*/ 140940 w 1456912"/>
              <a:gd name="connsiteY33" fmla="*/ 394620 h 556225"/>
              <a:gd name="connsiteX34" fmla="*/ 367714 w 1456912"/>
              <a:gd name="connsiteY34" fmla="*/ 394620 h 556225"/>
              <a:gd name="connsiteX35" fmla="*/ 367714 w 1456912"/>
              <a:gd name="connsiteY35" fmla="*/ 366435 h 556225"/>
              <a:gd name="connsiteX36" fmla="*/ 56376 w 1456912"/>
              <a:gd name="connsiteY36" fmla="*/ 366435 h 556225"/>
              <a:gd name="connsiteX37" fmla="*/ 56376 w 1456912"/>
              <a:gd name="connsiteY37" fmla="*/ 535557 h 556225"/>
              <a:gd name="connsiteX38" fmla="*/ 1428724 w 1456912"/>
              <a:gd name="connsiteY38" fmla="*/ 0 h 556225"/>
              <a:gd name="connsiteX39" fmla="*/ 1428724 w 1456912"/>
              <a:gd name="connsiteY39" fmla="*/ 324156 h 556225"/>
              <a:gd name="connsiteX40" fmla="*/ 1316539 w 1456912"/>
              <a:gd name="connsiteY40" fmla="*/ 514089 h 556225"/>
              <a:gd name="connsiteX41" fmla="*/ 1315903 w 1456912"/>
              <a:gd name="connsiteY41" fmla="*/ 513258 h 556225"/>
              <a:gd name="connsiteX42" fmla="*/ 1400536 w 1456912"/>
              <a:gd name="connsiteY42" fmla="*/ 351869 h 556225"/>
              <a:gd name="connsiteX43" fmla="*/ 1400536 w 1456912"/>
              <a:gd name="connsiteY43" fmla="*/ 3 h 556225"/>
              <a:gd name="connsiteX44" fmla="*/ 1372348 w 1456912"/>
              <a:gd name="connsiteY44" fmla="*/ 3 h 556225"/>
              <a:gd name="connsiteX45" fmla="*/ 1372348 w 1456912"/>
              <a:gd name="connsiteY45" fmla="*/ 351400 h 556225"/>
              <a:gd name="connsiteX46" fmla="*/ 1189132 w 1456912"/>
              <a:gd name="connsiteY46" fmla="*/ 528510 h 556225"/>
              <a:gd name="connsiteX47" fmla="*/ 1005916 w 1456912"/>
              <a:gd name="connsiteY47" fmla="*/ 351400 h 556225"/>
              <a:gd name="connsiteX48" fmla="*/ 1005916 w 1456912"/>
              <a:gd name="connsiteY48" fmla="*/ 23666 h 556225"/>
              <a:gd name="connsiteX49" fmla="*/ 977728 w 1456912"/>
              <a:gd name="connsiteY49" fmla="*/ 51854 h 556225"/>
              <a:gd name="connsiteX50" fmla="*/ 977728 w 1456912"/>
              <a:gd name="connsiteY50" fmla="*/ 351869 h 556225"/>
              <a:gd name="connsiteX51" fmla="*/ 1189132 w 1456912"/>
              <a:gd name="connsiteY51" fmla="*/ 556226 h 556225"/>
              <a:gd name="connsiteX52" fmla="*/ 1217320 w 1456912"/>
              <a:gd name="connsiteY52" fmla="*/ 556226 h 556225"/>
              <a:gd name="connsiteX53" fmla="*/ 1456912 w 1456912"/>
              <a:gd name="connsiteY53" fmla="*/ 324566 h 556225"/>
              <a:gd name="connsiteX54" fmla="*/ 1456912 w 1456912"/>
              <a:gd name="connsiteY54" fmla="*/ 0 h 556225"/>
              <a:gd name="connsiteX55" fmla="*/ 1428724 w 1456912"/>
              <a:gd name="connsiteY55" fmla="*/ 0 h 556225"/>
              <a:gd name="connsiteX56" fmla="*/ 1189132 w 1456912"/>
              <a:gd name="connsiteY56" fmla="*/ 500322 h 556225"/>
              <a:gd name="connsiteX57" fmla="*/ 1344160 w 1456912"/>
              <a:gd name="connsiteY57" fmla="*/ 351400 h 556225"/>
              <a:gd name="connsiteX58" fmla="*/ 1344160 w 1456912"/>
              <a:gd name="connsiteY58" fmla="*/ 351400 h 556225"/>
              <a:gd name="connsiteX59" fmla="*/ 1344160 w 1456912"/>
              <a:gd name="connsiteY59" fmla="*/ 23666 h 556225"/>
              <a:gd name="connsiteX60" fmla="*/ 1315972 w 1456912"/>
              <a:gd name="connsiteY60" fmla="*/ 51854 h 556225"/>
              <a:gd name="connsiteX61" fmla="*/ 1315972 w 1456912"/>
              <a:gd name="connsiteY61" fmla="*/ 324153 h 556225"/>
              <a:gd name="connsiteX62" fmla="*/ 1217317 w 1456912"/>
              <a:gd name="connsiteY62" fmla="*/ 415761 h 556225"/>
              <a:gd name="connsiteX63" fmla="*/ 1118662 w 1456912"/>
              <a:gd name="connsiteY63" fmla="*/ 324153 h 556225"/>
              <a:gd name="connsiteX64" fmla="*/ 1118662 w 1456912"/>
              <a:gd name="connsiteY64" fmla="*/ 3 h 556225"/>
              <a:gd name="connsiteX65" fmla="*/ 1090474 w 1456912"/>
              <a:gd name="connsiteY65" fmla="*/ 3 h 556225"/>
              <a:gd name="connsiteX66" fmla="*/ 1090474 w 1456912"/>
              <a:gd name="connsiteY66" fmla="*/ 324156 h 556225"/>
              <a:gd name="connsiteX67" fmla="*/ 1217317 w 1456912"/>
              <a:gd name="connsiteY67" fmla="*/ 443951 h 556225"/>
              <a:gd name="connsiteX68" fmla="*/ 1304349 w 1456912"/>
              <a:gd name="connsiteY68" fmla="*/ 404889 h 556225"/>
              <a:gd name="connsiteX69" fmla="*/ 1304982 w 1456912"/>
              <a:gd name="connsiteY69" fmla="*/ 405720 h 556225"/>
              <a:gd name="connsiteX70" fmla="*/ 1189129 w 1456912"/>
              <a:gd name="connsiteY70" fmla="*/ 472139 h 556225"/>
              <a:gd name="connsiteX71" fmla="*/ 1062303 w 1456912"/>
              <a:gd name="connsiteY71" fmla="*/ 352344 h 556225"/>
              <a:gd name="connsiteX72" fmla="*/ 1062286 w 1456912"/>
              <a:gd name="connsiteY72" fmla="*/ 352344 h 556225"/>
              <a:gd name="connsiteX73" fmla="*/ 1062286 w 1456912"/>
              <a:gd name="connsiteY73" fmla="*/ 3 h 556225"/>
              <a:gd name="connsiteX74" fmla="*/ 1034098 w 1456912"/>
              <a:gd name="connsiteY74" fmla="*/ 3 h 556225"/>
              <a:gd name="connsiteX75" fmla="*/ 1034098 w 1456912"/>
              <a:gd name="connsiteY75" fmla="*/ 352341 h 556225"/>
              <a:gd name="connsiteX76" fmla="*/ 1034113 w 1456912"/>
              <a:gd name="connsiteY76" fmla="*/ 352341 h 556225"/>
              <a:gd name="connsiteX77" fmla="*/ 1189132 w 1456912"/>
              <a:gd name="connsiteY77" fmla="*/ 500322 h 556225"/>
              <a:gd name="connsiteX78" fmla="*/ 562774 w 1456912"/>
              <a:gd name="connsiteY78" fmla="*/ 366435 h 556225"/>
              <a:gd name="connsiteX79" fmla="*/ 491494 w 1456912"/>
              <a:gd name="connsiteY79" fmla="*/ 535557 h 556225"/>
              <a:gd name="connsiteX80" fmla="*/ 519684 w 1456912"/>
              <a:gd name="connsiteY80" fmla="*/ 535554 h 556225"/>
              <a:gd name="connsiteX81" fmla="*/ 519682 w 1456912"/>
              <a:gd name="connsiteY81" fmla="*/ 535557 h 556225"/>
              <a:gd name="connsiteX82" fmla="*/ 519684 w 1456912"/>
              <a:gd name="connsiteY82" fmla="*/ 535557 h 556225"/>
              <a:gd name="connsiteX83" fmla="*/ 555322 w 1456912"/>
              <a:gd name="connsiteY83" fmla="*/ 450996 h 556225"/>
              <a:gd name="connsiteX84" fmla="*/ 794138 w 1456912"/>
              <a:gd name="connsiteY84" fmla="*/ 450996 h 556225"/>
              <a:gd name="connsiteX85" fmla="*/ 829744 w 1456912"/>
              <a:gd name="connsiteY85" fmla="*/ 535557 h 556225"/>
              <a:gd name="connsiteX86" fmla="*/ 857932 w 1456912"/>
              <a:gd name="connsiteY86" fmla="*/ 535557 h 556225"/>
              <a:gd name="connsiteX87" fmla="*/ 810457 w 1456912"/>
              <a:gd name="connsiteY87" fmla="*/ 422808 h 556225"/>
              <a:gd name="connsiteX88" fmla="*/ 567200 w 1456912"/>
              <a:gd name="connsiteY88" fmla="*/ 422808 h 556225"/>
              <a:gd name="connsiteX89" fmla="*/ 579078 w 1456912"/>
              <a:gd name="connsiteY89" fmla="*/ 394620 h 556225"/>
              <a:gd name="connsiteX90" fmla="*/ 826776 w 1456912"/>
              <a:gd name="connsiteY90" fmla="*/ 394620 h 556225"/>
              <a:gd name="connsiteX91" fmla="*/ 886120 w 1456912"/>
              <a:gd name="connsiteY91" fmla="*/ 535557 h 556225"/>
              <a:gd name="connsiteX92" fmla="*/ 914308 w 1456912"/>
              <a:gd name="connsiteY92" fmla="*/ 535557 h 556225"/>
              <a:gd name="connsiteX93" fmla="*/ 843097 w 1456912"/>
              <a:gd name="connsiteY93" fmla="*/ 366435 h 556225"/>
              <a:gd name="connsiteX94" fmla="*/ 562774 w 1456912"/>
              <a:gd name="connsiteY94" fmla="*/ 366435 h 556225"/>
              <a:gd name="connsiteX95" fmla="*/ 604248 w 1456912"/>
              <a:gd name="connsiteY95" fmla="*/ 0 h 556225"/>
              <a:gd name="connsiteX96" fmla="*/ 397091 w 1456912"/>
              <a:gd name="connsiteY96" fmla="*/ 491374 h 556225"/>
              <a:gd name="connsiteX97" fmla="*/ 415032 w 1456912"/>
              <a:gd name="connsiteY97" fmla="*/ 515732 h 556225"/>
              <a:gd name="connsiteX98" fmla="*/ 632437 w 1456912"/>
              <a:gd name="connsiteY98" fmla="*/ 0 h 556225"/>
              <a:gd name="connsiteX99" fmla="*/ 604248 w 1456912"/>
              <a:gd name="connsiteY99" fmla="*/ 0 h 556225"/>
              <a:gd name="connsiteX100" fmla="*/ 716998 w 1456912"/>
              <a:gd name="connsiteY100" fmla="*/ 3 h 556225"/>
              <a:gd name="connsiteX101" fmla="*/ 934130 w 1456912"/>
              <a:gd name="connsiteY101" fmla="*/ 515735 h 556225"/>
              <a:gd name="connsiteX102" fmla="*/ 952028 w 1456912"/>
              <a:gd name="connsiteY102" fmla="*/ 491377 h 556225"/>
              <a:gd name="connsiteX103" fmla="*/ 745186 w 1456912"/>
              <a:gd name="connsiteY103" fmla="*/ 3 h 556225"/>
              <a:gd name="connsiteX104" fmla="*/ 716998 w 1456912"/>
              <a:gd name="connsiteY104" fmla="*/ 3 h 556225"/>
              <a:gd name="connsiteX105" fmla="*/ 546409 w 1456912"/>
              <a:gd name="connsiteY105" fmla="*/ 338247 h 556225"/>
              <a:gd name="connsiteX106" fmla="*/ 463042 w 1456912"/>
              <a:gd name="connsiteY106" fmla="*/ 535557 h 556225"/>
              <a:gd name="connsiteX107" fmla="*/ 434854 w 1456912"/>
              <a:gd name="connsiteY107" fmla="*/ 535557 h 556225"/>
              <a:gd name="connsiteX108" fmla="*/ 646528 w 1456912"/>
              <a:gd name="connsiteY108" fmla="*/ 33467 h 556225"/>
              <a:gd name="connsiteX109" fmla="*/ 762988 w 1456912"/>
              <a:gd name="connsiteY109" fmla="*/ 310059 h 556225"/>
              <a:gd name="connsiteX110" fmla="*/ 791176 w 1456912"/>
              <a:gd name="connsiteY110" fmla="*/ 310059 h 556225"/>
              <a:gd name="connsiteX111" fmla="*/ 660624 w 1456912"/>
              <a:gd name="connsiteY111" fmla="*/ 3 h 556225"/>
              <a:gd name="connsiteX112" fmla="*/ 688812 w 1456912"/>
              <a:gd name="connsiteY112" fmla="*/ 3 h 556225"/>
              <a:gd name="connsiteX113" fmla="*/ 831231 w 1456912"/>
              <a:gd name="connsiteY113" fmla="*/ 338247 h 556225"/>
              <a:gd name="connsiteX114" fmla="*/ 546409 w 1456912"/>
              <a:gd name="connsiteY114" fmla="*/ 338247 h 556225"/>
              <a:gd name="connsiteX115" fmla="*/ 674788 w 1456912"/>
              <a:gd name="connsiteY115" fmla="*/ 167531 h 556225"/>
              <a:gd name="connsiteX116" fmla="*/ 614721 w 1456912"/>
              <a:gd name="connsiteY116" fmla="*/ 310062 h 556225"/>
              <a:gd name="connsiteX117" fmla="*/ 734800 w 1456912"/>
              <a:gd name="connsiteY117" fmla="*/ 310062 h 556225"/>
              <a:gd name="connsiteX118" fmla="*/ 674788 w 1456912"/>
              <a:gd name="connsiteY118" fmla="*/ 167531 h 556225"/>
              <a:gd name="connsiteX119" fmla="*/ 558275 w 1456912"/>
              <a:gd name="connsiteY119" fmla="*/ 310062 h 556225"/>
              <a:gd name="connsiteX120" fmla="*/ 586535 w 1456912"/>
              <a:gd name="connsiteY120" fmla="*/ 310062 h 556225"/>
              <a:gd name="connsiteX121" fmla="*/ 660703 w 1456912"/>
              <a:gd name="connsiteY121" fmla="*/ 134072 h 556225"/>
              <a:gd name="connsiteX122" fmla="*/ 646588 w 1456912"/>
              <a:gd name="connsiteY122" fmla="*/ 100553 h 556225"/>
              <a:gd name="connsiteX123" fmla="*/ 558275 w 1456912"/>
              <a:gd name="connsiteY123" fmla="*/ 310062 h 55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1456912" h="556225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chemeClr val="tx1"/>
          </a:solidFill>
          <a:ln w="289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0C3B9D07-F821-46AB-95B1-D19222D00FD7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22380010-0050-441D-BA9C-97B58351587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feld 62">
              <a:extLst>
                <a:ext uri="{FF2B5EF4-FFF2-40B4-BE49-F238E27FC236}">
                  <a16:creationId xmlns:a16="http://schemas.microsoft.com/office/drawing/2014/main" id="{C13F555F-C26E-4B21-A77C-6CA7380155F8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705760C0-8935-4141-9AEE-BB96816B3799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6" name="Gerader Verbinder 65">
              <a:extLst>
                <a:ext uri="{FF2B5EF4-FFF2-40B4-BE49-F238E27FC236}">
                  <a16:creationId xmlns:a16="http://schemas.microsoft.com/office/drawing/2014/main" id="{EBE9DAC0-7790-4611-B602-40B3CD18C73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Textfeld 66">
              <a:extLst>
                <a:ext uri="{FF2B5EF4-FFF2-40B4-BE49-F238E27FC236}">
                  <a16:creationId xmlns:a16="http://schemas.microsoft.com/office/drawing/2014/main" id="{1FBE1EE4-3D10-40E7-9F1E-627A51E59C6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B25E0919-4E1B-4A97-A1C2-6AE7D2A59920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9" name="Gerader Verbinder 68">
              <a:extLst>
                <a:ext uri="{FF2B5EF4-FFF2-40B4-BE49-F238E27FC236}">
                  <a16:creationId xmlns:a16="http://schemas.microsoft.com/office/drawing/2014/main" id="{849FBB7D-3378-4F36-B80B-3E0BDCA8343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feld 69">
              <a:extLst>
                <a:ext uri="{FF2B5EF4-FFF2-40B4-BE49-F238E27FC236}">
                  <a16:creationId xmlns:a16="http://schemas.microsoft.com/office/drawing/2014/main" id="{6141066E-6566-420D-B6EB-886DF25CCD1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87A742EA-EC3D-47DE-9C2D-533639983C8D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846719FD-F8B1-447D-8561-7A1E238E8A5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2ABDBC31-5895-4E49-887D-433A43B32DB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74" name="Gruppieren 73">
            <a:extLst>
              <a:ext uri="{FF2B5EF4-FFF2-40B4-BE49-F238E27FC236}">
                <a16:creationId xmlns:a16="http://schemas.microsoft.com/office/drawing/2014/main" id="{AEF4BF1C-C847-48A1-A7BF-3BEE82EF1C59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5" name="Gerader Verbinder 74">
              <a:extLst>
                <a:ext uri="{FF2B5EF4-FFF2-40B4-BE49-F238E27FC236}">
                  <a16:creationId xmlns:a16="http://schemas.microsoft.com/office/drawing/2014/main" id="{1CF60061-B6B2-4FE6-9482-278DFD418BD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73D29742-39CB-41E5-B346-BADC9743E285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7" name="Gruppieren 76">
            <a:extLst>
              <a:ext uri="{FF2B5EF4-FFF2-40B4-BE49-F238E27FC236}">
                <a16:creationId xmlns:a16="http://schemas.microsoft.com/office/drawing/2014/main" id="{D55A5473-7182-4B24-8843-51E2ADF3D492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204A095A-3A24-4259-92A8-4500898AC05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82971EAD-9159-4D12-8726-4FBE6AFA23F0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80" name="Gruppieren 79">
            <a:extLst>
              <a:ext uri="{FF2B5EF4-FFF2-40B4-BE49-F238E27FC236}">
                <a16:creationId xmlns:a16="http://schemas.microsoft.com/office/drawing/2014/main" id="{D1FF9524-93DA-476B-89EA-9E475617F2D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81" name="Gerader Verbinder 80">
              <a:extLst>
                <a:ext uri="{FF2B5EF4-FFF2-40B4-BE49-F238E27FC236}">
                  <a16:creationId xmlns:a16="http://schemas.microsoft.com/office/drawing/2014/main" id="{8DFFD401-DC7D-4F6D-82BF-DC6E357E59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Textfeld 81">
              <a:extLst>
                <a:ext uri="{FF2B5EF4-FFF2-40B4-BE49-F238E27FC236}">
                  <a16:creationId xmlns:a16="http://schemas.microsoft.com/office/drawing/2014/main" id="{36A6CE9C-ECB8-42E6-B61D-3A0F3C4D7A5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20076CAA-CFEC-4359-9762-07ED0661EE26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91EF761B-D6BF-475C-8903-456E1F0576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feld 84">
              <a:extLst>
                <a:ext uri="{FF2B5EF4-FFF2-40B4-BE49-F238E27FC236}">
                  <a16:creationId xmlns:a16="http://schemas.microsoft.com/office/drawing/2014/main" id="{413A99B1-6C23-41A6-A82B-0EC01B779471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16CE4EF7-E819-4747-A9E4-8C86F991481E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7" name="Gerader Verbinder 86">
              <a:extLst>
                <a:ext uri="{FF2B5EF4-FFF2-40B4-BE49-F238E27FC236}">
                  <a16:creationId xmlns:a16="http://schemas.microsoft.com/office/drawing/2014/main" id="{3B78DE36-86EF-463F-A7E5-0CD3043C9F4D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Textfeld 87">
              <a:extLst>
                <a:ext uri="{FF2B5EF4-FFF2-40B4-BE49-F238E27FC236}">
                  <a16:creationId xmlns:a16="http://schemas.microsoft.com/office/drawing/2014/main" id="{EAD15804-28A7-4690-889A-7D8A91A7D478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9" name="Gerader Verbinder 88">
            <a:extLst>
              <a:ext uri="{FF2B5EF4-FFF2-40B4-BE49-F238E27FC236}">
                <a16:creationId xmlns:a16="http://schemas.microsoft.com/office/drawing/2014/main" id="{9023C4F7-97EF-4D2F-9223-1AFEE89D9C6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D5072DFD-BA29-43BB-A0B1-01F593A0242E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91" name="Gerader Verbinder 90">
              <a:extLst>
                <a:ext uri="{FF2B5EF4-FFF2-40B4-BE49-F238E27FC236}">
                  <a16:creationId xmlns:a16="http://schemas.microsoft.com/office/drawing/2014/main" id="{A9C77A6D-E177-4B69-A5A1-6B77E4229F3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feld 91">
              <a:extLst>
                <a:ext uri="{FF2B5EF4-FFF2-40B4-BE49-F238E27FC236}">
                  <a16:creationId xmlns:a16="http://schemas.microsoft.com/office/drawing/2014/main" id="{701274C6-5A42-4082-BC4B-8532BFB4CC40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93" name="Grafik 3">
            <a:extLst>
              <a:ext uri="{FF2B5EF4-FFF2-40B4-BE49-F238E27FC236}">
                <a16:creationId xmlns:a16="http://schemas.microsoft.com/office/drawing/2014/main" id="{7EDB224C-20EA-4E58-9D0D-992C660EA7C3}"/>
              </a:ext>
            </a:extLst>
          </p:cNvPr>
          <p:cNvGrpSpPr/>
          <p:nvPr userDrawn="1"/>
        </p:nvGrpSpPr>
        <p:grpSpPr>
          <a:xfrm>
            <a:off x="510639" y="293688"/>
            <a:ext cx="2594512" cy="327278"/>
            <a:chOff x="2242184" y="2525076"/>
            <a:chExt cx="7709534" cy="972502"/>
          </a:xfrm>
          <a:solidFill>
            <a:schemeClr val="tx1"/>
          </a:solidFill>
        </p:grpSpPr>
        <p:sp>
          <p:nvSpPr>
            <p:cNvPr id="94" name="Freihandform: Form 93">
              <a:extLst>
                <a:ext uri="{FF2B5EF4-FFF2-40B4-BE49-F238E27FC236}">
                  <a16:creationId xmlns:a16="http://schemas.microsoft.com/office/drawing/2014/main" id="{5F0062D9-7FA7-487E-B266-465DCCF07634}"/>
                </a:ext>
              </a:extLst>
            </p:cNvPr>
            <p:cNvSpPr/>
            <p:nvPr/>
          </p:nvSpPr>
          <p:spPr>
            <a:xfrm>
              <a:off x="2269806" y="2545079"/>
              <a:ext cx="232409" cy="369569"/>
            </a:xfrm>
            <a:custGeom>
              <a:avLst/>
              <a:gdLst>
                <a:gd name="connsiteX0" fmla="*/ 232410 w 232409"/>
                <a:gd name="connsiteY0" fmla="*/ 60960 h 369569"/>
                <a:gd name="connsiteX1" fmla="*/ 65723 w 232409"/>
                <a:gd name="connsiteY1" fmla="*/ 60960 h 369569"/>
                <a:gd name="connsiteX2" fmla="*/ 65723 w 232409"/>
                <a:gd name="connsiteY2" fmla="*/ 152400 h 369569"/>
                <a:gd name="connsiteX3" fmla="*/ 189547 w 232409"/>
                <a:gd name="connsiteY3" fmla="*/ 152400 h 369569"/>
                <a:gd name="connsiteX4" fmla="*/ 189547 w 232409"/>
                <a:gd name="connsiteY4" fmla="*/ 212408 h 369569"/>
                <a:gd name="connsiteX5" fmla="*/ 65723 w 232409"/>
                <a:gd name="connsiteY5" fmla="*/ 212408 h 369569"/>
                <a:gd name="connsiteX6" fmla="*/ 65723 w 232409"/>
                <a:gd name="connsiteY6" fmla="*/ 369570 h 369569"/>
                <a:gd name="connsiteX7" fmla="*/ 0 w 232409"/>
                <a:gd name="connsiteY7" fmla="*/ 369570 h 369569"/>
                <a:gd name="connsiteX8" fmla="*/ 0 w 232409"/>
                <a:gd name="connsiteY8" fmla="*/ 0 h 369569"/>
                <a:gd name="connsiteX9" fmla="*/ 231458 w 232409"/>
                <a:gd name="connsiteY9" fmla="*/ 0 h 369569"/>
                <a:gd name="connsiteX10" fmla="*/ 231458 w 232409"/>
                <a:gd name="connsiteY10" fmla="*/ 60960 h 369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2409" h="36956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5" name="Freihandform: Form 94">
              <a:extLst>
                <a:ext uri="{FF2B5EF4-FFF2-40B4-BE49-F238E27FC236}">
                  <a16:creationId xmlns:a16="http://schemas.microsoft.com/office/drawing/2014/main" id="{E64F3B7C-CB4A-4496-94EF-731E99CC6D26}"/>
                </a:ext>
              </a:extLst>
            </p:cNvPr>
            <p:cNvSpPr/>
            <p:nvPr/>
          </p:nvSpPr>
          <p:spPr>
            <a:xfrm>
              <a:off x="2538412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6" name="Freihandform: Form 95">
              <a:extLst>
                <a:ext uri="{FF2B5EF4-FFF2-40B4-BE49-F238E27FC236}">
                  <a16:creationId xmlns:a16="http://schemas.microsoft.com/office/drawing/2014/main" id="{BC8F2FE3-8BCF-4388-9D18-C9FDBDA8F54F}"/>
                </a:ext>
              </a:extLst>
            </p:cNvPr>
            <p:cNvSpPr/>
            <p:nvPr/>
          </p:nvSpPr>
          <p:spPr>
            <a:xfrm>
              <a:off x="2743199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8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7" name="Freihandform: Form 96">
              <a:extLst>
                <a:ext uri="{FF2B5EF4-FFF2-40B4-BE49-F238E27FC236}">
                  <a16:creationId xmlns:a16="http://schemas.microsoft.com/office/drawing/2014/main" id="{DD335225-272F-4571-BDD9-C4D260933D6A}"/>
                </a:ext>
              </a:extLst>
            </p:cNvPr>
            <p:cNvSpPr/>
            <p:nvPr/>
          </p:nvSpPr>
          <p:spPr>
            <a:xfrm>
              <a:off x="2879407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8" name="Freihandform: Form 97">
              <a:extLst>
                <a:ext uri="{FF2B5EF4-FFF2-40B4-BE49-F238E27FC236}">
                  <a16:creationId xmlns:a16="http://schemas.microsoft.com/office/drawing/2014/main" id="{BF69BAD7-575C-4929-A903-11EBC948B0DC}"/>
                </a:ext>
              </a:extLst>
            </p:cNvPr>
            <p:cNvSpPr/>
            <p:nvPr/>
          </p:nvSpPr>
          <p:spPr>
            <a:xfrm>
              <a:off x="3177539" y="2525076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2 w 248602"/>
                <a:gd name="connsiteY5" fmla="*/ 0 h 396239"/>
                <a:gd name="connsiteX6" fmla="*/ 248602 w 248602"/>
                <a:gd name="connsiteY6" fmla="*/ 389573 h 396239"/>
                <a:gd name="connsiteX7" fmla="*/ 187642 w 248602"/>
                <a:gd name="connsiteY7" fmla="*/ 389573 h 396239"/>
                <a:gd name="connsiteX8" fmla="*/ 187642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0960 w 248602"/>
                <a:gd name="connsiteY12" fmla="*/ 255270 h 396239"/>
                <a:gd name="connsiteX13" fmla="*/ 122872 w 248602"/>
                <a:gd name="connsiteY13" fmla="*/ 340995 h 396239"/>
                <a:gd name="connsiteX14" fmla="*/ 186690 w 248602"/>
                <a:gd name="connsiteY14" fmla="*/ 305753 h 396239"/>
                <a:gd name="connsiteX15" fmla="*/ 186690 w 248602"/>
                <a:gd name="connsiteY15" fmla="*/ 207645 h 396239"/>
                <a:gd name="connsiteX16" fmla="*/ 122872 w 248602"/>
                <a:gd name="connsiteY16" fmla="*/ 172402 h 396239"/>
                <a:gd name="connsiteX17" fmla="*/ 60960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9" name="Freihandform: Form 98">
              <a:extLst>
                <a:ext uri="{FF2B5EF4-FFF2-40B4-BE49-F238E27FC236}">
                  <a16:creationId xmlns:a16="http://schemas.microsoft.com/office/drawing/2014/main" id="{FD20AC73-D10C-4D22-8487-42E7948AA409}"/>
                </a:ext>
              </a:extLst>
            </p:cNvPr>
            <p:cNvSpPr/>
            <p:nvPr/>
          </p:nvSpPr>
          <p:spPr>
            <a:xfrm>
              <a:off x="3509009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0" name="Freihandform: Form 99">
              <a:extLst>
                <a:ext uri="{FF2B5EF4-FFF2-40B4-BE49-F238E27FC236}">
                  <a16:creationId xmlns:a16="http://schemas.microsoft.com/office/drawing/2014/main" id="{7C8D9FDD-C5F5-4349-BD5F-D81FB30DB6DE}"/>
                </a:ext>
              </a:extLst>
            </p:cNvPr>
            <p:cNvSpPr/>
            <p:nvPr/>
          </p:nvSpPr>
          <p:spPr>
            <a:xfrm>
              <a:off x="3712844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8 w 79057"/>
                <a:gd name="connsiteY4" fmla="*/ 38100 h 384810"/>
                <a:gd name="connsiteX5" fmla="*/ 71438 w 79057"/>
                <a:gd name="connsiteY5" fmla="*/ 384810 h 384810"/>
                <a:gd name="connsiteX6" fmla="*/ 9525 w 79057"/>
                <a:gd name="connsiteY6" fmla="*/ 384810 h 384810"/>
                <a:gd name="connsiteX7" fmla="*/ 9525 w 79057"/>
                <a:gd name="connsiteY7" fmla="*/ 118110 h 384810"/>
                <a:gd name="connsiteX8" fmla="*/ 71438 w 79057"/>
                <a:gd name="connsiteY8" fmla="*/ 118110 h 384810"/>
                <a:gd name="connsiteX9" fmla="*/ 71438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1" name="Freihandform: Form 100">
              <a:extLst>
                <a:ext uri="{FF2B5EF4-FFF2-40B4-BE49-F238E27FC236}">
                  <a16:creationId xmlns:a16="http://schemas.microsoft.com/office/drawing/2014/main" id="{52F4FC91-2197-434F-A278-42EE431CFCAE}"/>
                </a:ext>
              </a:extLst>
            </p:cNvPr>
            <p:cNvSpPr/>
            <p:nvPr/>
          </p:nvSpPr>
          <p:spPr>
            <a:xfrm>
              <a:off x="3850957" y="2640329"/>
              <a:ext cx="224789" cy="280034"/>
            </a:xfrm>
            <a:custGeom>
              <a:avLst/>
              <a:gdLst>
                <a:gd name="connsiteX0" fmla="*/ 222885 w 224789"/>
                <a:gd name="connsiteY0" fmla="*/ 237172 h 280034"/>
                <a:gd name="connsiteX1" fmla="*/ 127635 w 224789"/>
                <a:gd name="connsiteY1" fmla="*/ 280035 h 280034"/>
                <a:gd name="connsiteX2" fmla="*/ 0 w 224789"/>
                <a:gd name="connsiteY2" fmla="*/ 140970 h 280034"/>
                <a:gd name="connsiteX3" fmla="*/ 128588 w 224789"/>
                <a:gd name="connsiteY3" fmla="*/ 0 h 280034"/>
                <a:gd name="connsiteX4" fmla="*/ 224790 w 224789"/>
                <a:gd name="connsiteY4" fmla="*/ 45720 h 280034"/>
                <a:gd name="connsiteX5" fmla="*/ 181927 w 224789"/>
                <a:gd name="connsiteY5" fmla="*/ 86678 h 280034"/>
                <a:gd name="connsiteX6" fmla="*/ 128588 w 224789"/>
                <a:gd name="connsiteY6" fmla="*/ 57150 h 280034"/>
                <a:gd name="connsiteX7" fmla="*/ 62865 w 224789"/>
                <a:gd name="connsiteY7" fmla="*/ 140018 h 280034"/>
                <a:gd name="connsiteX8" fmla="*/ 128588 w 224789"/>
                <a:gd name="connsiteY8" fmla="*/ 222885 h 280034"/>
                <a:gd name="connsiteX9" fmla="*/ 183833 w 224789"/>
                <a:gd name="connsiteY9" fmla="*/ 193358 h 280034"/>
                <a:gd name="connsiteX10" fmla="*/ 222885 w 224789"/>
                <a:gd name="connsiteY10" fmla="*/ 237172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4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2" name="Freihandform: Form 101">
              <a:extLst>
                <a:ext uri="{FF2B5EF4-FFF2-40B4-BE49-F238E27FC236}">
                  <a16:creationId xmlns:a16="http://schemas.microsoft.com/office/drawing/2014/main" id="{70989457-73C8-4AE9-A3E6-E132F67ADA2C}"/>
                </a:ext>
              </a:extLst>
            </p:cNvPr>
            <p:cNvSpPr/>
            <p:nvPr/>
          </p:nvSpPr>
          <p:spPr>
            <a:xfrm>
              <a:off x="4129087" y="2525076"/>
              <a:ext cx="229552" cy="389572"/>
            </a:xfrm>
            <a:custGeom>
              <a:avLst/>
              <a:gdLst>
                <a:gd name="connsiteX0" fmla="*/ 229553 w 229552"/>
                <a:gd name="connsiteY0" fmla="*/ 388620 h 389572"/>
                <a:gd name="connsiteX1" fmla="*/ 167640 w 229552"/>
                <a:gd name="connsiteY1" fmla="*/ 388620 h 389572"/>
                <a:gd name="connsiteX2" fmla="*/ 167640 w 229552"/>
                <a:gd name="connsiteY2" fmla="*/ 236220 h 389572"/>
                <a:gd name="connsiteX3" fmla="*/ 118110 w 229552"/>
                <a:gd name="connsiteY3" fmla="*/ 171450 h 389572"/>
                <a:gd name="connsiteX4" fmla="*/ 62865 w 229552"/>
                <a:gd name="connsiteY4" fmla="*/ 236220 h 389572"/>
                <a:gd name="connsiteX5" fmla="*/ 62865 w 229552"/>
                <a:gd name="connsiteY5" fmla="*/ 389573 h 389572"/>
                <a:gd name="connsiteX6" fmla="*/ 0 w 229552"/>
                <a:gd name="connsiteY6" fmla="*/ 389573 h 389572"/>
                <a:gd name="connsiteX7" fmla="*/ 0 w 229552"/>
                <a:gd name="connsiteY7" fmla="*/ 15240 h 389572"/>
                <a:gd name="connsiteX8" fmla="*/ 61913 w 229552"/>
                <a:gd name="connsiteY8" fmla="*/ 0 h 389572"/>
                <a:gd name="connsiteX9" fmla="*/ 61913 w 229552"/>
                <a:gd name="connsiteY9" fmla="*/ 155258 h 389572"/>
                <a:gd name="connsiteX10" fmla="*/ 62865 w 229552"/>
                <a:gd name="connsiteY10" fmla="*/ 155258 h 389572"/>
                <a:gd name="connsiteX11" fmla="*/ 140970 w 229552"/>
                <a:gd name="connsiteY11" fmla="*/ 116205 h 389572"/>
                <a:gd name="connsiteX12" fmla="*/ 228600 w 229552"/>
                <a:gd name="connsiteY12" fmla="*/ 223838 h 389572"/>
                <a:gd name="connsiteX13" fmla="*/ 228600 w 229552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52" h="38957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3" name="Freihandform: Form 102">
              <a:extLst>
                <a:ext uri="{FF2B5EF4-FFF2-40B4-BE49-F238E27FC236}">
                  <a16:creationId xmlns:a16="http://schemas.microsoft.com/office/drawing/2014/main" id="{97405C47-1DB1-40F6-BCEC-9BCDAEC7A2FE}"/>
                </a:ext>
              </a:extLst>
            </p:cNvPr>
            <p:cNvSpPr/>
            <p:nvPr/>
          </p:nvSpPr>
          <p:spPr>
            <a:xfrm>
              <a:off x="4430077" y="2721291"/>
              <a:ext cx="130492" cy="59055"/>
            </a:xfrm>
            <a:custGeom>
              <a:avLst/>
              <a:gdLst>
                <a:gd name="connsiteX0" fmla="*/ 130492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2 w 130492"/>
                <a:gd name="connsiteY3" fmla="*/ 0 h 59055"/>
                <a:gd name="connsiteX4" fmla="*/ 130492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4" name="Freihandform: Form 103">
              <a:extLst>
                <a:ext uri="{FF2B5EF4-FFF2-40B4-BE49-F238E27FC236}">
                  <a16:creationId xmlns:a16="http://schemas.microsoft.com/office/drawing/2014/main" id="{8B65F82E-B0A2-4FE8-850E-F63AE810CA1C}"/>
                </a:ext>
              </a:extLst>
            </p:cNvPr>
            <p:cNvSpPr/>
            <p:nvPr/>
          </p:nvSpPr>
          <p:spPr>
            <a:xfrm>
              <a:off x="4593906" y="2545079"/>
              <a:ext cx="342900" cy="368617"/>
            </a:xfrm>
            <a:custGeom>
              <a:avLst/>
              <a:gdLst>
                <a:gd name="connsiteX0" fmla="*/ 136208 w 342900"/>
                <a:gd name="connsiteY0" fmla="*/ 0 h 368617"/>
                <a:gd name="connsiteX1" fmla="*/ 205740 w 342900"/>
                <a:gd name="connsiteY1" fmla="*/ 0 h 368617"/>
                <a:gd name="connsiteX2" fmla="*/ 342900 w 342900"/>
                <a:gd name="connsiteY2" fmla="*/ 368618 h 368617"/>
                <a:gd name="connsiteX3" fmla="*/ 271463 w 342900"/>
                <a:gd name="connsiteY3" fmla="*/ 368618 h 368617"/>
                <a:gd name="connsiteX4" fmla="*/ 244793 w 342900"/>
                <a:gd name="connsiteY4" fmla="*/ 290512 h 368617"/>
                <a:gd name="connsiteX5" fmla="*/ 96203 w 342900"/>
                <a:gd name="connsiteY5" fmla="*/ 290512 h 368617"/>
                <a:gd name="connsiteX6" fmla="*/ 69533 w 342900"/>
                <a:gd name="connsiteY6" fmla="*/ 368618 h 368617"/>
                <a:gd name="connsiteX7" fmla="*/ 0 w 342900"/>
                <a:gd name="connsiteY7" fmla="*/ 368618 h 368617"/>
                <a:gd name="connsiteX8" fmla="*/ 136208 w 342900"/>
                <a:gd name="connsiteY8" fmla="*/ 0 h 368617"/>
                <a:gd name="connsiteX9" fmla="*/ 116205 w 342900"/>
                <a:gd name="connsiteY9" fmla="*/ 231458 h 368617"/>
                <a:gd name="connsiteX10" fmla="*/ 223838 w 342900"/>
                <a:gd name="connsiteY10" fmla="*/ 231458 h 368617"/>
                <a:gd name="connsiteX11" fmla="*/ 170498 w 342900"/>
                <a:gd name="connsiteY11" fmla="*/ 75247 h 368617"/>
                <a:gd name="connsiteX12" fmla="*/ 169545 w 342900"/>
                <a:gd name="connsiteY12" fmla="*/ 75247 h 368617"/>
                <a:gd name="connsiteX13" fmla="*/ 116205 w 342900"/>
                <a:gd name="connsiteY13" fmla="*/ 231458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2900" h="368617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5" name="Freihandform: Form 104">
              <a:extLst>
                <a:ext uri="{FF2B5EF4-FFF2-40B4-BE49-F238E27FC236}">
                  <a16:creationId xmlns:a16="http://schemas.microsoft.com/office/drawing/2014/main" id="{A00446A1-9174-4182-AFBD-F7FDFC75E70F}"/>
                </a:ext>
              </a:extLst>
            </p:cNvPr>
            <p:cNvSpPr/>
            <p:nvPr/>
          </p:nvSpPr>
          <p:spPr>
            <a:xfrm>
              <a:off x="4992052" y="2525076"/>
              <a:ext cx="61912" cy="388620"/>
            </a:xfrm>
            <a:custGeom>
              <a:avLst/>
              <a:gdLst>
                <a:gd name="connsiteX0" fmla="*/ 61913 w 61912"/>
                <a:gd name="connsiteY0" fmla="*/ 388620 h 388620"/>
                <a:gd name="connsiteX1" fmla="*/ 0 w 61912"/>
                <a:gd name="connsiteY1" fmla="*/ 388620 h 388620"/>
                <a:gd name="connsiteX2" fmla="*/ 0 w 61912"/>
                <a:gd name="connsiteY2" fmla="*/ 14288 h 388620"/>
                <a:gd name="connsiteX3" fmla="*/ 61913 w 61912"/>
                <a:gd name="connsiteY3" fmla="*/ 0 h 388620"/>
                <a:gd name="connsiteX4" fmla="*/ 61913 w 61912"/>
                <a:gd name="connsiteY4" fmla="*/ 388620 h 388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8620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6" name="Freihandform: Form 105">
              <a:extLst>
                <a:ext uri="{FF2B5EF4-FFF2-40B4-BE49-F238E27FC236}">
                  <a16:creationId xmlns:a16="http://schemas.microsoft.com/office/drawing/2014/main" id="{EBDAA100-7EC2-47E0-8C69-9A45AA444761}"/>
                </a:ext>
              </a:extLst>
            </p:cNvPr>
            <p:cNvSpPr/>
            <p:nvPr/>
          </p:nvSpPr>
          <p:spPr>
            <a:xfrm>
              <a:off x="512063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7" name="Freihandform: Form 106">
              <a:extLst>
                <a:ext uri="{FF2B5EF4-FFF2-40B4-BE49-F238E27FC236}">
                  <a16:creationId xmlns:a16="http://schemas.microsoft.com/office/drawing/2014/main" id="{9F428011-BD3C-4C8D-8D99-4841E1FFC0AF}"/>
                </a:ext>
              </a:extLst>
            </p:cNvPr>
            <p:cNvSpPr/>
            <p:nvPr/>
          </p:nvSpPr>
          <p:spPr>
            <a:xfrm>
              <a:off x="5397817" y="2646997"/>
              <a:ext cx="255269" cy="266700"/>
            </a:xfrm>
            <a:custGeom>
              <a:avLst/>
              <a:gdLst>
                <a:gd name="connsiteX0" fmla="*/ 255270 w 255269"/>
                <a:gd name="connsiteY0" fmla="*/ 266700 h 266700"/>
                <a:gd name="connsiteX1" fmla="*/ 183832 w 255269"/>
                <a:gd name="connsiteY1" fmla="*/ 266700 h 266700"/>
                <a:gd name="connsiteX2" fmla="*/ 126682 w 255269"/>
                <a:gd name="connsiteY2" fmla="*/ 174307 h 266700"/>
                <a:gd name="connsiteX3" fmla="*/ 125730 w 255269"/>
                <a:gd name="connsiteY3" fmla="*/ 174307 h 266700"/>
                <a:gd name="connsiteX4" fmla="*/ 70485 w 255269"/>
                <a:gd name="connsiteY4" fmla="*/ 266700 h 266700"/>
                <a:gd name="connsiteX5" fmla="*/ 0 w 255269"/>
                <a:gd name="connsiteY5" fmla="*/ 266700 h 266700"/>
                <a:gd name="connsiteX6" fmla="*/ 91440 w 255269"/>
                <a:gd name="connsiteY6" fmla="*/ 128588 h 266700"/>
                <a:gd name="connsiteX7" fmla="*/ 6667 w 255269"/>
                <a:gd name="connsiteY7" fmla="*/ 0 h 266700"/>
                <a:gd name="connsiteX8" fmla="*/ 77152 w 255269"/>
                <a:gd name="connsiteY8" fmla="*/ 0 h 266700"/>
                <a:gd name="connsiteX9" fmla="*/ 127635 w 255269"/>
                <a:gd name="connsiteY9" fmla="*/ 81915 h 266700"/>
                <a:gd name="connsiteX10" fmla="*/ 128588 w 255269"/>
                <a:gd name="connsiteY10" fmla="*/ 81915 h 266700"/>
                <a:gd name="connsiteX11" fmla="*/ 178117 w 255269"/>
                <a:gd name="connsiteY11" fmla="*/ 0 h 266700"/>
                <a:gd name="connsiteX12" fmla="*/ 247650 w 255269"/>
                <a:gd name="connsiteY12" fmla="*/ 0 h 266700"/>
                <a:gd name="connsiteX13" fmla="*/ 163830 w 255269"/>
                <a:gd name="connsiteY13" fmla="*/ 127635 h 266700"/>
                <a:gd name="connsiteX14" fmla="*/ 255270 w 255269"/>
                <a:gd name="connsiteY14" fmla="*/ 26670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5269" h="266700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8" name="Freihandform: Form 107">
              <a:extLst>
                <a:ext uri="{FF2B5EF4-FFF2-40B4-BE49-F238E27FC236}">
                  <a16:creationId xmlns:a16="http://schemas.microsoft.com/office/drawing/2014/main" id="{F6C7C54C-A8CF-4444-AC59-BF72E47F72A6}"/>
                </a:ext>
              </a:extLst>
            </p:cNvPr>
            <p:cNvSpPr/>
            <p:nvPr/>
          </p:nvSpPr>
          <p:spPr>
            <a:xfrm>
              <a:off x="5686407" y="2641281"/>
              <a:ext cx="225759" cy="279082"/>
            </a:xfrm>
            <a:custGeom>
              <a:avLst/>
              <a:gdLst>
                <a:gd name="connsiteX0" fmla="*/ 114317 w 225759"/>
                <a:gd name="connsiteY0" fmla="*/ 107632 h 279082"/>
                <a:gd name="connsiteX1" fmla="*/ 164799 w 225759"/>
                <a:gd name="connsiteY1" fmla="*/ 113347 h 279082"/>
                <a:gd name="connsiteX2" fmla="*/ 164799 w 225759"/>
                <a:gd name="connsiteY2" fmla="*/ 103822 h 279082"/>
                <a:gd name="connsiteX3" fmla="*/ 105744 w 225759"/>
                <a:gd name="connsiteY3" fmla="*/ 52388 h 279082"/>
                <a:gd name="connsiteX4" fmla="*/ 38117 w 225759"/>
                <a:gd name="connsiteY4" fmla="*/ 67628 h 279082"/>
                <a:gd name="connsiteX5" fmla="*/ 24782 w 225759"/>
                <a:gd name="connsiteY5" fmla="*/ 15240 h 279082"/>
                <a:gd name="connsiteX6" fmla="*/ 112412 w 225759"/>
                <a:gd name="connsiteY6" fmla="*/ 0 h 279082"/>
                <a:gd name="connsiteX7" fmla="*/ 225759 w 225759"/>
                <a:gd name="connsiteY7" fmla="*/ 102870 h 279082"/>
                <a:gd name="connsiteX8" fmla="*/ 225759 w 225759"/>
                <a:gd name="connsiteY8" fmla="*/ 273368 h 279082"/>
                <a:gd name="connsiteX9" fmla="*/ 166704 w 225759"/>
                <a:gd name="connsiteY9" fmla="*/ 273368 h 279082"/>
                <a:gd name="connsiteX10" fmla="*/ 166704 w 225759"/>
                <a:gd name="connsiteY10" fmla="*/ 244793 h 279082"/>
                <a:gd name="connsiteX11" fmla="*/ 165752 w 225759"/>
                <a:gd name="connsiteY11" fmla="*/ 244793 h 279082"/>
                <a:gd name="connsiteX12" fmla="*/ 87647 w 225759"/>
                <a:gd name="connsiteY12" fmla="*/ 279083 h 279082"/>
                <a:gd name="connsiteX13" fmla="*/ 17 w 225759"/>
                <a:gd name="connsiteY13" fmla="*/ 194310 h 279082"/>
                <a:gd name="connsiteX14" fmla="*/ 114317 w 225759"/>
                <a:gd name="connsiteY14" fmla="*/ 107632 h 279082"/>
                <a:gd name="connsiteX15" fmla="*/ 103839 w 225759"/>
                <a:gd name="connsiteY15" fmla="*/ 232410 h 279082"/>
                <a:gd name="connsiteX16" fmla="*/ 164799 w 225759"/>
                <a:gd name="connsiteY16" fmla="*/ 200025 h 279082"/>
                <a:gd name="connsiteX17" fmla="*/ 164799 w 225759"/>
                <a:gd name="connsiteY17" fmla="*/ 154305 h 279082"/>
                <a:gd name="connsiteX18" fmla="*/ 120984 w 225759"/>
                <a:gd name="connsiteY18" fmla="*/ 149543 h 279082"/>
                <a:gd name="connsiteX19" fmla="*/ 59072 w 225759"/>
                <a:gd name="connsiteY19" fmla="*/ 193358 h 279082"/>
                <a:gd name="connsiteX20" fmla="*/ 103839 w 225759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59" h="279082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9" name="Freihandform: Form 108">
              <a:extLst>
                <a:ext uri="{FF2B5EF4-FFF2-40B4-BE49-F238E27FC236}">
                  <a16:creationId xmlns:a16="http://schemas.microsoft.com/office/drawing/2014/main" id="{F50FAB8E-78AE-4621-92B7-50E022AAB55A}"/>
                </a:ext>
              </a:extLst>
            </p:cNvPr>
            <p:cNvSpPr/>
            <p:nvPr/>
          </p:nvSpPr>
          <p:spPr>
            <a:xfrm>
              <a:off x="5991224" y="2641281"/>
              <a:ext cx="229552" cy="273367"/>
            </a:xfrm>
            <a:custGeom>
              <a:avLst/>
              <a:gdLst>
                <a:gd name="connsiteX0" fmla="*/ 229553 w 229552"/>
                <a:gd name="connsiteY0" fmla="*/ 272415 h 273367"/>
                <a:gd name="connsiteX1" fmla="*/ 166688 w 229552"/>
                <a:gd name="connsiteY1" fmla="*/ 272415 h 273367"/>
                <a:gd name="connsiteX2" fmla="*/ 166688 w 229552"/>
                <a:gd name="connsiteY2" fmla="*/ 120015 h 273367"/>
                <a:gd name="connsiteX3" fmla="*/ 117157 w 229552"/>
                <a:gd name="connsiteY3" fmla="*/ 55245 h 273367"/>
                <a:gd name="connsiteX4" fmla="*/ 61913 w 229552"/>
                <a:gd name="connsiteY4" fmla="*/ 120015 h 273367"/>
                <a:gd name="connsiteX5" fmla="*/ 61913 w 229552"/>
                <a:gd name="connsiteY5" fmla="*/ 273368 h 273367"/>
                <a:gd name="connsiteX6" fmla="*/ 0 w 229552"/>
                <a:gd name="connsiteY6" fmla="*/ 273368 h 273367"/>
                <a:gd name="connsiteX7" fmla="*/ 0 w 229552"/>
                <a:gd name="connsiteY7" fmla="*/ 6668 h 273367"/>
                <a:gd name="connsiteX8" fmla="*/ 61913 w 229552"/>
                <a:gd name="connsiteY8" fmla="*/ 6668 h 273367"/>
                <a:gd name="connsiteX9" fmla="*/ 61913 w 229552"/>
                <a:gd name="connsiteY9" fmla="*/ 39053 h 273367"/>
                <a:gd name="connsiteX10" fmla="*/ 62865 w 229552"/>
                <a:gd name="connsiteY10" fmla="*/ 39053 h 273367"/>
                <a:gd name="connsiteX11" fmla="*/ 140970 w 229552"/>
                <a:gd name="connsiteY11" fmla="*/ 0 h 273367"/>
                <a:gd name="connsiteX12" fmla="*/ 228600 w 229552"/>
                <a:gd name="connsiteY12" fmla="*/ 107632 h 273367"/>
                <a:gd name="connsiteX13" fmla="*/ 228600 w 229552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52" h="273367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0" name="Freihandform: Form 109">
              <a:extLst>
                <a:ext uri="{FF2B5EF4-FFF2-40B4-BE49-F238E27FC236}">
                  <a16:creationId xmlns:a16="http://schemas.microsoft.com/office/drawing/2014/main" id="{AC24D8DA-7994-4FBE-8591-E8A44FF7C7F7}"/>
                </a:ext>
              </a:extLst>
            </p:cNvPr>
            <p:cNvSpPr/>
            <p:nvPr/>
          </p:nvSpPr>
          <p:spPr>
            <a:xfrm>
              <a:off x="6286499" y="2525076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3 w 248602"/>
                <a:gd name="connsiteY7" fmla="*/ 389573 h 396239"/>
                <a:gd name="connsiteX8" fmla="*/ 187643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1913 w 248602"/>
                <a:gd name="connsiteY12" fmla="*/ 255270 h 396239"/>
                <a:gd name="connsiteX13" fmla="*/ 123825 w 248602"/>
                <a:gd name="connsiteY13" fmla="*/ 340995 h 396239"/>
                <a:gd name="connsiteX14" fmla="*/ 187643 w 248602"/>
                <a:gd name="connsiteY14" fmla="*/ 305753 h 396239"/>
                <a:gd name="connsiteX15" fmla="*/ 187643 w 248602"/>
                <a:gd name="connsiteY15" fmla="*/ 207645 h 396239"/>
                <a:gd name="connsiteX16" fmla="*/ 123825 w 248602"/>
                <a:gd name="connsiteY16" fmla="*/ 172402 h 396239"/>
                <a:gd name="connsiteX17" fmla="*/ 61913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1" name="Freihandform: Form 110">
              <a:extLst>
                <a:ext uri="{FF2B5EF4-FFF2-40B4-BE49-F238E27FC236}">
                  <a16:creationId xmlns:a16="http://schemas.microsoft.com/office/drawing/2014/main" id="{C26A421C-A8D4-4825-8BA4-943B818B8D2E}"/>
                </a:ext>
              </a:extLst>
            </p:cNvPr>
            <p:cNvSpPr/>
            <p:nvPr/>
          </p:nvSpPr>
          <p:spPr>
            <a:xfrm>
              <a:off x="660272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7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2" name="Freihandform: Form 111">
              <a:extLst>
                <a:ext uri="{FF2B5EF4-FFF2-40B4-BE49-F238E27FC236}">
                  <a16:creationId xmlns:a16="http://schemas.microsoft.com/office/drawing/2014/main" id="{022EA131-DFDB-431F-A60F-CCAACE5F8476}"/>
                </a:ext>
              </a:extLst>
            </p:cNvPr>
            <p:cNvSpPr/>
            <p:nvPr/>
          </p:nvSpPr>
          <p:spPr>
            <a:xfrm>
              <a:off x="6916101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3" name="Freihandform: Form 112">
              <a:extLst>
                <a:ext uri="{FF2B5EF4-FFF2-40B4-BE49-F238E27FC236}">
                  <a16:creationId xmlns:a16="http://schemas.microsoft.com/office/drawing/2014/main" id="{75B85351-FC36-4EAA-ADAC-848C5CE8CF20}"/>
                </a:ext>
              </a:extLst>
            </p:cNvPr>
            <p:cNvSpPr/>
            <p:nvPr/>
          </p:nvSpPr>
          <p:spPr>
            <a:xfrm>
              <a:off x="7115174" y="2721291"/>
              <a:ext cx="130492" cy="59055"/>
            </a:xfrm>
            <a:custGeom>
              <a:avLst/>
              <a:gdLst>
                <a:gd name="connsiteX0" fmla="*/ 130493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3 w 130492"/>
                <a:gd name="connsiteY3" fmla="*/ 0 h 59055"/>
                <a:gd name="connsiteX4" fmla="*/ 130493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2" name="Freihandform: Form 161">
              <a:extLst>
                <a:ext uri="{FF2B5EF4-FFF2-40B4-BE49-F238E27FC236}">
                  <a16:creationId xmlns:a16="http://schemas.microsoft.com/office/drawing/2014/main" id="{864D1068-6C88-4E64-9CE8-709F2115AB93}"/>
                </a:ext>
              </a:extLst>
            </p:cNvPr>
            <p:cNvSpPr/>
            <p:nvPr/>
          </p:nvSpPr>
          <p:spPr>
            <a:xfrm>
              <a:off x="7324724" y="2545079"/>
              <a:ext cx="288607" cy="375284"/>
            </a:xfrm>
            <a:custGeom>
              <a:avLst/>
              <a:gdLst>
                <a:gd name="connsiteX0" fmla="*/ 288607 w 288607"/>
                <a:gd name="connsiteY0" fmla="*/ 222885 h 375284"/>
                <a:gd name="connsiteX1" fmla="*/ 143827 w 288607"/>
                <a:gd name="connsiteY1" fmla="*/ 375285 h 375284"/>
                <a:gd name="connsiteX2" fmla="*/ 0 w 288607"/>
                <a:gd name="connsiteY2" fmla="*/ 222885 h 375284"/>
                <a:gd name="connsiteX3" fmla="*/ 0 w 288607"/>
                <a:gd name="connsiteY3" fmla="*/ 0 h 375284"/>
                <a:gd name="connsiteX4" fmla="*/ 66675 w 288607"/>
                <a:gd name="connsiteY4" fmla="*/ 0 h 375284"/>
                <a:gd name="connsiteX5" fmla="*/ 66675 w 288607"/>
                <a:gd name="connsiteY5" fmla="*/ 219075 h 375284"/>
                <a:gd name="connsiteX6" fmla="*/ 144780 w 288607"/>
                <a:gd name="connsiteY6" fmla="*/ 312420 h 375284"/>
                <a:gd name="connsiteX7" fmla="*/ 220980 w 288607"/>
                <a:gd name="connsiteY7" fmla="*/ 219075 h 375284"/>
                <a:gd name="connsiteX8" fmla="*/ 220980 w 288607"/>
                <a:gd name="connsiteY8" fmla="*/ 0 h 375284"/>
                <a:gd name="connsiteX9" fmla="*/ 287655 w 288607"/>
                <a:gd name="connsiteY9" fmla="*/ 0 h 375284"/>
                <a:gd name="connsiteX10" fmla="*/ 287655 w 288607"/>
                <a:gd name="connsiteY10" fmla="*/ 222885 h 375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88607" h="375284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3" name="Freihandform: Form 162">
              <a:extLst>
                <a:ext uri="{FF2B5EF4-FFF2-40B4-BE49-F238E27FC236}">
                  <a16:creationId xmlns:a16="http://schemas.microsoft.com/office/drawing/2014/main" id="{060D30F5-7860-4FEF-9867-6D902CB11985}"/>
                </a:ext>
              </a:extLst>
            </p:cNvPr>
            <p:cNvSpPr/>
            <p:nvPr/>
          </p:nvSpPr>
          <p:spPr>
            <a:xfrm>
              <a:off x="7697151" y="2641281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8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8 h 273367"/>
                <a:gd name="connsiteX6" fmla="*/ 0 w 228600"/>
                <a:gd name="connsiteY6" fmla="*/ 273368 h 273367"/>
                <a:gd name="connsiteX7" fmla="*/ 0 w 228600"/>
                <a:gd name="connsiteY7" fmla="*/ 6668 h 273367"/>
                <a:gd name="connsiteX8" fmla="*/ 61913 w 228600"/>
                <a:gd name="connsiteY8" fmla="*/ 6668 h 273367"/>
                <a:gd name="connsiteX9" fmla="*/ 61913 w 228600"/>
                <a:gd name="connsiteY9" fmla="*/ 39053 h 273367"/>
                <a:gd name="connsiteX10" fmla="*/ 62865 w 228600"/>
                <a:gd name="connsiteY10" fmla="*/ 39053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4" name="Freihandform: Form 163">
              <a:extLst>
                <a:ext uri="{FF2B5EF4-FFF2-40B4-BE49-F238E27FC236}">
                  <a16:creationId xmlns:a16="http://schemas.microsoft.com/office/drawing/2014/main" id="{732D5F25-F623-49DA-B9D2-8BB8C68F24F2}"/>
                </a:ext>
              </a:extLst>
            </p:cNvPr>
            <p:cNvSpPr/>
            <p:nvPr/>
          </p:nvSpPr>
          <p:spPr>
            <a:xfrm>
              <a:off x="7996237" y="2528887"/>
              <a:ext cx="79057" cy="384810"/>
            </a:xfrm>
            <a:custGeom>
              <a:avLst/>
              <a:gdLst>
                <a:gd name="connsiteX0" fmla="*/ 79057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7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5" name="Freihandform: Form 164">
              <a:extLst>
                <a:ext uri="{FF2B5EF4-FFF2-40B4-BE49-F238E27FC236}">
                  <a16:creationId xmlns:a16="http://schemas.microsoft.com/office/drawing/2014/main" id="{0FAC63F4-9971-49C4-8827-AF6DFF0CACC5}"/>
                </a:ext>
              </a:extLst>
            </p:cNvPr>
            <p:cNvSpPr/>
            <p:nvPr/>
          </p:nvSpPr>
          <p:spPr>
            <a:xfrm>
              <a:off x="8119109" y="2647949"/>
              <a:ext cx="259079" cy="266700"/>
            </a:xfrm>
            <a:custGeom>
              <a:avLst/>
              <a:gdLst>
                <a:gd name="connsiteX0" fmla="*/ 259080 w 259079"/>
                <a:gd name="connsiteY0" fmla="*/ 0 h 266700"/>
                <a:gd name="connsiteX1" fmla="*/ 161925 w 259079"/>
                <a:gd name="connsiteY1" fmla="*/ 266700 h 266700"/>
                <a:gd name="connsiteX2" fmla="*/ 97155 w 259079"/>
                <a:gd name="connsiteY2" fmla="*/ 266700 h 266700"/>
                <a:gd name="connsiteX3" fmla="*/ 0 w 259079"/>
                <a:gd name="connsiteY3" fmla="*/ 0 h 266700"/>
                <a:gd name="connsiteX4" fmla="*/ 68580 w 259079"/>
                <a:gd name="connsiteY4" fmla="*/ 0 h 266700"/>
                <a:gd name="connsiteX5" fmla="*/ 129540 w 259079"/>
                <a:gd name="connsiteY5" fmla="*/ 193358 h 266700"/>
                <a:gd name="connsiteX6" fmla="*/ 130492 w 259079"/>
                <a:gd name="connsiteY6" fmla="*/ 193358 h 266700"/>
                <a:gd name="connsiteX7" fmla="*/ 191452 w 259079"/>
                <a:gd name="connsiteY7" fmla="*/ 0 h 266700"/>
                <a:gd name="connsiteX8" fmla="*/ 259080 w 259079"/>
                <a:gd name="connsiteY8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9079" h="266700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6" name="Freihandform: Form 165">
              <a:extLst>
                <a:ext uri="{FF2B5EF4-FFF2-40B4-BE49-F238E27FC236}">
                  <a16:creationId xmlns:a16="http://schemas.microsoft.com/office/drawing/2014/main" id="{B0C9B571-3A50-4743-B6C5-E6337F5E3872}"/>
                </a:ext>
              </a:extLst>
            </p:cNvPr>
            <p:cNvSpPr/>
            <p:nvPr/>
          </p:nvSpPr>
          <p:spPr>
            <a:xfrm>
              <a:off x="8406764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3 h 279082"/>
                <a:gd name="connsiteX7" fmla="*/ 198120 w 242887"/>
                <a:gd name="connsiteY7" fmla="*/ 194310 h 279082"/>
                <a:gd name="connsiteX8" fmla="*/ 237173 w 242887"/>
                <a:gd name="connsiteY8" fmla="*/ 235268 h 279082"/>
                <a:gd name="connsiteX9" fmla="*/ 132398 w 242887"/>
                <a:gd name="connsiteY9" fmla="*/ 279083 h 279082"/>
                <a:gd name="connsiteX10" fmla="*/ 62865 w 242887"/>
                <a:gd name="connsiteY10" fmla="*/ 115253 h 279082"/>
                <a:gd name="connsiteX11" fmla="*/ 183833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7" name="Freihandform: Form 166">
              <a:extLst>
                <a:ext uri="{FF2B5EF4-FFF2-40B4-BE49-F238E27FC236}">
                  <a16:creationId xmlns:a16="http://schemas.microsoft.com/office/drawing/2014/main" id="{E454C239-1FB1-4A92-A3A3-00D362D352BB}"/>
                </a:ext>
              </a:extLst>
            </p:cNvPr>
            <p:cNvSpPr/>
            <p:nvPr/>
          </p:nvSpPr>
          <p:spPr>
            <a:xfrm>
              <a:off x="8720137" y="2641039"/>
              <a:ext cx="160019" cy="272657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8" name="Freihandform: Form 167">
              <a:extLst>
                <a:ext uri="{FF2B5EF4-FFF2-40B4-BE49-F238E27FC236}">
                  <a16:creationId xmlns:a16="http://schemas.microsoft.com/office/drawing/2014/main" id="{8B477F16-4711-4484-85E1-93965BBDAEC9}"/>
                </a:ext>
              </a:extLst>
            </p:cNvPr>
            <p:cNvSpPr/>
            <p:nvPr/>
          </p:nvSpPr>
          <p:spPr>
            <a:xfrm>
              <a:off x="8909684" y="2640329"/>
              <a:ext cx="205739" cy="280034"/>
            </a:xfrm>
            <a:custGeom>
              <a:avLst/>
              <a:gdLst>
                <a:gd name="connsiteX0" fmla="*/ 29527 w 205739"/>
                <a:gd name="connsiteY0" fmla="*/ 198120 h 280034"/>
                <a:gd name="connsiteX1" fmla="*/ 104775 w 205739"/>
                <a:gd name="connsiteY1" fmla="*/ 227647 h 280034"/>
                <a:gd name="connsiteX2" fmla="*/ 143827 w 205739"/>
                <a:gd name="connsiteY2" fmla="*/ 200978 h 280034"/>
                <a:gd name="connsiteX3" fmla="*/ 10477 w 205739"/>
                <a:gd name="connsiteY3" fmla="*/ 82868 h 280034"/>
                <a:gd name="connsiteX4" fmla="*/ 111442 w 205739"/>
                <a:gd name="connsiteY4" fmla="*/ 0 h 280034"/>
                <a:gd name="connsiteX5" fmla="*/ 203835 w 205739"/>
                <a:gd name="connsiteY5" fmla="*/ 27622 h 280034"/>
                <a:gd name="connsiteX6" fmla="*/ 174307 w 205739"/>
                <a:gd name="connsiteY6" fmla="*/ 76200 h 280034"/>
                <a:gd name="connsiteX7" fmla="*/ 110490 w 205739"/>
                <a:gd name="connsiteY7" fmla="*/ 52387 h 280034"/>
                <a:gd name="connsiteX8" fmla="*/ 72390 w 205739"/>
                <a:gd name="connsiteY8" fmla="*/ 77153 h 280034"/>
                <a:gd name="connsiteX9" fmla="*/ 205740 w 205739"/>
                <a:gd name="connsiteY9" fmla="*/ 195262 h 280034"/>
                <a:gd name="connsiteX10" fmla="*/ 102870 w 205739"/>
                <a:gd name="connsiteY10" fmla="*/ 280035 h 280034"/>
                <a:gd name="connsiteX11" fmla="*/ 0 w 205739"/>
                <a:gd name="connsiteY11" fmla="*/ 247650 h 280034"/>
                <a:gd name="connsiteX12" fmla="*/ 29527 w 205739"/>
                <a:gd name="connsiteY12" fmla="*/ 198120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4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9" name="Freihandform: Form 168">
              <a:extLst>
                <a:ext uri="{FF2B5EF4-FFF2-40B4-BE49-F238E27FC236}">
                  <a16:creationId xmlns:a16="http://schemas.microsoft.com/office/drawing/2014/main" id="{50A65D7A-5744-468F-9625-38183D07B3A0}"/>
                </a:ext>
              </a:extLst>
            </p:cNvPr>
            <p:cNvSpPr/>
            <p:nvPr/>
          </p:nvSpPr>
          <p:spPr>
            <a:xfrm>
              <a:off x="9173526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3 w 79057"/>
                <a:gd name="connsiteY1" fmla="*/ 76200 h 384810"/>
                <a:gd name="connsiteX2" fmla="*/ 0 w 79057"/>
                <a:gd name="connsiteY2" fmla="*/ 38100 h 384810"/>
                <a:gd name="connsiteX3" fmla="*/ 39053 w 79057"/>
                <a:gd name="connsiteY3" fmla="*/ 0 h 384810"/>
                <a:gd name="connsiteX4" fmla="*/ 79058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0" name="Freihandform: Form 169">
              <a:extLst>
                <a:ext uri="{FF2B5EF4-FFF2-40B4-BE49-F238E27FC236}">
                  <a16:creationId xmlns:a16="http://schemas.microsoft.com/office/drawing/2014/main" id="{472308F4-C46D-44F7-A941-546D6F81040E}"/>
                </a:ext>
              </a:extLst>
            </p:cNvPr>
            <p:cNvSpPr/>
            <p:nvPr/>
          </p:nvSpPr>
          <p:spPr>
            <a:xfrm>
              <a:off x="9297351" y="2562224"/>
              <a:ext cx="165735" cy="358139"/>
            </a:xfrm>
            <a:custGeom>
              <a:avLst/>
              <a:gdLst>
                <a:gd name="connsiteX0" fmla="*/ 165735 w 165735"/>
                <a:gd name="connsiteY0" fmla="*/ 295275 h 358139"/>
                <a:gd name="connsiteX1" fmla="*/ 165735 w 165735"/>
                <a:gd name="connsiteY1" fmla="*/ 348615 h 358139"/>
                <a:gd name="connsiteX2" fmla="*/ 113348 w 165735"/>
                <a:gd name="connsiteY2" fmla="*/ 358140 h 358139"/>
                <a:gd name="connsiteX3" fmla="*/ 40958 w 165735"/>
                <a:gd name="connsiteY3" fmla="*/ 282892 h 358139"/>
                <a:gd name="connsiteX4" fmla="*/ 40958 w 165735"/>
                <a:gd name="connsiteY4" fmla="*/ 137160 h 358139"/>
                <a:gd name="connsiteX5" fmla="*/ 0 w 165735"/>
                <a:gd name="connsiteY5" fmla="*/ 137160 h 358139"/>
                <a:gd name="connsiteX6" fmla="*/ 0 w 165735"/>
                <a:gd name="connsiteY6" fmla="*/ 85725 h 358139"/>
                <a:gd name="connsiteX7" fmla="*/ 40005 w 165735"/>
                <a:gd name="connsiteY7" fmla="*/ 85725 h 358139"/>
                <a:gd name="connsiteX8" fmla="*/ 40005 w 165735"/>
                <a:gd name="connsiteY8" fmla="*/ 13335 h 358139"/>
                <a:gd name="connsiteX9" fmla="*/ 101918 w 165735"/>
                <a:gd name="connsiteY9" fmla="*/ 0 h 358139"/>
                <a:gd name="connsiteX10" fmla="*/ 101918 w 165735"/>
                <a:gd name="connsiteY10" fmla="*/ 86677 h 358139"/>
                <a:gd name="connsiteX11" fmla="*/ 165735 w 165735"/>
                <a:gd name="connsiteY11" fmla="*/ 86677 h 358139"/>
                <a:gd name="connsiteX12" fmla="*/ 165735 w 165735"/>
                <a:gd name="connsiteY12" fmla="*/ 138113 h 358139"/>
                <a:gd name="connsiteX13" fmla="*/ 101918 w 165735"/>
                <a:gd name="connsiteY13" fmla="*/ 138113 h 358139"/>
                <a:gd name="connsiteX14" fmla="*/ 101918 w 165735"/>
                <a:gd name="connsiteY14" fmla="*/ 269558 h 358139"/>
                <a:gd name="connsiteX15" fmla="*/ 130493 w 165735"/>
                <a:gd name="connsiteY15" fmla="*/ 304800 h 358139"/>
                <a:gd name="connsiteX16" fmla="*/ 165735 w 165735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1" name="Freihandform: Form 170">
              <a:extLst>
                <a:ext uri="{FF2B5EF4-FFF2-40B4-BE49-F238E27FC236}">
                  <a16:creationId xmlns:a16="http://schemas.microsoft.com/office/drawing/2014/main" id="{410975B0-0BB1-4600-901F-1A785AB533DC}"/>
                </a:ext>
              </a:extLst>
            </p:cNvPr>
            <p:cNvSpPr/>
            <p:nvPr/>
          </p:nvSpPr>
          <p:spPr>
            <a:xfrm>
              <a:off x="9511664" y="2533649"/>
              <a:ext cx="225742" cy="386714"/>
            </a:xfrm>
            <a:custGeom>
              <a:avLst/>
              <a:gdLst>
                <a:gd name="connsiteX0" fmla="*/ 114300 w 225742"/>
                <a:gd name="connsiteY0" fmla="*/ 215265 h 386714"/>
                <a:gd name="connsiteX1" fmla="*/ 164783 w 225742"/>
                <a:gd name="connsiteY1" fmla="*/ 220980 h 386714"/>
                <a:gd name="connsiteX2" fmla="*/ 164783 w 225742"/>
                <a:gd name="connsiteY2" fmla="*/ 211455 h 386714"/>
                <a:gd name="connsiteX3" fmla="*/ 105728 w 225742"/>
                <a:gd name="connsiteY3" fmla="*/ 160020 h 386714"/>
                <a:gd name="connsiteX4" fmla="*/ 38100 w 225742"/>
                <a:gd name="connsiteY4" fmla="*/ 175260 h 386714"/>
                <a:gd name="connsiteX5" fmla="*/ 24765 w 225742"/>
                <a:gd name="connsiteY5" fmla="*/ 122873 h 386714"/>
                <a:gd name="connsiteX6" fmla="*/ 112395 w 225742"/>
                <a:gd name="connsiteY6" fmla="*/ 107632 h 386714"/>
                <a:gd name="connsiteX7" fmla="*/ 225743 w 225742"/>
                <a:gd name="connsiteY7" fmla="*/ 210502 h 386714"/>
                <a:gd name="connsiteX8" fmla="*/ 225743 w 225742"/>
                <a:gd name="connsiteY8" fmla="*/ 381000 h 386714"/>
                <a:gd name="connsiteX9" fmla="*/ 166688 w 225742"/>
                <a:gd name="connsiteY9" fmla="*/ 381000 h 386714"/>
                <a:gd name="connsiteX10" fmla="*/ 166688 w 225742"/>
                <a:gd name="connsiteY10" fmla="*/ 352425 h 386714"/>
                <a:gd name="connsiteX11" fmla="*/ 165735 w 225742"/>
                <a:gd name="connsiteY11" fmla="*/ 352425 h 386714"/>
                <a:gd name="connsiteX12" fmla="*/ 87630 w 225742"/>
                <a:gd name="connsiteY12" fmla="*/ 386715 h 386714"/>
                <a:gd name="connsiteX13" fmla="*/ 0 w 225742"/>
                <a:gd name="connsiteY13" fmla="*/ 301942 h 386714"/>
                <a:gd name="connsiteX14" fmla="*/ 114300 w 225742"/>
                <a:gd name="connsiteY14" fmla="*/ 215265 h 386714"/>
                <a:gd name="connsiteX15" fmla="*/ 63818 w 225742"/>
                <a:gd name="connsiteY15" fmla="*/ 72390 h 386714"/>
                <a:gd name="connsiteX16" fmla="*/ 26670 w 225742"/>
                <a:gd name="connsiteY16" fmla="*/ 36195 h 386714"/>
                <a:gd name="connsiteX17" fmla="*/ 63818 w 225742"/>
                <a:gd name="connsiteY17" fmla="*/ 0 h 386714"/>
                <a:gd name="connsiteX18" fmla="*/ 100965 w 225742"/>
                <a:gd name="connsiteY18" fmla="*/ 36195 h 386714"/>
                <a:gd name="connsiteX19" fmla="*/ 63818 w 225742"/>
                <a:gd name="connsiteY19" fmla="*/ 72390 h 386714"/>
                <a:gd name="connsiteX20" fmla="*/ 103823 w 225742"/>
                <a:gd name="connsiteY20" fmla="*/ 340042 h 386714"/>
                <a:gd name="connsiteX21" fmla="*/ 164783 w 225742"/>
                <a:gd name="connsiteY21" fmla="*/ 307658 h 386714"/>
                <a:gd name="connsiteX22" fmla="*/ 164783 w 225742"/>
                <a:gd name="connsiteY22" fmla="*/ 261938 h 386714"/>
                <a:gd name="connsiteX23" fmla="*/ 120968 w 225742"/>
                <a:gd name="connsiteY23" fmla="*/ 257175 h 386714"/>
                <a:gd name="connsiteX24" fmla="*/ 59055 w 225742"/>
                <a:gd name="connsiteY24" fmla="*/ 300990 h 386714"/>
                <a:gd name="connsiteX25" fmla="*/ 103823 w 225742"/>
                <a:gd name="connsiteY25" fmla="*/ 340042 h 386714"/>
                <a:gd name="connsiteX26" fmla="*/ 172403 w 225742"/>
                <a:gd name="connsiteY26" fmla="*/ 72390 h 386714"/>
                <a:gd name="connsiteX27" fmla="*/ 135255 w 225742"/>
                <a:gd name="connsiteY27" fmla="*/ 36195 h 386714"/>
                <a:gd name="connsiteX28" fmla="*/ 172403 w 225742"/>
                <a:gd name="connsiteY28" fmla="*/ 0 h 386714"/>
                <a:gd name="connsiteX29" fmla="*/ 209550 w 225742"/>
                <a:gd name="connsiteY29" fmla="*/ 36195 h 386714"/>
                <a:gd name="connsiteX30" fmla="*/ 172403 w 225742"/>
                <a:gd name="connsiteY30" fmla="*/ 72390 h 386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4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2" name="Freihandform: Form 171">
              <a:extLst>
                <a:ext uri="{FF2B5EF4-FFF2-40B4-BE49-F238E27FC236}">
                  <a16:creationId xmlns:a16="http://schemas.microsoft.com/office/drawing/2014/main" id="{5E5E3A78-B400-4E3E-A684-1AF24E10D831}"/>
                </a:ext>
              </a:extLst>
            </p:cNvPr>
            <p:cNvSpPr/>
            <p:nvPr/>
          </p:nvSpPr>
          <p:spPr>
            <a:xfrm>
              <a:off x="9785984" y="2562224"/>
              <a:ext cx="165734" cy="358139"/>
            </a:xfrm>
            <a:custGeom>
              <a:avLst/>
              <a:gdLst>
                <a:gd name="connsiteX0" fmla="*/ 165735 w 165734"/>
                <a:gd name="connsiteY0" fmla="*/ 295275 h 358139"/>
                <a:gd name="connsiteX1" fmla="*/ 165735 w 165734"/>
                <a:gd name="connsiteY1" fmla="*/ 348615 h 358139"/>
                <a:gd name="connsiteX2" fmla="*/ 113347 w 165734"/>
                <a:gd name="connsiteY2" fmla="*/ 358140 h 358139"/>
                <a:gd name="connsiteX3" fmla="*/ 40957 w 165734"/>
                <a:gd name="connsiteY3" fmla="*/ 282892 h 358139"/>
                <a:gd name="connsiteX4" fmla="*/ 40957 w 165734"/>
                <a:gd name="connsiteY4" fmla="*/ 137160 h 358139"/>
                <a:gd name="connsiteX5" fmla="*/ 0 w 165734"/>
                <a:gd name="connsiteY5" fmla="*/ 137160 h 358139"/>
                <a:gd name="connsiteX6" fmla="*/ 0 w 165734"/>
                <a:gd name="connsiteY6" fmla="*/ 85725 h 358139"/>
                <a:gd name="connsiteX7" fmla="*/ 40005 w 165734"/>
                <a:gd name="connsiteY7" fmla="*/ 85725 h 358139"/>
                <a:gd name="connsiteX8" fmla="*/ 40005 w 165734"/>
                <a:gd name="connsiteY8" fmla="*/ 13335 h 358139"/>
                <a:gd name="connsiteX9" fmla="*/ 101917 w 165734"/>
                <a:gd name="connsiteY9" fmla="*/ 0 h 358139"/>
                <a:gd name="connsiteX10" fmla="*/ 101917 w 165734"/>
                <a:gd name="connsiteY10" fmla="*/ 86677 h 358139"/>
                <a:gd name="connsiteX11" fmla="*/ 165735 w 165734"/>
                <a:gd name="connsiteY11" fmla="*/ 86677 h 358139"/>
                <a:gd name="connsiteX12" fmla="*/ 165735 w 165734"/>
                <a:gd name="connsiteY12" fmla="*/ 138113 h 358139"/>
                <a:gd name="connsiteX13" fmla="*/ 101917 w 165734"/>
                <a:gd name="connsiteY13" fmla="*/ 138113 h 358139"/>
                <a:gd name="connsiteX14" fmla="*/ 101917 w 165734"/>
                <a:gd name="connsiteY14" fmla="*/ 269558 h 358139"/>
                <a:gd name="connsiteX15" fmla="*/ 130492 w 165734"/>
                <a:gd name="connsiteY15" fmla="*/ 304800 h 358139"/>
                <a:gd name="connsiteX16" fmla="*/ 165735 w 165734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3" name="Freihandform: Form 172">
              <a:extLst>
                <a:ext uri="{FF2B5EF4-FFF2-40B4-BE49-F238E27FC236}">
                  <a16:creationId xmlns:a16="http://schemas.microsoft.com/office/drawing/2014/main" id="{59AC3075-8837-4AFD-8F75-890D1D9AF8CF}"/>
                </a:ext>
              </a:extLst>
            </p:cNvPr>
            <p:cNvSpPr/>
            <p:nvPr/>
          </p:nvSpPr>
          <p:spPr>
            <a:xfrm>
              <a:off x="2242184" y="3122294"/>
              <a:ext cx="275272" cy="368617"/>
            </a:xfrm>
            <a:custGeom>
              <a:avLst/>
              <a:gdLst>
                <a:gd name="connsiteX0" fmla="*/ 275273 w 275272"/>
                <a:gd name="connsiteY0" fmla="*/ 60960 h 368617"/>
                <a:gd name="connsiteX1" fmla="*/ 170498 w 275272"/>
                <a:gd name="connsiteY1" fmla="*/ 60960 h 368617"/>
                <a:gd name="connsiteX2" fmla="*/ 170498 w 275272"/>
                <a:gd name="connsiteY2" fmla="*/ 368617 h 368617"/>
                <a:gd name="connsiteX3" fmla="*/ 104775 w 275272"/>
                <a:gd name="connsiteY3" fmla="*/ 368617 h 368617"/>
                <a:gd name="connsiteX4" fmla="*/ 104775 w 275272"/>
                <a:gd name="connsiteY4" fmla="*/ 60960 h 368617"/>
                <a:gd name="connsiteX5" fmla="*/ 0 w 275272"/>
                <a:gd name="connsiteY5" fmla="*/ 60960 h 368617"/>
                <a:gd name="connsiteX6" fmla="*/ 0 w 275272"/>
                <a:gd name="connsiteY6" fmla="*/ 0 h 368617"/>
                <a:gd name="connsiteX7" fmla="*/ 275273 w 275272"/>
                <a:gd name="connsiteY7" fmla="*/ 0 h 368617"/>
                <a:gd name="connsiteX8" fmla="*/ 275273 w 275272"/>
                <a:gd name="connsiteY8" fmla="*/ 60960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5272" h="368617">
                  <a:moveTo>
                    <a:pt x="275273" y="60960"/>
                  </a:moveTo>
                  <a:lnTo>
                    <a:pt x="170498" y="60960"/>
                  </a:lnTo>
                  <a:lnTo>
                    <a:pt x="170498" y="368617"/>
                  </a:lnTo>
                  <a:lnTo>
                    <a:pt x="104775" y="368617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75273" y="0"/>
                  </a:lnTo>
                  <a:lnTo>
                    <a:pt x="275273" y="6096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4" name="Freihandform: Form 173">
              <a:extLst>
                <a:ext uri="{FF2B5EF4-FFF2-40B4-BE49-F238E27FC236}">
                  <a16:creationId xmlns:a16="http://schemas.microsoft.com/office/drawing/2014/main" id="{6F2E48AF-510F-486C-BDB2-4FA9AE217CDF}"/>
                </a:ext>
              </a:extLst>
            </p:cNvPr>
            <p:cNvSpPr/>
            <p:nvPr/>
          </p:nvSpPr>
          <p:spPr>
            <a:xfrm>
              <a:off x="2519362" y="3217544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3817 w 242887"/>
                <a:gd name="connsiteY5" fmla="*/ 160972 h 279082"/>
                <a:gd name="connsiteX6" fmla="*/ 133350 w 242887"/>
                <a:gd name="connsiteY6" fmla="*/ 225742 h 279082"/>
                <a:gd name="connsiteX7" fmla="*/ 199073 w 242887"/>
                <a:gd name="connsiteY7" fmla="*/ 194310 h 279082"/>
                <a:gd name="connsiteX8" fmla="*/ 238125 w 242887"/>
                <a:gd name="connsiteY8" fmla="*/ 235267 h 279082"/>
                <a:gd name="connsiteX9" fmla="*/ 132398 w 242887"/>
                <a:gd name="connsiteY9" fmla="*/ 279083 h 279082"/>
                <a:gd name="connsiteX10" fmla="*/ 62865 w 242887"/>
                <a:gd name="connsiteY10" fmla="*/ 115252 h 279082"/>
                <a:gd name="connsiteX11" fmla="*/ 183833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3817" y="160972"/>
                  </a:lnTo>
                  <a:cubicBezTo>
                    <a:pt x="70485" y="201930"/>
                    <a:pt x="95250" y="225742"/>
                    <a:pt x="133350" y="225742"/>
                  </a:cubicBezTo>
                  <a:cubicBezTo>
                    <a:pt x="158115" y="225742"/>
                    <a:pt x="178117" y="216217"/>
                    <a:pt x="199073" y="194310"/>
                  </a:cubicBezTo>
                  <a:lnTo>
                    <a:pt x="238125" y="235267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5" name="Freihandform: Form 174">
              <a:extLst>
                <a:ext uri="{FF2B5EF4-FFF2-40B4-BE49-F238E27FC236}">
                  <a16:creationId xmlns:a16="http://schemas.microsoft.com/office/drawing/2014/main" id="{3B965C2F-CC59-477C-B69E-2D51A0CDD5D4}"/>
                </a:ext>
              </a:extLst>
            </p:cNvPr>
            <p:cNvSpPr/>
            <p:nvPr/>
          </p:nvSpPr>
          <p:spPr>
            <a:xfrm>
              <a:off x="2816541" y="3216591"/>
              <a:ext cx="224790" cy="280035"/>
            </a:xfrm>
            <a:custGeom>
              <a:avLst/>
              <a:gdLst>
                <a:gd name="connsiteX0" fmla="*/ 222885 w 224790"/>
                <a:gd name="connsiteY0" fmla="*/ 237173 h 280035"/>
                <a:gd name="connsiteX1" fmla="*/ 127635 w 224790"/>
                <a:gd name="connsiteY1" fmla="*/ 280035 h 280035"/>
                <a:gd name="connsiteX2" fmla="*/ 0 w 224790"/>
                <a:gd name="connsiteY2" fmla="*/ 140970 h 280035"/>
                <a:gd name="connsiteX3" fmla="*/ 128588 w 224790"/>
                <a:gd name="connsiteY3" fmla="*/ 0 h 280035"/>
                <a:gd name="connsiteX4" fmla="*/ 224790 w 224790"/>
                <a:gd name="connsiteY4" fmla="*/ 45720 h 280035"/>
                <a:gd name="connsiteX5" fmla="*/ 181928 w 224790"/>
                <a:gd name="connsiteY5" fmla="*/ 86678 h 280035"/>
                <a:gd name="connsiteX6" fmla="*/ 128588 w 224790"/>
                <a:gd name="connsiteY6" fmla="*/ 57150 h 280035"/>
                <a:gd name="connsiteX7" fmla="*/ 62865 w 224790"/>
                <a:gd name="connsiteY7" fmla="*/ 140017 h 280035"/>
                <a:gd name="connsiteX8" fmla="*/ 128588 w 224790"/>
                <a:gd name="connsiteY8" fmla="*/ 222885 h 280035"/>
                <a:gd name="connsiteX9" fmla="*/ 183833 w 224790"/>
                <a:gd name="connsiteY9" fmla="*/ 193358 h 280035"/>
                <a:gd name="connsiteX10" fmla="*/ 222885 w 224790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6" name="Freihandform: Form 175">
              <a:extLst>
                <a:ext uri="{FF2B5EF4-FFF2-40B4-BE49-F238E27FC236}">
                  <a16:creationId xmlns:a16="http://schemas.microsoft.com/office/drawing/2014/main" id="{0A9408CB-7970-4EA5-8BBC-971D93830404}"/>
                </a:ext>
              </a:extLst>
            </p:cNvPr>
            <p:cNvSpPr/>
            <p:nvPr/>
          </p:nvSpPr>
          <p:spPr>
            <a:xfrm>
              <a:off x="3095624" y="3101339"/>
              <a:ext cx="228600" cy="389572"/>
            </a:xfrm>
            <a:custGeom>
              <a:avLst/>
              <a:gdLst>
                <a:gd name="connsiteX0" fmla="*/ 228600 w 228600"/>
                <a:gd name="connsiteY0" fmla="*/ 388620 h 389572"/>
                <a:gd name="connsiteX1" fmla="*/ 166688 w 228600"/>
                <a:gd name="connsiteY1" fmla="*/ 388620 h 389572"/>
                <a:gd name="connsiteX2" fmla="*/ 166688 w 228600"/>
                <a:gd name="connsiteY2" fmla="*/ 236220 h 389572"/>
                <a:gd name="connsiteX3" fmla="*/ 117158 w 228600"/>
                <a:gd name="connsiteY3" fmla="*/ 171450 h 389572"/>
                <a:gd name="connsiteX4" fmla="*/ 61913 w 228600"/>
                <a:gd name="connsiteY4" fmla="*/ 236220 h 389572"/>
                <a:gd name="connsiteX5" fmla="*/ 61913 w 228600"/>
                <a:gd name="connsiteY5" fmla="*/ 389573 h 389572"/>
                <a:gd name="connsiteX6" fmla="*/ 0 w 228600"/>
                <a:gd name="connsiteY6" fmla="*/ 389573 h 389572"/>
                <a:gd name="connsiteX7" fmla="*/ 0 w 228600"/>
                <a:gd name="connsiteY7" fmla="*/ 15240 h 389572"/>
                <a:gd name="connsiteX8" fmla="*/ 61913 w 228600"/>
                <a:gd name="connsiteY8" fmla="*/ 0 h 389572"/>
                <a:gd name="connsiteX9" fmla="*/ 61913 w 228600"/>
                <a:gd name="connsiteY9" fmla="*/ 155258 h 389572"/>
                <a:gd name="connsiteX10" fmla="*/ 62865 w 228600"/>
                <a:gd name="connsiteY10" fmla="*/ 155258 h 389572"/>
                <a:gd name="connsiteX11" fmla="*/ 140970 w 228600"/>
                <a:gd name="connsiteY11" fmla="*/ 116205 h 389572"/>
                <a:gd name="connsiteX12" fmla="*/ 228600 w 228600"/>
                <a:gd name="connsiteY12" fmla="*/ 223838 h 389572"/>
                <a:gd name="connsiteX13" fmla="*/ 228600 w 228600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89572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7" name="Freihandform: Form 176">
              <a:extLst>
                <a:ext uri="{FF2B5EF4-FFF2-40B4-BE49-F238E27FC236}">
                  <a16:creationId xmlns:a16="http://schemas.microsoft.com/office/drawing/2014/main" id="{F9118195-76D4-4209-ACC9-AFF1E0377B21}"/>
                </a:ext>
              </a:extLst>
            </p:cNvPr>
            <p:cNvSpPr/>
            <p:nvPr/>
          </p:nvSpPr>
          <p:spPr>
            <a:xfrm>
              <a:off x="3404234" y="3217544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8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3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8" name="Freihandform: Form 177">
              <a:extLst>
                <a:ext uri="{FF2B5EF4-FFF2-40B4-BE49-F238E27FC236}">
                  <a16:creationId xmlns:a16="http://schemas.microsoft.com/office/drawing/2014/main" id="{790E8F94-9DF5-4633-A4DA-1E970ED17EF0}"/>
                </a:ext>
              </a:extLst>
            </p:cNvPr>
            <p:cNvSpPr/>
            <p:nvPr/>
          </p:nvSpPr>
          <p:spPr>
            <a:xfrm>
              <a:off x="3703319" y="3105149"/>
              <a:ext cx="79057" cy="384809"/>
            </a:xfrm>
            <a:custGeom>
              <a:avLst/>
              <a:gdLst>
                <a:gd name="connsiteX0" fmla="*/ 79058 w 79057"/>
                <a:gd name="connsiteY0" fmla="*/ 38100 h 384809"/>
                <a:gd name="connsiteX1" fmla="*/ 39052 w 79057"/>
                <a:gd name="connsiteY1" fmla="*/ 76200 h 384809"/>
                <a:gd name="connsiteX2" fmla="*/ 0 w 79057"/>
                <a:gd name="connsiteY2" fmla="*/ 38100 h 384809"/>
                <a:gd name="connsiteX3" fmla="*/ 39052 w 79057"/>
                <a:gd name="connsiteY3" fmla="*/ 0 h 384809"/>
                <a:gd name="connsiteX4" fmla="*/ 79058 w 79057"/>
                <a:gd name="connsiteY4" fmla="*/ 38100 h 384809"/>
                <a:gd name="connsiteX5" fmla="*/ 70485 w 79057"/>
                <a:gd name="connsiteY5" fmla="*/ 384810 h 384809"/>
                <a:gd name="connsiteX6" fmla="*/ 8572 w 79057"/>
                <a:gd name="connsiteY6" fmla="*/ 384810 h 384809"/>
                <a:gd name="connsiteX7" fmla="*/ 8572 w 79057"/>
                <a:gd name="connsiteY7" fmla="*/ 118110 h 384809"/>
                <a:gd name="connsiteX8" fmla="*/ 70485 w 79057"/>
                <a:gd name="connsiteY8" fmla="*/ 118110 h 384809"/>
                <a:gd name="connsiteX9" fmla="*/ 70485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9" name="Freihandform: Form 178">
              <a:extLst>
                <a:ext uri="{FF2B5EF4-FFF2-40B4-BE49-F238E27FC236}">
                  <a16:creationId xmlns:a16="http://schemas.microsoft.com/office/drawing/2014/main" id="{8CB1B880-DFBA-47FA-A0D1-80F79DCEF058}"/>
                </a:ext>
              </a:extLst>
            </p:cNvPr>
            <p:cNvSpPr/>
            <p:nvPr/>
          </p:nvSpPr>
          <p:spPr>
            <a:xfrm>
              <a:off x="3830954" y="3216591"/>
              <a:ext cx="205740" cy="280035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2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2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0" name="Freihandform: Form 179">
              <a:extLst>
                <a:ext uri="{FF2B5EF4-FFF2-40B4-BE49-F238E27FC236}">
                  <a16:creationId xmlns:a16="http://schemas.microsoft.com/office/drawing/2014/main" id="{7F7BC3AF-0B66-4B22-B031-DE626CAAD637}"/>
                </a:ext>
              </a:extLst>
            </p:cNvPr>
            <p:cNvSpPr/>
            <p:nvPr/>
          </p:nvSpPr>
          <p:spPr>
            <a:xfrm>
              <a:off x="4087177" y="3216591"/>
              <a:ext cx="224790" cy="280035"/>
            </a:xfrm>
            <a:custGeom>
              <a:avLst/>
              <a:gdLst>
                <a:gd name="connsiteX0" fmla="*/ 222885 w 224790"/>
                <a:gd name="connsiteY0" fmla="*/ 237173 h 280035"/>
                <a:gd name="connsiteX1" fmla="*/ 127635 w 224790"/>
                <a:gd name="connsiteY1" fmla="*/ 280035 h 280035"/>
                <a:gd name="connsiteX2" fmla="*/ 0 w 224790"/>
                <a:gd name="connsiteY2" fmla="*/ 140970 h 280035"/>
                <a:gd name="connsiteX3" fmla="*/ 128588 w 224790"/>
                <a:gd name="connsiteY3" fmla="*/ 0 h 280035"/>
                <a:gd name="connsiteX4" fmla="*/ 224790 w 224790"/>
                <a:gd name="connsiteY4" fmla="*/ 45720 h 280035"/>
                <a:gd name="connsiteX5" fmla="*/ 181928 w 224790"/>
                <a:gd name="connsiteY5" fmla="*/ 86678 h 280035"/>
                <a:gd name="connsiteX6" fmla="*/ 128588 w 224790"/>
                <a:gd name="connsiteY6" fmla="*/ 57150 h 280035"/>
                <a:gd name="connsiteX7" fmla="*/ 62865 w 224790"/>
                <a:gd name="connsiteY7" fmla="*/ 140017 h 280035"/>
                <a:gd name="connsiteX8" fmla="*/ 128588 w 224790"/>
                <a:gd name="connsiteY8" fmla="*/ 222885 h 280035"/>
                <a:gd name="connsiteX9" fmla="*/ 183832 w 224790"/>
                <a:gd name="connsiteY9" fmla="*/ 193358 h 280035"/>
                <a:gd name="connsiteX10" fmla="*/ 222885 w 224790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5735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1" name="Freihandform: Form 180">
              <a:extLst>
                <a:ext uri="{FF2B5EF4-FFF2-40B4-BE49-F238E27FC236}">
                  <a16:creationId xmlns:a16="http://schemas.microsoft.com/office/drawing/2014/main" id="{4A283BC6-ABA7-4329-B3E5-10C461ACE247}"/>
                </a:ext>
              </a:extLst>
            </p:cNvPr>
            <p:cNvSpPr/>
            <p:nvPr/>
          </p:nvSpPr>
          <p:spPr>
            <a:xfrm>
              <a:off x="4366259" y="3101339"/>
              <a:ext cx="228600" cy="389572"/>
            </a:xfrm>
            <a:custGeom>
              <a:avLst/>
              <a:gdLst>
                <a:gd name="connsiteX0" fmla="*/ 228600 w 228600"/>
                <a:gd name="connsiteY0" fmla="*/ 388620 h 389572"/>
                <a:gd name="connsiteX1" fmla="*/ 166688 w 228600"/>
                <a:gd name="connsiteY1" fmla="*/ 388620 h 389572"/>
                <a:gd name="connsiteX2" fmla="*/ 166688 w 228600"/>
                <a:gd name="connsiteY2" fmla="*/ 236220 h 389572"/>
                <a:gd name="connsiteX3" fmla="*/ 117158 w 228600"/>
                <a:gd name="connsiteY3" fmla="*/ 171450 h 389572"/>
                <a:gd name="connsiteX4" fmla="*/ 61913 w 228600"/>
                <a:gd name="connsiteY4" fmla="*/ 236220 h 389572"/>
                <a:gd name="connsiteX5" fmla="*/ 61913 w 228600"/>
                <a:gd name="connsiteY5" fmla="*/ 389573 h 389572"/>
                <a:gd name="connsiteX6" fmla="*/ 0 w 228600"/>
                <a:gd name="connsiteY6" fmla="*/ 389573 h 389572"/>
                <a:gd name="connsiteX7" fmla="*/ 0 w 228600"/>
                <a:gd name="connsiteY7" fmla="*/ 15240 h 389572"/>
                <a:gd name="connsiteX8" fmla="*/ 61913 w 228600"/>
                <a:gd name="connsiteY8" fmla="*/ 0 h 389572"/>
                <a:gd name="connsiteX9" fmla="*/ 61913 w 228600"/>
                <a:gd name="connsiteY9" fmla="*/ 155258 h 389572"/>
                <a:gd name="connsiteX10" fmla="*/ 62865 w 228600"/>
                <a:gd name="connsiteY10" fmla="*/ 155258 h 389572"/>
                <a:gd name="connsiteX11" fmla="*/ 140970 w 228600"/>
                <a:gd name="connsiteY11" fmla="*/ 116205 h 389572"/>
                <a:gd name="connsiteX12" fmla="*/ 228600 w 228600"/>
                <a:gd name="connsiteY12" fmla="*/ 223838 h 389572"/>
                <a:gd name="connsiteX13" fmla="*/ 228600 w 228600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89572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2" name="Freihandform: Form 181">
              <a:extLst>
                <a:ext uri="{FF2B5EF4-FFF2-40B4-BE49-F238E27FC236}">
                  <a16:creationId xmlns:a16="http://schemas.microsoft.com/office/drawing/2014/main" id="{D6ECD116-CF25-4465-B5AC-8F2569E130E0}"/>
                </a:ext>
              </a:extLst>
            </p:cNvPr>
            <p:cNvSpPr/>
            <p:nvPr/>
          </p:nvSpPr>
          <p:spPr>
            <a:xfrm>
              <a:off x="4659629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3" name="Freihandform: Form 182">
              <a:extLst>
                <a:ext uri="{FF2B5EF4-FFF2-40B4-BE49-F238E27FC236}">
                  <a16:creationId xmlns:a16="http://schemas.microsoft.com/office/drawing/2014/main" id="{AE34A90A-432D-4C60-9F16-7923D1D0B494}"/>
                </a:ext>
              </a:extLst>
            </p:cNvPr>
            <p:cNvSpPr/>
            <p:nvPr/>
          </p:nvSpPr>
          <p:spPr>
            <a:xfrm>
              <a:off x="5130164" y="3122294"/>
              <a:ext cx="231457" cy="368617"/>
            </a:xfrm>
            <a:custGeom>
              <a:avLst/>
              <a:gdLst>
                <a:gd name="connsiteX0" fmla="*/ 231457 w 231457"/>
                <a:gd name="connsiteY0" fmla="*/ 60007 h 368617"/>
                <a:gd name="connsiteX1" fmla="*/ 65722 w 231457"/>
                <a:gd name="connsiteY1" fmla="*/ 60007 h 368617"/>
                <a:gd name="connsiteX2" fmla="*/ 65722 w 231457"/>
                <a:gd name="connsiteY2" fmla="*/ 151447 h 368617"/>
                <a:gd name="connsiteX3" fmla="*/ 189547 w 231457"/>
                <a:gd name="connsiteY3" fmla="*/ 151447 h 368617"/>
                <a:gd name="connsiteX4" fmla="*/ 189547 w 231457"/>
                <a:gd name="connsiteY4" fmla="*/ 211455 h 368617"/>
                <a:gd name="connsiteX5" fmla="*/ 65722 w 231457"/>
                <a:gd name="connsiteY5" fmla="*/ 211455 h 368617"/>
                <a:gd name="connsiteX6" fmla="*/ 65722 w 231457"/>
                <a:gd name="connsiteY6" fmla="*/ 368617 h 368617"/>
                <a:gd name="connsiteX7" fmla="*/ 0 w 231457"/>
                <a:gd name="connsiteY7" fmla="*/ 368617 h 368617"/>
                <a:gd name="connsiteX8" fmla="*/ 0 w 231457"/>
                <a:gd name="connsiteY8" fmla="*/ 0 h 368617"/>
                <a:gd name="connsiteX9" fmla="*/ 231457 w 231457"/>
                <a:gd name="connsiteY9" fmla="*/ 0 h 368617"/>
                <a:gd name="connsiteX10" fmla="*/ 231457 w 231457"/>
                <a:gd name="connsiteY10" fmla="*/ 60007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1457" h="36861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4" name="Freihandform: Form 183">
              <a:extLst>
                <a:ext uri="{FF2B5EF4-FFF2-40B4-BE49-F238E27FC236}">
                  <a16:creationId xmlns:a16="http://schemas.microsoft.com/office/drawing/2014/main" id="{9B854A39-3934-43E9-8CFE-175EC7FE0A9C}"/>
                </a:ext>
              </a:extLst>
            </p:cNvPr>
            <p:cNvSpPr/>
            <p:nvPr/>
          </p:nvSpPr>
          <p:spPr>
            <a:xfrm>
              <a:off x="5373052" y="3217544"/>
              <a:ext cx="226694" cy="279082"/>
            </a:xfrm>
            <a:custGeom>
              <a:avLst/>
              <a:gdLst>
                <a:gd name="connsiteX0" fmla="*/ 115253 w 226694"/>
                <a:gd name="connsiteY0" fmla="*/ 107633 h 279082"/>
                <a:gd name="connsiteX1" fmla="*/ 165735 w 226694"/>
                <a:gd name="connsiteY1" fmla="*/ 113347 h 279082"/>
                <a:gd name="connsiteX2" fmla="*/ 165735 w 226694"/>
                <a:gd name="connsiteY2" fmla="*/ 103822 h 279082"/>
                <a:gd name="connsiteX3" fmla="*/ 106680 w 226694"/>
                <a:gd name="connsiteY3" fmla="*/ 52388 h 279082"/>
                <a:gd name="connsiteX4" fmla="*/ 39053 w 226694"/>
                <a:gd name="connsiteY4" fmla="*/ 67627 h 279082"/>
                <a:gd name="connsiteX5" fmla="*/ 25717 w 226694"/>
                <a:gd name="connsiteY5" fmla="*/ 15240 h 279082"/>
                <a:gd name="connsiteX6" fmla="*/ 113347 w 226694"/>
                <a:gd name="connsiteY6" fmla="*/ 0 h 279082"/>
                <a:gd name="connsiteX7" fmla="*/ 226695 w 226694"/>
                <a:gd name="connsiteY7" fmla="*/ 102870 h 279082"/>
                <a:gd name="connsiteX8" fmla="*/ 226695 w 226694"/>
                <a:gd name="connsiteY8" fmla="*/ 273367 h 279082"/>
                <a:gd name="connsiteX9" fmla="*/ 167640 w 226694"/>
                <a:gd name="connsiteY9" fmla="*/ 273367 h 279082"/>
                <a:gd name="connsiteX10" fmla="*/ 167640 w 226694"/>
                <a:gd name="connsiteY10" fmla="*/ 244792 h 279082"/>
                <a:gd name="connsiteX11" fmla="*/ 165735 w 226694"/>
                <a:gd name="connsiteY11" fmla="*/ 244792 h 279082"/>
                <a:gd name="connsiteX12" fmla="*/ 87630 w 226694"/>
                <a:gd name="connsiteY12" fmla="*/ 279083 h 279082"/>
                <a:gd name="connsiteX13" fmla="*/ 0 w 226694"/>
                <a:gd name="connsiteY13" fmla="*/ 194310 h 279082"/>
                <a:gd name="connsiteX14" fmla="*/ 115253 w 226694"/>
                <a:gd name="connsiteY14" fmla="*/ 107633 h 279082"/>
                <a:gd name="connsiteX15" fmla="*/ 104775 w 226694"/>
                <a:gd name="connsiteY15" fmla="*/ 232410 h 279082"/>
                <a:gd name="connsiteX16" fmla="*/ 165735 w 226694"/>
                <a:gd name="connsiteY16" fmla="*/ 200025 h 279082"/>
                <a:gd name="connsiteX17" fmla="*/ 165735 w 226694"/>
                <a:gd name="connsiteY17" fmla="*/ 153352 h 279082"/>
                <a:gd name="connsiteX18" fmla="*/ 121920 w 226694"/>
                <a:gd name="connsiteY18" fmla="*/ 148590 h 279082"/>
                <a:gd name="connsiteX19" fmla="*/ 60007 w 226694"/>
                <a:gd name="connsiteY19" fmla="*/ 192405 h 279082"/>
                <a:gd name="connsiteX20" fmla="*/ 104775 w 226694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6694" h="279082">
                  <a:moveTo>
                    <a:pt x="115253" y="107633"/>
                  </a:moveTo>
                  <a:cubicBezTo>
                    <a:pt x="132397" y="107633"/>
                    <a:pt x="148590" y="108585"/>
                    <a:pt x="165735" y="113347"/>
                  </a:cubicBezTo>
                  <a:lnTo>
                    <a:pt x="165735" y="103822"/>
                  </a:lnTo>
                  <a:cubicBezTo>
                    <a:pt x="165735" y="69532"/>
                    <a:pt x="145732" y="52388"/>
                    <a:pt x="106680" y="52388"/>
                  </a:cubicBezTo>
                  <a:cubicBezTo>
                    <a:pt x="84772" y="52388"/>
                    <a:pt x="60960" y="57150"/>
                    <a:pt x="39053" y="67627"/>
                  </a:cubicBezTo>
                  <a:lnTo>
                    <a:pt x="25717" y="15240"/>
                  </a:lnTo>
                  <a:cubicBezTo>
                    <a:pt x="50482" y="5715"/>
                    <a:pt x="82867" y="0"/>
                    <a:pt x="113347" y="0"/>
                  </a:cubicBezTo>
                  <a:cubicBezTo>
                    <a:pt x="188595" y="0"/>
                    <a:pt x="226695" y="35242"/>
                    <a:pt x="226695" y="102870"/>
                  </a:cubicBezTo>
                  <a:lnTo>
                    <a:pt x="226695" y="273367"/>
                  </a:lnTo>
                  <a:lnTo>
                    <a:pt x="167640" y="273367"/>
                  </a:lnTo>
                  <a:lnTo>
                    <a:pt x="167640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5253" y="107633"/>
                  </a:cubicBezTo>
                  <a:close/>
                  <a:moveTo>
                    <a:pt x="104775" y="232410"/>
                  </a:moveTo>
                  <a:cubicBezTo>
                    <a:pt x="127635" y="232410"/>
                    <a:pt x="148590" y="220980"/>
                    <a:pt x="165735" y="200025"/>
                  </a:cubicBezTo>
                  <a:lnTo>
                    <a:pt x="165735" y="153352"/>
                  </a:lnTo>
                  <a:cubicBezTo>
                    <a:pt x="151447" y="149542"/>
                    <a:pt x="136207" y="148590"/>
                    <a:pt x="121920" y="148590"/>
                  </a:cubicBezTo>
                  <a:cubicBezTo>
                    <a:pt x="82867" y="148590"/>
                    <a:pt x="60007" y="163830"/>
                    <a:pt x="60007" y="192405"/>
                  </a:cubicBezTo>
                  <a:cubicBezTo>
                    <a:pt x="60007" y="217170"/>
                    <a:pt x="77153" y="232410"/>
                    <a:pt x="104775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5" name="Freihandform: Form 184">
              <a:extLst>
                <a:ext uri="{FF2B5EF4-FFF2-40B4-BE49-F238E27FC236}">
                  <a16:creationId xmlns:a16="http://schemas.microsoft.com/office/drawing/2014/main" id="{53C14EFA-5A1A-4D01-9767-9A186FA29B5B}"/>
                </a:ext>
              </a:extLst>
            </p:cNvPr>
            <p:cNvSpPr/>
            <p:nvPr/>
          </p:nvSpPr>
          <p:spPr>
            <a:xfrm>
              <a:off x="5678804" y="3101339"/>
              <a:ext cx="234314" cy="389572"/>
            </a:xfrm>
            <a:custGeom>
              <a:avLst/>
              <a:gdLst>
                <a:gd name="connsiteX0" fmla="*/ 0 w 234314"/>
                <a:gd name="connsiteY0" fmla="*/ 15240 h 389572"/>
                <a:gd name="connsiteX1" fmla="*/ 61913 w 234314"/>
                <a:gd name="connsiteY1" fmla="*/ 0 h 389572"/>
                <a:gd name="connsiteX2" fmla="*/ 61913 w 234314"/>
                <a:gd name="connsiteY2" fmla="*/ 234315 h 389572"/>
                <a:gd name="connsiteX3" fmla="*/ 62865 w 234314"/>
                <a:gd name="connsiteY3" fmla="*/ 234315 h 389572"/>
                <a:gd name="connsiteX4" fmla="*/ 150495 w 234314"/>
                <a:gd name="connsiteY4" fmla="*/ 122873 h 389572"/>
                <a:gd name="connsiteX5" fmla="*/ 224790 w 234314"/>
                <a:gd name="connsiteY5" fmla="*/ 122873 h 389572"/>
                <a:gd name="connsiteX6" fmla="*/ 137160 w 234314"/>
                <a:gd name="connsiteY6" fmla="*/ 227648 h 389572"/>
                <a:gd name="connsiteX7" fmla="*/ 234315 w 234314"/>
                <a:gd name="connsiteY7" fmla="*/ 389573 h 389572"/>
                <a:gd name="connsiteX8" fmla="*/ 160020 w 234314"/>
                <a:gd name="connsiteY8" fmla="*/ 389573 h 389572"/>
                <a:gd name="connsiteX9" fmla="*/ 93345 w 234314"/>
                <a:gd name="connsiteY9" fmla="*/ 274320 h 389572"/>
                <a:gd name="connsiteX10" fmla="*/ 62865 w 234314"/>
                <a:gd name="connsiteY10" fmla="*/ 308610 h 389572"/>
                <a:gd name="connsiteX11" fmla="*/ 62865 w 234314"/>
                <a:gd name="connsiteY11" fmla="*/ 389573 h 389572"/>
                <a:gd name="connsiteX12" fmla="*/ 952 w 234314"/>
                <a:gd name="connsiteY12" fmla="*/ 389573 h 389572"/>
                <a:gd name="connsiteX13" fmla="*/ 952 w 234314"/>
                <a:gd name="connsiteY13" fmla="*/ 1524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4314" h="389572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6" name="Freihandform: Form 185">
              <a:extLst>
                <a:ext uri="{FF2B5EF4-FFF2-40B4-BE49-F238E27FC236}">
                  <a16:creationId xmlns:a16="http://schemas.microsoft.com/office/drawing/2014/main" id="{F69D2715-AF0E-46E1-8FF2-F91E9406D07D}"/>
                </a:ext>
              </a:extLst>
            </p:cNvPr>
            <p:cNvSpPr/>
            <p:nvPr/>
          </p:nvSpPr>
          <p:spPr>
            <a:xfrm>
              <a:off x="5958839" y="3224212"/>
              <a:ext cx="229552" cy="273367"/>
            </a:xfrm>
            <a:custGeom>
              <a:avLst/>
              <a:gdLst>
                <a:gd name="connsiteX0" fmla="*/ 62865 w 229552"/>
                <a:gd name="connsiteY0" fmla="*/ 160020 h 273367"/>
                <a:gd name="connsiteX1" fmla="*/ 116205 w 229552"/>
                <a:gd name="connsiteY1" fmla="*/ 216217 h 273367"/>
                <a:gd name="connsiteX2" fmla="*/ 167640 w 229552"/>
                <a:gd name="connsiteY2" fmla="*/ 160020 h 273367"/>
                <a:gd name="connsiteX3" fmla="*/ 167640 w 229552"/>
                <a:gd name="connsiteY3" fmla="*/ 0 h 273367"/>
                <a:gd name="connsiteX4" fmla="*/ 229553 w 229552"/>
                <a:gd name="connsiteY4" fmla="*/ 0 h 273367"/>
                <a:gd name="connsiteX5" fmla="*/ 229553 w 229552"/>
                <a:gd name="connsiteY5" fmla="*/ 161925 h 273367"/>
                <a:gd name="connsiteX6" fmla="*/ 117157 w 229552"/>
                <a:gd name="connsiteY6" fmla="*/ 273367 h 273367"/>
                <a:gd name="connsiteX7" fmla="*/ 0 w 229552"/>
                <a:gd name="connsiteY7" fmla="*/ 162878 h 273367"/>
                <a:gd name="connsiteX8" fmla="*/ 0 w 229552"/>
                <a:gd name="connsiteY8" fmla="*/ 952 h 273367"/>
                <a:gd name="connsiteX9" fmla="*/ 61913 w 229552"/>
                <a:gd name="connsiteY9" fmla="*/ 952 h 273367"/>
                <a:gd name="connsiteX10" fmla="*/ 61913 w 229552"/>
                <a:gd name="connsiteY10" fmla="*/ 160020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9552" h="273367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7" name="Freihandform: Form 186">
              <a:extLst>
                <a:ext uri="{FF2B5EF4-FFF2-40B4-BE49-F238E27FC236}">
                  <a16:creationId xmlns:a16="http://schemas.microsoft.com/office/drawing/2014/main" id="{59E0035D-2A73-49EA-B365-FBBEE42775B2}"/>
                </a:ext>
              </a:extLst>
            </p:cNvPr>
            <p:cNvSpPr/>
            <p:nvPr/>
          </p:nvSpPr>
          <p:spPr>
            <a:xfrm>
              <a:off x="6268402" y="3100387"/>
              <a:ext cx="61912" cy="389572"/>
            </a:xfrm>
            <a:custGeom>
              <a:avLst/>
              <a:gdLst>
                <a:gd name="connsiteX0" fmla="*/ 61913 w 61912"/>
                <a:gd name="connsiteY0" fmla="*/ 389572 h 389572"/>
                <a:gd name="connsiteX1" fmla="*/ 0 w 61912"/>
                <a:gd name="connsiteY1" fmla="*/ 389572 h 389572"/>
                <a:gd name="connsiteX2" fmla="*/ 0 w 61912"/>
                <a:gd name="connsiteY2" fmla="*/ 14288 h 389572"/>
                <a:gd name="connsiteX3" fmla="*/ 61913 w 61912"/>
                <a:gd name="connsiteY3" fmla="*/ 0 h 389572"/>
                <a:gd name="connsiteX4" fmla="*/ 61913 w 61912"/>
                <a:gd name="connsiteY4" fmla="*/ 389572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957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8" name="Freihandform: Form 187">
              <a:extLst>
                <a:ext uri="{FF2B5EF4-FFF2-40B4-BE49-F238E27FC236}">
                  <a16:creationId xmlns:a16="http://schemas.microsoft.com/office/drawing/2014/main" id="{C8BFC058-3B6C-4338-940F-5C6277708C38}"/>
                </a:ext>
              </a:extLst>
            </p:cNvPr>
            <p:cNvSpPr/>
            <p:nvPr/>
          </p:nvSpPr>
          <p:spPr>
            <a:xfrm>
              <a:off x="6385559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8 w 165734"/>
                <a:gd name="connsiteY3" fmla="*/ 282892 h 358140"/>
                <a:gd name="connsiteX4" fmla="*/ 40958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8 w 165734"/>
                <a:gd name="connsiteY9" fmla="*/ 0 h 358140"/>
                <a:gd name="connsiteX10" fmla="*/ 101918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8 w 165734"/>
                <a:gd name="connsiteY13" fmla="*/ 138113 h 358140"/>
                <a:gd name="connsiteX14" fmla="*/ 101918 w 165734"/>
                <a:gd name="connsiteY14" fmla="*/ 269558 h 358140"/>
                <a:gd name="connsiteX15" fmla="*/ 130493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2" y="303847"/>
                    <a:pt x="155258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9" name="Freihandform: Form 188">
              <a:extLst>
                <a:ext uri="{FF2B5EF4-FFF2-40B4-BE49-F238E27FC236}">
                  <a16:creationId xmlns:a16="http://schemas.microsoft.com/office/drawing/2014/main" id="{1367B7B8-EDCE-43FA-BEAF-423CF7A90572}"/>
                </a:ext>
              </a:extLst>
            </p:cNvPr>
            <p:cNvSpPr/>
            <p:nvPr/>
          </p:nvSpPr>
          <p:spPr>
            <a:xfrm>
              <a:off x="6599871" y="3109912"/>
              <a:ext cx="225742" cy="386715"/>
            </a:xfrm>
            <a:custGeom>
              <a:avLst/>
              <a:gdLst>
                <a:gd name="connsiteX0" fmla="*/ 114300 w 225742"/>
                <a:gd name="connsiteY0" fmla="*/ 215265 h 386715"/>
                <a:gd name="connsiteX1" fmla="*/ 164783 w 225742"/>
                <a:gd name="connsiteY1" fmla="*/ 220980 h 386715"/>
                <a:gd name="connsiteX2" fmla="*/ 164783 w 225742"/>
                <a:gd name="connsiteY2" fmla="*/ 211455 h 386715"/>
                <a:gd name="connsiteX3" fmla="*/ 105728 w 225742"/>
                <a:gd name="connsiteY3" fmla="*/ 160020 h 386715"/>
                <a:gd name="connsiteX4" fmla="*/ 38100 w 225742"/>
                <a:gd name="connsiteY4" fmla="*/ 175260 h 386715"/>
                <a:gd name="connsiteX5" fmla="*/ 24765 w 225742"/>
                <a:gd name="connsiteY5" fmla="*/ 122873 h 386715"/>
                <a:gd name="connsiteX6" fmla="*/ 112395 w 225742"/>
                <a:gd name="connsiteY6" fmla="*/ 107633 h 386715"/>
                <a:gd name="connsiteX7" fmla="*/ 225742 w 225742"/>
                <a:gd name="connsiteY7" fmla="*/ 210503 h 386715"/>
                <a:gd name="connsiteX8" fmla="*/ 225742 w 225742"/>
                <a:gd name="connsiteY8" fmla="*/ 381000 h 386715"/>
                <a:gd name="connsiteX9" fmla="*/ 166688 w 225742"/>
                <a:gd name="connsiteY9" fmla="*/ 381000 h 386715"/>
                <a:gd name="connsiteX10" fmla="*/ 166688 w 225742"/>
                <a:gd name="connsiteY10" fmla="*/ 352425 h 386715"/>
                <a:gd name="connsiteX11" fmla="*/ 165735 w 225742"/>
                <a:gd name="connsiteY11" fmla="*/ 352425 h 386715"/>
                <a:gd name="connsiteX12" fmla="*/ 87630 w 225742"/>
                <a:gd name="connsiteY12" fmla="*/ 386715 h 386715"/>
                <a:gd name="connsiteX13" fmla="*/ 0 w 225742"/>
                <a:gd name="connsiteY13" fmla="*/ 301942 h 386715"/>
                <a:gd name="connsiteX14" fmla="*/ 114300 w 225742"/>
                <a:gd name="connsiteY14" fmla="*/ 215265 h 386715"/>
                <a:gd name="connsiteX15" fmla="*/ 63817 w 225742"/>
                <a:gd name="connsiteY15" fmla="*/ 72390 h 386715"/>
                <a:gd name="connsiteX16" fmla="*/ 26670 w 225742"/>
                <a:gd name="connsiteY16" fmla="*/ 36195 h 386715"/>
                <a:gd name="connsiteX17" fmla="*/ 63817 w 225742"/>
                <a:gd name="connsiteY17" fmla="*/ 0 h 386715"/>
                <a:gd name="connsiteX18" fmla="*/ 100965 w 225742"/>
                <a:gd name="connsiteY18" fmla="*/ 36195 h 386715"/>
                <a:gd name="connsiteX19" fmla="*/ 63817 w 225742"/>
                <a:gd name="connsiteY19" fmla="*/ 72390 h 386715"/>
                <a:gd name="connsiteX20" fmla="*/ 103822 w 225742"/>
                <a:gd name="connsiteY20" fmla="*/ 340042 h 386715"/>
                <a:gd name="connsiteX21" fmla="*/ 164783 w 225742"/>
                <a:gd name="connsiteY21" fmla="*/ 307658 h 386715"/>
                <a:gd name="connsiteX22" fmla="*/ 164783 w 225742"/>
                <a:gd name="connsiteY22" fmla="*/ 260985 h 386715"/>
                <a:gd name="connsiteX23" fmla="*/ 120967 w 225742"/>
                <a:gd name="connsiteY23" fmla="*/ 256222 h 386715"/>
                <a:gd name="connsiteX24" fmla="*/ 59055 w 225742"/>
                <a:gd name="connsiteY24" fmla="*/ 300038 h 386715"/>
                <a:gd name="connsiteX25" fmla="*/ 103822 w 225742"/>
                <a:gd name="connsiteY25" fmla="*/ 340042 h 386715"/>
                <a:gd name="connsiteX26" fmla="*/ 172403 w 225742"/>
                <a:gd name="connsiteY26" fmla="*/ 72390 h 386715"/>
                <a:gd name="connsiteX27" fmla="*/ 135255 w 225742"/>
                <a:gd name="connsiteY27" fmla="*/ 36195 h 386715"/>
                <a:gd name="connsiteX28" fmla="*/ 172403 w 225742"/>
                <a:gd name="connsiteY28" fmla="*/ 0 h 386715"/>
                <a:gd name="connsiteX29" fmla="*/ 209550 w 225742"/>
                <a:gd name="connsiteY29" fmla="*/ 36195 h 386715"/>
                <a:gd name="connsiteX30" fmla="*/ 172403 w 225742"/>
                <a:gd name="connsiteY30" fmla="*/ 72390 h 386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5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0" name="Freihandform: Form 189">
              <a:extLst>
                <a:ext uri="{FF2B5EF4-FFF2-40B4-BE49-F238E27FC236}">
                  <a16:creationId xmlns:a16="http://schemas.microsoft.com/office/drawing/2014/main" id="{E97F9C3D-43CA-488F-B0D8-FAC6A2FE2AD1}"/>
                </a:ext>
              </a:extLst>
            </p:cNvPr>
            <p:cNvSpPr/>
            <p:nvPr/>
          </p:nvSpPr>
          <p:spPr>
            <a:xfrm>
              <a:off x="6874192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8 w 165734"/>
                <a:gd name="connsiteY9" fmla="*/ 0 h 358140"/>
                <a:gd name="connsiteX10" fmla="*/ 101918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2870 w 165734"/>
                <a:gd name="connsiteY13" fmla="*/ 138113 h 358140"/>
                <a:gd name="connsiteX14" fmla="*/ 102870 w 165734"/>
                <a:gd name="connsiteY14" fmla="*/ 269558 h 358140"/>
                <a:gd name="connsiteX15" fmla="*/ 131445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2870" y="138113"/>
                  </a:lnTo>
                  <a:lnTo>
                    <a:pt x="102870" y="269558"/>
                  </a:lnTo>
                  <a:cubicBezTo>
                    <a:pt x="102870" y="294322"/>
                    <a:pt x="111443" y="304800"/>
                    <a:pt x="131445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5248805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8.xml"/><Relationship Id="rId13" Type="http://schemas.openxmlformats.org/officeDocument/2006/relationships/slideLayout" Target="../slideLayouts/slideLayout33.xml"/><Relationship Id="rId18" Type="http://schemas.openxmlformats.org/officeDocument/2006/relationships/slideLayout" Target="../slideLayouts/slideLayout38.xml"/><Relationship Id="rId3" Type="http://schemas.openxmlformats.org/officeDocument/2006/relationships/slideLayout" Target="../slideLayouts/slideLayout23.xml"/><Relationship Id="rId21" Type="http://schemas.openxmlformats.org/officeDocument/2006/relationships/theme" Target="../theme/theme2.xml"/><Relationship Id="rId7" Type="http://schemas.openxmlformats.org/officeDocument/2006/relationships/slideLayout" Target="../slideLayouts/slideLayout27.xml"/><Relationship Id="rId12" Type="http://schemas.openxmlformats.org/officeDocument/2006/relationships/slideLayout" Target="../slideLayouts/slideLayout32.xml"/><Relationship Id="rId17" Type="http://schemas.openxmlformats.org/officeDocument/2006/relationships/slideLayout" Target="../slideLayouts/slideLayout37.xml"/><Relationship Id="rId2" Type="http://schemas.openxmlformats.org/officeDocument/2006/relationships/slideLayout" Target="../slideLayouts/slideLayout22.xml"/><Relationship Id="rId16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40.xml"/><Relationship Id="rId1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31.xml"/><Relationship Id="rId5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30.xml"/><Relationship Id="rId19" Type="http://schemas.openxmlformats.org/officeDocument/2006/relationships/slideLayout" Target="../slideLayouts/slideLayout39.xml"/><Relationship Id="rId4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9.xml"/><Relationship Id="rId14" Type="http://schemas.openxmlformats.org/officeDocument/2006/relationships/slideLayout" Target="../slideLayouts/slideLayout3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8.xml"/><Relationship Id="rId13" Type="http://schemas.openxmlformats.org/officeDocument/2006/relationships/slideLayout" Target="../slideLayouts/slideLayout53.xml"/><Relationship Id="rId18" Type="http://schemas.openxmlformats.org/officeDocument/2006/relationships/slideLayout" Target="../slideLayouts/slideLayout58.xml"/><Relationship Id="rId3" Type="http://schemas.openxmlformats.org/officeDocument/2006/relationships/slideLayout" Target="../slideLayouts/slideLayout43.xml"/><Relationship Id="rId21" Type="http://schemas.openxmlformats.org/officeDocument/2006/relationships/theme" Target="../theme/theme3.xml"/><Relationship Id="rId7" Type="http://schemas.openxmlformats.org/officeDocument/2006/relationships/slideLayout" Target="../slideLayouts/slideLayout47.xml"/><Relationship Id="rId12" Type="http://schemas.openxmlformats.org/officeDocument/2006/relationships/slideLayout" Target="../slideLayouts/slideLayout52.xml"/><Relationship Id="rId17" Type="http://schemas.openxmlformats.org/officeDocument/2006/relationships/slideLayout" Target="../slideLayouts/slideLayout57.xml"/><Relationship Id="rId2" Type="http://schemas.openxmlformats.org/officeDocument/2006/relationships/slideLayout" Target="../slideLayouts/slideLayout42.xml"/><Relationship Id="rId16" Type="http://schemas.openxmlformats.org/officeDocument/2006/relationships/slideLayout" Target="../slideLayouts/slideLayout56.xml"/><Relationship Id="rId20" Type="http://schemas.openxmlformats.org/officeDocument/2006/relationships/slideLayout" Target="../slideLayouts/slideLayout60.xml"/><Relationship Id="rId1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6.xml"/><Relationship Id="rId11" Type="http://schemas.openxmlformats.org/officeDocument/2006/relationships/slideLayout" Target="../slideLayouts/slideLayout51.xml"/><Relationship Id="rId5" Type="http://schemas.openxmlformats.org/officeDocument/2006/relationships/slideLayout" Target="../slideLayouts/slideLayout45.xml"/><Relationship Id="rId15" Type="http://schemas.openxmlformats.org/officeDocument/2006/relationships/slideLayout" Target="../slideLayouts/slideLayout55.xml"/><Relationship Id="rId10" Type="http://schemas.openxmlformats.org/officeDocument/2006/relationships/slideLayout" Target="../slideLayouts/slideLayout50.xml"/><Relationship Id="rId19" Type="http://schemas.openxmlformats.org/officeDocument/2006/relationships/slideLayout" Target="../slideLayouts/slideLayout59.xml"/><Relationship Id="rId4" Type="http://schemas.openxmlformats.org/officeDocument/2006/relationships/slideLayout" Target="../slideLayouts/slideLayout44.xml"/><Relationship Id="rId9" Type="http://schemas.openxmlformats.org/officeDocument/2006/relationships/slideLayout" Target="../slideLayouts/slideLayout49.xml"/><Relationship Id="rId14" Type="http://schemas.openxmlformats.org/officeDocument/2006/relationships/slideLayout" Target="../slideLayouts/slideLayout54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8.xml"/><Relationship Id="rId13" Type="http://schemas.openxmlformats.org/officeDocument/2006/relationships/slideLayout" Target="../slideLayouts/slideLayout73.xml"/><Relationship Id="rId18" Type="http://schemas.openxmlformats.org/officeDocument/2006/relationships/slideLayout" Target="../slideLayouts/slideLayout78.xml"/><Relationship Id="rId3" Type="http://schemas.openxmlformats.org/officeDocument/2006/relationships/slideLayout" Target="../slideLayouts/slideLayout63.xml"/><Relationship Id="rId21" Type="http://schemas.openxmlformats.org/officeDocument/2006/relationships/theme" Target="../theme/theme4.xml"/><Relationship Id="rId7" Type="http://schemas.openxmlformats.org/officeDocument/2006/relationships/slideLayout" Target="../slideLayouts/slideLayout67.xml"/><Relationship Id="rId12" Type="http://schemas.openxmlformats.org/officeDocument/2006/relationships/slideLayout" Target="../slideLayouts/slideLayout72.xml"/><Relationship Id="rId17" Type="http://schemas.openxmlformats.org/officeDocument/2006/relationships/slideLayout" Target="../slideLayouts/slideLayout77.xml"/><Relationship Id="rId2" Type="http://schemas.openxmlformats.org/officeDocument/2006/relationships/slideLayout" Target="../slideLayouts/slideLayout62.xml"/><Relationship Id="rId16" Type="http://schemas.openxmlformats.org/officeDocument/2006/relationships/slideLayout" Target="../slideLayouts/slideLayout76.xml"/><Relationship Id="rId20" Type="http://schemas.openxmlformats.org/officeDocument/2006/relationships/slideLayout" Target="../slideLayouts/slideLayout80.xml"/><Relationship Id="rId1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71.xml"/><Relationship Id="rId5" Type="http://schemas.openxmlformats.org/officeDocument/2006/relationships/slideLayout" Target="../slideLayouts/slideLayout65.xml"/><Relationship Id="rId15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0.xml"/><Relationship Id="rId19" Type="http://schemas.openxmlformats.org/officeDocument/2006/relationships/slideLayout" Target="../slideLayouts/slideLayout79.xml"/><Relationship Id="rId4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9.xml"/><Relationship Id="rId14" Type="http://schemas.openxmlformats.org/officeDocument/2006/relationships/slideLayout" Target="../slideLayouts/slideLayout74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8.xml"/><Relationship Id="rId13" Type="http://schemas.openxmlformats.org/officeDocument/2006/relationships/slideLayout" Target="../slideLayouts/slideLayout93.xml"/><Relationship Id="rId18" Type="http://schemas.openxmlformats.org/officeDocument/2006/relationships/slideLayout" Target="../slideLayouts/slideLayout98.xml"/><Relationship Id="rId3" Type="http://schemas.openxmlformats.org/officeDocument/2006/relationships/slideLayout" Target="../slideLayouts/slideLayout83.xml"/><Relationship Id="rId21" Type="http://schemas.openxmlformats.org/officeDocument/2006/relationships/theme" Target="../theme/theme5.xml"/><Relationship Id="rId7" Type="http://schemas.openxmlformats.org/officeDocument/2006/relationships/slideLayout" Target="../slideLayouts/slideLayout87.xml"/><Relationship Id="rId12" Type="http://schemas.openxmlformats.org/officeDocument/2006/relationships/slideLayout" Target="../slideLayouts/slideLayout92.xml"/><Relationship Id="rId17" Type="http://schemas.openxmlformats.org/officeDocument/2006/relationships/slideLayout" Target="../slideLayouts/slideLayout97.xml"/><Relationship Id="rId2" Type="http://schemas.openxmlformats.org/officeDocument/2006/relationships/slideLayout" Target="../slideLayouts/slideLayout82.xml"/><Relationship Id="rId16" Type="http://schemas.openxmlformats.org/officeDocument/2006/relationships/slideLayout" Target="../slideLayouts/slideLayout96.xml"/><Relationship Id="rId20" Type="http://schemas.openxmlformats.org/officeDocument/2006/relationships/slideLayout" Target="../slideLayouts/slideLayout100.xml"/><Relationship Id="rId1" Type="http://schemas.openxmlformats.org/officeDocument/2006/relationships/slideLayout" Target="../slideLayouts/slideLayout81.xml"/><Relationship Id="rId6" Type="http://schemas.openxmlformats.org/officeDocument/2006/relationships/slideLayout" Target="../slideLayouts/slideLayout86.xml"/><Relationship Id="rId11" Type="http://schemas.openxmlformats.org/officeDocument/2006/relationships/slideLayout" Target="../slideLayouts/slideLayout91.xml"/><Relationship Id="rId5" Type="http://schemas.openxmlformats.org/officeDocument/2006/relationships/slideLayout" Target="../slideLayouts/slideLayout85.xml"/><Relationship Id="rId15" Type="http://schemas.openxmlformats.org/officeDocument/2006/relationships/slideLayout" Target="../slideLayouts/slideLayout95.xml"/><Relationship Id="rId10" Type="http://schemas.openxmlformats.org/officeDocument/2006/relationships/slideLayout" Target="../slideLayouts/slideLayout90.xml"/><Relationship Id="rId19" Type="http://schemas.openxmlformats.org/officeDocument/2006/relationships/slideLayout" Target="../slideLayouts/slideLayout99.xml"/><Relationship Id="rId4" Type="http://schemas.openxmlformats.org/officeDocument/2006/relationships/slideLayout" Target="../slideLayouts/slideLayout84.xml"/><Relationship Id="rId9" Type="http://schemas.openxmlformats.org/officeDocument/2006/relationships/slideLayout" Target="../slideLayouts/slideLayout89.xml"/><Relationship Id="rId14" Type="http://schemas.openxmlformats.org/officeDocument/2006/relationships/slideLayout" Target="../slideLayouts/slideLayout9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63999BA3-562C-4E45-8F3B-A023F450B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332399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A1581D5-332D-4C8E-AF45-43F518A6E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319" y="1631156"/>
            <a:ext cx="11157744" cy="4569619"/>
          </a:xfrm>
          <a:prstGeom prst="rect">
            <a:avLst/>
          </a:prstGeom>
        </p:spPr>
        <p:txBody>
          <a:bodyPr vert="horz" lIns="0" tIns="0" rIns="360000" bIns="0" rtlCol="0" anchor="t" anchorCtr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DD440FC-859D-4521-8908-A802F3E535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17351" y="6634666"/>
            <a:ext cx="849593" cy="123111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9A483382-E7B2-461A-9BAD-3207C8F404A6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8C6C66-9703-4B53-BAF2-1F89587F3C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8319" y="6634666"/>
            <a:ext cx="5469732" cy="12311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C2FAB54-E254-4FCB-BB98-1E4D5A6D0B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2099" y="6634666"/>
            <a:ext cx="193964" cy="123111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39EA0DE-CCA1-4795-BE19-74C50E90E6A6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10272FF-60F7-4AF4-9CD6-0A04080EA9B4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94ED806-CB19-40CC-A79A-590CC1E2001C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4AAF1C65-9B2D-4CC2-AC17-D265DC4D733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1A82F2D7-59C8-4661-B851-DC008AA6297D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11FD6C4-2ACB-4F36-A3BA-68BAE793E096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779170BC-C4E0-4FC8-93EA-CB17C932729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6CF57888-5707-459D-94AC-235CE0EBEDD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503014F4-59EC-4961-A29D-259A33C423B3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BD8E14DC-3898-4BA1-91EA-46ADC917A58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61BB5C6B-8FE1-44A4-AE66-C1DB01AE301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B9991022-C87B-4402-BF68-CD3ED59D5D85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439873FE-8996-424A-94FE-EEEEC0A7B6C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A04C5416-0A35-4C8C-8975-2F5057F69C48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F9A881D-D6E0-4814-9AA3-AAF6697A620E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7ECA5DFD-01F8-49BC-9DE9-EE577F9B403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0348451A-09A8-4D76-AA86-13CB9E640770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324DF2EB-9047-4DDA-A12A-4BAC4962F78F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690A038D-AD14-4251-A0A9-22A5F6713B0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9E3D1027-C73A-4F88-AB8D-55680AB053E7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B6244944-3F97-4474-9D4A-3D31BFBC3DF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97182CE3-E874-4552-B5B3-4076C990890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DFE6B92B-AC01-4482-A6E7-400EF0E7F9ED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EC5B3E5-86C1-4027-A74F-789345DFA684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7B62256D-25C9-4899-8A3A-7970EB4706F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29A2699B-FFE8-4320-BD7A-68D214D9A58B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11A9EBBA-C118-4592-8B41-99FA797C19C4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45C123C4-4121-4372-95DF-DC232FC6A3E1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10C304B0-38F3-48B3-A23F-BE3EEAF774D6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EA609601-D94C-4D05-A7EF-EBA9D6ACA000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E2CEB042-C849-4BE4-A0F0-03828777E713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A58E387D-7C2C-4001-94B6-8372A7A1305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29EC0E69-66B7-4E97-B0AC-9CFA0DDEC604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sp>
        <p:nvSpPr>
          <p:cNvPr id="45" name="Freihandform: Form 44">
            <a:extLst>
              <a:ext uri="{FF2B5EF4-FFF2-40B4-BE49-F238E27FC236}">
                <a16:creationId xmlns:a16="http://schemas.microsoft.com/office/drawing/2014/main" id="{2E8F5DC4-B3AD-4456-8E9B-9A5F7EF38D3B}"/>
              </a:ext>
            </a:extLst>
          </p:cNvPr>
          <p:cNvSpPr>
            <a:spLocks noChangeAspect="1"/>
          </p:cNvSpPr>
          <p:nvPr userDrawn="1"/>
        </p:nvSpPr>
        <p:spPr>
          <a:xfrm>
            <a:off x="10596063" y="299346"/>
            <a:ext cx="1080000" cy="412328"/>
          </a:xfrm>
          <a:custGeom>
            <a:avLst/>
            <a:gdLst>
              <a:gd name="connsiteX0" fmla="*/ 0 w 4797018"/>
              <a:gd name="connsiteY0" fmla="*/ 170736 h 1831428"/>
              <a:gd name="connsiteX1" fmla="*/ 92812 w 4797018"/>
              <a:gd name="connsiteY1" fmla="*/ 77924 h 1831428"/>
              <a:gd name="connsiteX2" fmla="*/ 92812 w 4797018"/>
              <a:gd name="connsiteY2" fmla="*/ 1763373 h 1831428"/>
              <a:gd name="connsiteX3" fmla="*/ 0 w 4797018"/>
              <a:gd name="connsiteY3" fmla="*/ 1763373 h 1831428"/>
              <a:gd name="connsiteX4" fmla="*/ 0 w 4797018"/>
              <a:gd name="connsiteY4" fmla="*/ 170736 h 1831428"/>
              <a:gd name="connsiteX5" fmla="*/ 278425 w 4797018"/>
              <a:gd name="connsiteY5" fmla="*/ 92812 h 1831428"/>
              <a:gd name="connsiteX6" fmla="*/ 1392136 w 4797018"/>
              <a:gd name="connsiteY6" fmla="*/ 92812 h 1831428"/>
              <a:gd name="connsiteX7" fmla="*/ 1392136 w 4797018"/>
              <a:gd name="connsiteY7" fmla="*/ 0 h 1831428"/>
              <a:gd name="connsiteX8" fmla="*/ 185614 w 4797018"/>
              <a:gd name="connsiteY8" fmla="*/ 0 h 1831428"/>
              <a:gd name="connsiteX9" fmla="*/ 185614 w 4797018"/>
              <a:gd name="connsiteY9" fmla="*/ 1113701 h 1831428"/>
              <a:gd name="connsiteX10" fmla="*/ 1210723 w 4797018"/>
              <a:gd name="connsiteY10" fmla="*/ 1113701 h 1831428"/>
              <a:gd name="connsiteX11" fmla="*/ 1210723 w 4797018"/>
              <a:gd name="connsiteY11" fmla="*/ 1020899 h 1831428"/>
              <a:gd name="connsiteX12" fmla="*/ 278425 w 4797018"/>
              <a:gd name="connsiteY12" fmla="*/ 1020899 h 1831428"/>
              <a:gd name="connsiteX13" fmla="*/ 278425 w 4797018"/>
              <a:gd name="connsiteY13" fmla="*/ 92812 h 1831428"/>
              <a:gd name="connsiteX14" fmla="*/ 1350464 w 4797018"/>
              <a:gd name="connsiteY14" fmla="*/ 835285 h 1831428"/>
              <a:gd name="connsiteX15" fmla="*/ 464048 w 4797018"/>
              <a:gd name="connsiteY15" fmla="*/ 835285 h 1831428"/>
              <a:gd name="connsiteX16" fmla="*/ 464048 w 4797018"/>
              <a:gd name="connsiteY16" fmla="*/ 464048 h 1831428"/>
              <a:gd name="connsiteX17" fmla="*/ 1222124 w 4797018"/>
              <a:gd name="connsiteY17" fmla="*/ 464048 h 1831428"/>
              <a:gd name="connsiteX18" fmla="*/ 1314926 w 4797018"/>
              <a:gd name="connsiteY18" fmla="*/ 371237 h 1831428"/>
              <a:gd name="connsiteX19" fmla="*/ 464048 w 4797018"/>
              <a:gd name="connsiteY19" fmla="*/ 371237 h 1831428"/>
              <a:gd name="connsiteX20" fmla="*/ 464048 w 4797018"/>
              <a:gd name="connsiteY20" fmla="*/ 278425 h 1831428"/>
              <a:gd name="connsiteX21" fmla="*/ 1392146 w 4797018"/>
              <a:gd name="connsiteY21" fmla="*/ 278425 h 1831428"/>
              <a:gd name="connsiteX22" fmla="*/ 1392146 w 4797018"/>
              <a:gd name="connsiteY22" fmla="*/ 185614 h 1831428"/>
              <a:gd name="connsiteX23" fmla="*/ 371237 w 4797018"/>
              <a:gd name="connsiteY23" fmla="*/ 185614 h 1831428"/>
              <a:gd name="connsiteX24" fmla="*/ 371237 w 4797018"/>
              <a:gd name="connsiteY24" fmla="*/ 928087 h 1831428"/>
              <a:gd name="connsiteX25" fmla="*/ 1258872 w 4797018"/>
              <a:gd name="connsiteY25" fmla="*/ 928087 h 1831428"/>
              <a:gd name="connsiteX26" fmla="*/ 1350464 w 4797018"/>
              <a:gd name="connsiteY26" fmla="*/ 835285 h 1831428"/>
              <a:gd name="connsiteX27" fmla="*/ 185614 w 4797018"/>
              <a:gd name="connsiteY27" fmla="*/ 1763373 h 1831428"/>
              <a:gd name="connsiteX28" fmla="*/ 278425 w 4797018"/>
              <a:gd name="connsiteY28" fmla="*/ 1763373 h 1831428"/>
              <a:gd name="connsiteX29" fmla="*/ 278425 w 4797018"/>
              <a:gd name="connsiteY29" fmla="*/ 1299324 h 1831428"/>
              <a:gd name="connsiteX30" fmla="*/ 371237 w 4797018"/>
              <a:gd name="connsiteY30" fmla="*/ 1299324 h 1831428"/>
              <a:gd name="connsiteX31" fmla="*/ 371237 w 4797018"/>
              <a:gd name="connsiteY31" fmla="*/ 1685449 h 1831428"/>
              <a:gd name="connsiteX32" fmla="*/ 464039 w 4797018"/>
              <a:gd name="connsiteY32" fmla="*/ 1592647 h 1831428"/>
              <a:gd name="connsiteX33" fmla="*/ 464039 w 4797018"/>
              <a:gd name="connsiteY33" fmla="*/ 1299324 h 1831428"/>
              <a:gd name="connsiteX34" fmla="*/ 1210723 w 4797018"/>
              <a:gd name="connsiteY34" fmla="*/ 1299324 h 1831428"/>
              <a:gd name="connsiteX35" fmla="*/ 1210723 w 4797018"/>
              <a:gd name="connsiteY35" fmla="*/ 1206522 h 1831428"/>
              <a:gd name="connsiteX36" fmla="*/ 185614 w 4797018"/>
              <a:gd name="connsiteY36" fmla="*/ 1206522 h 1831428"/>
              <a:gd name="connsiteX37" fmla="*/ 185614 w 4797018"/>
              <a:gd name="connsiteY37" fmla="*/ 1763373 h 1831428"/>
              <a:gd name="connsiteX38" fmla="*/ 4704207 w 4797018"/>
              <a:gd name="connsiteY38" fmla="*/ 0 h 1831428"/>
              <a:gd name="connsiteX39" fmla="*/ 4704207 w 4797018"/>
              <a:gd name="connsiteY39" fmla="*/ 1067314 h 1831428"/>
              <a:gd name="connsiteX40" fmla="*/ 4334837 w 4797018"/>
              <a:gd name="connsiteY40" fmla="*/ 1692688 h 1831428"/>
              <a:gd name="connsiteX41" fmla="*/ 4332742 w 4797018"/>
              <a:gd name="connsiteY41" fmla="*/ 1689954 h 1831428"/>
              <a:gd name="connsiteX42" fmla="*/ 4611405 w 4797018"/>
              <a:gd name="connsiteY42" fmla="*/ 1158564 h 1831428"/>
              <a:gd name="connsiteX43" fmla="*/ 4611405 w 4797018"/>
              <a:gd name="connsiteY43" fmla="*/ 0 h 1831428"/>
              <a:gd name="connsiteX44" fmla="*/ 4518594 w 4797018"/>
              <a:gd name="connsiteY44" fmla="*/ 0 h 1831428"/>
              <a:gd name="connsiteX45" fmla="*/ 4518594 w 4797018"/>
              <a:gd name="connsiteY45" fmla="*/ 1157021 h 1831428"/>
              <a:gd name="connsiteX46" fmla="*/ 3915337 w 4797018"/>
              <a:gd name="connsiteY46" fmla="*/ 1740170 h 1831428"/>
              <a:gd name="connsiteX47" fmla="*/ 3312081 w 4797018"/>
              <a:gd name="connsiteY47" fmla="*/ 1157021 h 1831428"/>
              <a:gd name="connsiteX48" fmla="*/ 3312081 w 4797018"/>
              <a:gd name="connsiteY48" fmla="*/ 77924 h 1831428"/>
              <a:gd name="connsiteX49" fmla="*/ 3219269 w 4797018"/>
              <a:gd name="connsiteY49" fmla="*/ 170736 h 1831428"/>
              <a:gd name="connsiteX50" fmla="*/ 3219269 w 4797018"/>
              <a:gd name="connsiteY50" fmla="*/ 1158564 h 1831428"/>
              <a:gd name="connsiteX51" fmla="*/ 3915337 w 4797018"/>
              <a:gd name="connsiteY51" fmla="*/ 1831429 h 1831428"/>
              <a:gd name="connsiteX52" fmla="*/ 4008139 w 4797018"/>
              <a:gd name="connsiteY52" fmla="*/ 1831429 h 1831428"/>
              <a:gd name="connsiteX53" fmla="*/ 4797019 w 4797018"/>
              <a:gd name="connsiteY53" fmla="*/ 1068667 h 1831428"/>
              <a:gd name="connsiteX54" fmla="*/ 4797019 w 4797018"/>
              <a:gd name="connsiteY54" fmla="*/ 0 h 1831428"/>
              <a:gd name="connsiteX55" fmla="*/ 4704207 w 4797018"/>
              <a:gd name="connsiteY55" fmla="*/ 0 h 1831428"/>
              <a:gd name="connsiteX56" fmla="*/ 3915328 w 4797018"/>
              <a:gd name="connsiteY56" fmla="*/ 1647358 h 1831428"/>
              <a:gd name="connsiteX57" fmla="*/ 4425773 w 4797018"/>
              <a:gd name="connsiteY57" fmla="*/ 1157021 h 1831428"/>
              <a:gd name="connsiteX58" fmla="*/ 4425782 w 4797018"/>
              <a:gd name="connsiteY58" fmla="*/ 1157021 h 1831428"/>
              <a:gd name="connsiteX59" fmla="*/ 4425782 w 4797018"/>
              <a:gd name="connsiteY59" fmla="*/ 77924 h 1831428"/>
              <a:gd name="connsiteX60" fmla="*/ 4332970 w 4797018"/>
              <a:gd name="connsiteY60" fmla="*/ 170736 h 1831428"/>
              <a:gd name="connsiteX61" fmla="*/ 4332970 w 4797018"/>
              <a:gd name="connsiteY61" fmla="*/ 1067305 h 1831428"/>
              <a:gd name="connsiteX62" fmla="*/ 4008130 w 4797018"/>
              <a:gd name="connsiteY62" fmla="*/ 1368933 h 1831428"/>
              <a:gd name="connsiteX63" fmla="*/ 3683298 w 4797018"/>
              <a:gd name="connsiteY63" fmla="*/ 1067305 h 1831428"/>
              <a:gd name="connsiteX64" fmla="*/ 3683289 w 4797018"/>
              <a:gd name="connsiteY64" fmla="*/ 0 h 1831428"/>
              <a:gd name="connsiteX65" fmla="*/ 3590487 w 4797018"/>
              <a:gd name="connsiteY65" fmla="*/ 0 h 1831428"/>
              <a:gd name="connsiteX66" fmla="*/ 3590487 w 4797018"/>
              <a:gd name="connsiteY66" fmla="*/ 1067305 h 1831428"/>
              <a:gd name="connsiteX67" fmla="*/ 4008130 w 4797018"/>
              <a:gd name="connsiteY67" fmla="*/ 1461745 h 1831428"/>
              <a:gd name="connsiteX68" fmla="*/ 4294699 w 4797018"/>
              <a:gd name="connsiteY68" fmla="*/ 1333129 h 1831428"/>
              <a:gd name="connsiteX69" fmla="*/ 4296785 w 4797018"/>
              <a:gd name="connsiteY69" fmla="*/ 1335862 h 1831428"/>
              <a:gd name="connsiteX70" fmla="*/ 3915328 w 4797018"/>
              <a:gd name="connsiteY70" fmla="*/ 1554556 h 1831428"/>
              <a:gd name="connsiteX71" fmla="*/ 3497742 w 4797018"/>
              <a:gd name="connsiteY71" fmla="*/ 1160116 h 1831428"/>
              <a:gd name="connsiteX72" fmla="*/ 3497685 w 4797018"/>
              <a:gd name="connsiteY72" fmla="*/ 1160116 h 1831428"/>
              <a:gd name="connsiteX73" fmla="*/ 3497685 w 4797018"/>
              <a:gd name="connsiteY73" fmla="*/ 0 h 1831428"/>
              <a:gd name="connsiteX74" fmla="*/ 3404873 w 4797018"/>
              <a:gd name="connsiteY74" fmla="*/ 0 h 1831428"/>
              <a:gd name="connsiteX75" fmla="*/ 3404873 w 4797018"/>
              <a:gd name="connsiteY75" fmla="*/ 1160107 h 1831428"/>
              <a:gd name="connsiteX76" fmla="*/ 3404921 w 4797018"/>
              <a:gd name="connsiteY76" fmla="*/ 1160107 h 1831428"/>
              <a:gd name="connsiteX77" fmla="*/ 3915328 w 4797018"/>
              <a:gd name="connsiteY77" fmla="*/ 1647358 h 1831428"/>
              <a:gd name="connsiteX78" fmla="*/ 1852984 w 4797018"/>
              <a:gd name="connsiteY78" fmla="*/ 1206522 h 1831428"/>
              <a:gd name="connsiteX79" fmla="*/ 1618288 w 4797018"/>
              <a:gd name="connsiteY79" fmla="*/ 1763373 h 1831428"/>
              <a:gd name="connsiteX80" fmla="*/ 1711119 w 4797018"/>
              <a:gd name="connsiteY80" fmla="*/ 1763363 h 1831428"/>
              <a:gd name="connsiteX81" fmla="*/ 1711100 w 4797018"/>
              <a:gd name="connsiteY81" fmla="*/ 1763373 h 1831428"/>
              <a:gd name="connsiteX82" fmla="*/ 1711119 w 4797018"/>
              <a:gd name="connsiteY82" fmla="*/ 1763373 h 1831428"/>
              <a:gd name="connsiteX83" fmla="*/ 1828448 w 4797018"/>
              <a:gd name="connsiteY83" fmla="*/ 1484948 h 1831428"/>
              <a:gd name="connsiteX84" fmla="*/ 2614774 w 4797018"/>
              <a:gd name="connsiteY84" fmla="*/ 1484948 h 1831428"/>
              <a:gd name="connsiteX85" fmla="*/ 2732018 w 4797018"/>
              <a:gd name="connsiteY85" fmla="*/ 1763373 h 1831428"/>
              <a:gd name="connsiteX86" fmla="*/ 2824820 w 4797018"/>
              <a:gd name="connsiteY86" fmla="*/ 1763373 h 1831428"/>
              <a:gd name="connsiteX87" fmla="*/ 2668515 w 4797018"/>
              <a:gd name="connsiteY87" fmla="*/ 1392136 h 1831428"/>
              <a:gd name="connsiteX88" fmla="*/ 1867567 w 4797018"/>
              <a:gd name="connsiteY88" fmla="*/ 1392136 h 1831428"/>
              <a:gd name="connsiteX89" fmla="*/ 1906676 w 4797018"/>
              <a:gd name="connsiteY89" fmla="*/ 1299324 h 1831428"/>
              <a:gd name="connsiteX90" fmla="*/ 2722236 w 4797018"/>
              <a:gd name="connsiteY90" fmla="*/ 1299324 h 1831428"/>
              <a:gd name="connsiteX91" fmla="*/ 2917632 w 4797018"/>
              <a:gd name="connsiteY91" fmla="*/ 1763373 h 1831428"/>
              <a:gd name="connsiteX92" fmla="*/ 3010443 w 4797018"/>
              <a:gd name="connsiteY92" fmla="*/ 1763373 h 1831428"/>
              <a:gd name="connsiteX93" fmla="*/ 2775976 w 4797018"/>
              <a:gd name="connsiteY93" fmla="*/ 1206522 h 1831428"/>
              <a:gd name="connsiteX94" fmla="*/ 1852984 w 4797018"/>
              <a:gd name="connsiteY94" fmla="*/ 1206522 h 1831428"/>
              <a:gd name="connsiteX95" fmla="*/ 1989544 w 4797018"/>
              <a:gd name="connsiteY95" fmla="*/ 0 h 1831428"/>
              <a:gd name="connsiteX96" fmla="*/ 1307459 w 4797018"/>
              <a:gd name="connsiteY96" fmla="*/ 1617898 h 1831428"/>
              <a:gd name="connsiteX97" fmla="*/ 1366533 w 4797018"/>
              <a:gd name="connsiteY97" fmla="*/ 1698098 h 1831428"/>
              <a:gd name="connsiteX98" fmla="*/ 2082356 w 4797018"/>
              <a:gd name="connsiteY98" fmla="*/ 0 h 1831428"/>
              <a:gd name="connsiteX99" fmla="*/ 1989544 w 4797018"/>
              <a:gd name="connsiteY99" fmla="*/ 0 h 1831428"/>
              <a:gd name="connsiteX100" fmla="*/ 2360771 w 4797018"/>
              <a:gd name="connsiteY100" fmla="*/ 0 h 1831428"/>
              <a:gd name="connsiteX101" fmla="*/ 3075708 w 4797018"/>
              <a:gd name="connsiteY101" fmla="*/ 1698098 h 1831428"/>
              <a:gd name="connsiteX102" fmla="*/ 3134639 w 4797018"/>
              <a:gd name="connsiteY102" fmla="*/ 1617898 h 1831428"/>
              <a:gd name="connsiteX103" fmla="*/ 2453592 w 4797018"/>
              <a:gd name="connsiteY103" fmla="*/ 0 h 1831428"/>
              <a:gd name="connsiteX104" fmla="*/ 2360771 w 4797018"/>
              <a:gd name="connsiteY104" fmla="*/ 0 h 1831428"/>
              <a:gd name="connsiteX105" fmla="*/ 1799101 w 4797018"/>
              <a:gd name="connsiteY105" fmla="*/ 1113711 h 1831428"/>
              <a:gd name="connsiteX106" fmla="*/ 1524610 w 4797018"/>
              <a:gd name="connsiteY106" fmla="*/ 1763373 h 1831428"/>
              <a:gd name="connsiteX107" fmla="*/ 1431798 w 4797018"/>
              <a:gd name="connsiteY107" fmla="*/ 1763373 h 1831428"/>
              <a:gd name="connsiteX108" fmla="*/ 2128761 w 4797018"/>
              <a:gd name="connsiteY108" fmla="*/ 110195 h 1831428"/>
              <a:gd name="connsiteX109" fmla="*/ 2512219 w 4797018"/>
              <a:gd name="connsiteY109" fmla="*/ 1020899 h 1831428"/>
              <a:gd name="connsiteX110" fmla="*/ 2605021 w 4797018"/>
              <a:gd name="connsiteY110" fmla="*/ 1020899 h 1831428"/>
              <a:gd name="connsiteX111" fmla="*/ 2175158 w 4797018"/>
              <a:gd name="connsiteY111" fmla="*/ 0 h 1831428"/>
              <a:gd name="connsiteX112" fmla="*/ 2267969 w 4797018"/>
              <a:gd name="connsiteY112" fmla="*/ 0 h 1831428"/>
              <a:gd name="connsiteX113" fmla="*/ 2736895 w 4797018"/>
              <a:gd name="connsiteY113" fmla="*/ 1113701 h 1831428"/>
              <a:gd name="connsiteX114" fmla="*/ 1799101 w 4797018"/>
              <a:gd name="connsiteY114" fmla="*/ 1113701 h 1831428"/>
              <a:gd name="connsiteX115" fmla="*/ 2221802 w 4797018"/>
              <a:gd name="connsiteY115" fmla="*/ 551602 h 1831428"/>
              <a:gd name="connsiteX116" fmla="*/ 2024015 w 4797018"/>
              <a:gd name="connsiteY116" fmla="*/ 1020899 h 1831428"/>
              <a:gd name="connsiteX117" fmla="*/ 2419398 w 4797018"/>
              <a:gd name="connsiteY117" fmla="*/ 1020899 h 1831428"/>
              <a:gd name="connsiteX118" fmla="*/ 2221802 w 4797018"/>
              <a:gd name="connsiteY118" fmla="*/ 551602 h 1831428"/>
              <a:gd name="connsiteX119" fmla="*/ 1838163 w 4797018"/>
              <a:gd name="connsiteY119" fmla="*/ 1020899 h 1831428"/>
              <a:gd name="connsiteX120" fmla="*/ 1931213 w 4797018"/>
              <a:gd name="connsiteY120" fmla="*/ 1020899 h 1831428"/>
              <a:gd name="connsiteX121" fmla="*/ 2175415 w 4797018"/>
              <a:gd name="connsiteY121" fmla="*/ 441436 h 1831428"/>
              <a:gd name="connsiteX122" fmla="*/ 2128942 w 4797018"/>
              <a:gd name="connsiteY122" fmla="*/ 331070 h 1831428"/>
              <a:gd name="connsiteX123" fmla="*/ 1838163 w 4797018"/>
              <a:gd name="connsiteY123" fmla="*/ 1020899 h 1831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4797018" h="183142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rgbClr val="04316A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1530053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  <p:sldLayoutId id="2147483690" r:id="rId18"/>
    <p:sldLayoutId id="2147483691" r:id="rId19"/>
    <p:sldLayoutId id="2147483692" r:id="rId20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3"/>
        </a:buClr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3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3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3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0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3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3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3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4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3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325">
          <p15:clr>
            <a:srgbClr val="F26B43"/>
          </p15:clr>
        </p15:guide>
        <p15:guide id="4" pos="7355">
          <p15:clr>
            <a:srgbClr val="F26B43"/>
          </p15:clr>
        </p15:guide>
        <p15:guide id="5" orient="horz" pos="187">
          <p15:clr>
            <a:srgbClr val="F26B43"/>
          </p15:clr>
        </p15:guide>
        <p15:guide id="6" orient="horz" pos="799">
          <p15:clr>
            <a:srgbClr val="F26B43"/>
          </p15:clr>
        </p15:guide>
        <p15:guide id="7" orient="horz" pos="1026">
          <p15:clr>
            <a:srgbClr val="F26B43"/>
          </p15:clr>
        </p15:guide>
        <p15:guide id="8" orient="horz" pos="3906">
          <p15:clr>
            <a:srgbClr val="F26B43"/>
          </p15:clr>
        </p15:guide>
        <p15:guide id="9" orient="horz" pos="4178">
          <p15:clr>
            <a:srgbClr val="F26B43"/>
          </p15:clr>
        </p15:guide>
        <p15:guide id="10" pos="3908">
          <p15:clr>
            <a:srgbClr val="F26B43"/>
          </p15:clr>
        </p15:guide>
        <p15:guide id="11" pos="3772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63999BA3-562C-4E45-8F3B-A023F450B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332399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A1581D5-332D-4C8E-AF45-43F518A6E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319" y="1631156"/>
            <a:ext cx="11157744" cy="4569619"/>
          </a:xfrm>
          <a:prstGeom prst="rect">
            <a:avLst/>
          </a:prstGeom>
        </p:spPr>
        <p:txBody>
          <a:bodyPr vert="horz" lIns="0" tIns="0" rIns="360000" bIns="0" rtlCol="0" anchor="t" anchorCtr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DD440FC-859D-4521-8908-A802F3E535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17351" y="6634666"/>
            <a:ext cx="849593" cy="123111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AB5713F8-C1BB-444E-8351-6C81D55886A4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8C6C66-9703-4B53-BAF2-1F89587F3C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8319" y="6634666"/>
            <a:ext cx="5469732" cy="12311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C2FAB54-E254-4FCB-BB98-1E4D5A6D0B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2099" y="6634666"/>
            <a:ext cx="193964" cy="123111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39EA0DE-CCA1-4795-BE19-74C50E90E6A6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10272FF-60F7-4AF4-9CD6-0A04080EA9B4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94ED806-CB19-40CC-A79A-590CC1E2001C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4AAF1C65-9B2D-4CC2-AC17-D265DC4D733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1A82F2D7-59C8-4661-B851-DC008AA6297D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11FD6C4-2ACB-4F36-A3BA-68BAE793E096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779170BC-C4E0-4FC8-93EA-CB17C932729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6CF57888-5707-459D-94AC-235CE0EBEDD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503014F4-59EC-4961-A29D-259A33C423B3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BD8E14DC-3898-4BA1-91EA-46ADC917A58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61BB5C6B-8FE1-44A4-AE66-C1DB01AE301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B9991022-C87B-4402-BF68-CD3ED59D5D85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439873FE-8996-424A-94FE-EEEEC0A7B6C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A04C5416-0A35-4C8C-8975-2F5057F69C48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F9A881D-D6E0-4814-9AA3-AAF6697A620E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7ECA5DFD-01F8-49BC-9DE9-EE577F9B403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0348451A-09A8-4D76-AA86-13CB9E640770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324DF2EB-9047-4DDA-A12A-4BAC4962F78F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690A038D-AD14-4251-A0A9-22A5F6713B0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9E3D1027-C73A-4F88-AB8D-55680AB053E7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B6244944-3F97-4474-9D4A-3D31BFBC3DF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97182CE3-E874-4552-B5B3-4076C990890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DFE6B92B-AC01-4482-A6E7-400EF0E7F9ED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EC5B3E5-86C1-4027-A74F-789345DFA684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7B62256D-25C9-4899-8A3A-7970EB4706F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29A2699B-FFE8-4320-BD7A-68D214D9A58B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11A9EBBA-C118-4592-8B41-99FA797C19C4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45C123C4-4121-4372-95DF-DC232FC6A3E1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10C304B0-38F3-48B3-A23F-BE3EEAF774D6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EA609601-D94C-4D05-A7EF-EBA9D6ACA000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E2CEB042-C849-4BE4-A0F0-03828777E713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A58E387D-7C2C-4001-94B6-8372A7A1305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29EC0E69-66B7-4E97-B0AC-9CFA0DDEC604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sp>
        <p:nvSpPr>
          <p:cNvPr id="44" name="Freihandform: Form 43">
            <a:extLst>
              <a:ext uri="{FF2B5EF4-FFF2-40B4-BE49-F238E27FC236}">
                <a16:creationId xmlns:a16="http://schemas.microsoft.com/office/drawing/2014/main" id="{5455B7B7-D66F-4A5D-9E90-5BA38D64518F}"/>
              </a:ext>
            </a:extLst>
          </p:cNvPr>
          <p:cNvSpPr>
            <a:spLocks noChangeAspect="1"/>
          </p:cNvSpPr>
          <p:nvPr userDrawn="1"/>
        </p:nvSpPr>
        <p:spPr>
          <a:xfrm>
            <a:off x="10596063" y="299346"/>
            <a:ext cx="1080000" cy="412328"/>
          </a:xfrm>
          <a:custGeom>
            <a:avLst/>
            <a:gdLst>
              <a:gd name="connsiteX0" fmla="*/ 0 w 4797018"/>
              <a:gd name="connsiteY0" fmla="*/ 170736 h 1831428"/>
              <a:gd name="connsiteX1" fmla="*/ 92812 w 4797018"/>
              <a:gd name="connsiteY1" fmla="*/ 77924 h 1831428"/>
              <a:gd name="connsiteX2" fmla="*/ 92812 w 4797018"/>
              <a:gd name="connsiteY2" fmla="*/ 1763373 h 1831428"/>
              <a:gd name="connsiteX3" fmla="*/ 0 w 4797018"/>
              <a:gd name="connsiteY3" fmla="*/ 1763373 h 1831428"/>
              <a:gd name="connsiteX4" fmla="*/ 0 w 4797018"/>
              <a:gd name="connsiteY4" fmla="*/ 170736 h 1831428"/>
              <a:gd name="connsiteX5" fmla="*/ 278425 w 4797018"/>
              <a:gd name="connsiteY5" fmla="*/ 92812 h 1831428"/>
              <a:gd name="connsiteX6" fmla="*/ 1392136 w 4797018"/>
              <a:gd name="connsiteY6" fmla="*/ 92812 h 1831428"/>
              <a:gd name="connsiteX7" fmla="*/ 1392136 w 4797018"/>
              <a:gd name="connsiteY7" fmla="*/ 0 h 1831428"/>
              <a:gd name="connsiteX8" fmla="*/ 185614 w 4797018"/>
              <a:gd name="connsiteY8" fmla="*/ 0 h 1831428"/>
              <a:gd name="connsiteX9" fmla="*/ 185614 w 4797018"/>
              <a:gd name="connsiteY9" fmla="*/ 1113701 h 1831428"/>
              <a:gd name="connsiteX10" fmla="*/ 1210723 w 4797018"/>
              <a:gd name="connsiteY10" fmla="*/ 1113701 h 1831428"/>
              <a:gd name="connsiteX11" fmla="*/ 1210723 w 4797018"/>
              <a:gd name="connsiteY11" fmla="*/ 1020899 h 1831428"/>
              <a:gd name="connsiteX12" fmla="*/ 278425 w 4797018"/>
              <a:gd name="connsiteY12" fmla="*/ 1020899 h 1831428"/>
              <a:gd name="connsiteX13" fmla="*/ 278425 w 4797018"/>
              <a:gd name="connsiteY13" fmla="*/ 92812 h 1831428"/>
              <a:gd name="connsiteX14" fmla="*/ 1350464 w 4797018"/>
              <a:gd name="connsiteY14" fmla="*/ 835285 h 1831428"/>
              <a:gd name="connsiteX15" fmla="*/ 464048 w 4797018"/>
              <a:gd name="connsiteY15" fmla="*/ 835285 h 1831428"/>
              <a:gd name="connsiteX16" fmla="*/ 464048 w 4797018"/>
              <a:gd name="connsiteY16" fmla="*/ 464048 h 1831428"/>
              <a:gd name="connsiteX17" fmla="*/ 1222124 w 4797018"/>
              <a:gd name="connsiteY17" fmla="*/ 464048 h 1831428"/>
              <a:gd name="connsiteX18" fmla="*/ 1314926 w 4797018"/>
              <a:gd name="connsiteY18" fmla="*/ 371237 h 1831428"/>
              <a:gd name="connsiteX19" fmla="*/ 464048 w 4797018"/>
              <a:gd name="connsiteY19" fmla="*/ 371237 h 1831428"/>
              <a:gd name="connsiteX20" fmla="*/ 464048 w 4797018"/>
              <a:gd name="connsiteY20" fmla="*/ 278425 h 1831428"/>
              <a:gd name="connsiteX21" fmla="*/ 1392146 w 4797018"/>
              <a:gd name="connsiteY21" fmla="*/ 278425 h 1831428"/>
              <a:gd name="connsiteX22" fmla="*/ 1392146 w 4797018"/>
              <a:gd name="connsiteY22" fmla="*/ 185614 h 1831428"/>
              <a:gd name="connsiteX23" fmla="*/ 371237 w 4797018"/>
              <a:gd name="connsiteY23" fmla="*/ 185614 h 1831428"/>
              <a:gd name="connsiteX24" fmla="*/ 371237 w 4797018"/>
              <a:gd name="connsiteY24" fmla="*/ 928087 h 1831428"/>
              <a:gd name="connsiteX25" fmla="*/ 1258872 w 4797018"/>
              <a:gd name="connsiteY25" fmla="*/ 928087 h 1831428"/>
              <a:gd name="connsiteX26" fmla="*/ 1350464 w 4797018"/>
              <a:gd name="connsiteY26" fmla="*/ 835285 h 1831428"/>
              <a:gd name="connsiteX27" fmla="*/ 185614 w 4797018"/>
              <a:gd name="connsiteY27" fmla="*/ 1763373 h 1831428"/>
              <a:gd name="connsiteX28" fmla="*/ 278425 w 4797018"/>
              <a:gd name="connsiteY28" fmla="*/ 1763373 h 1831428"/>
              <a:gd name="connsiteX29" fmla="*/ 278425 w 4797018"/>
              <a:gd name="connsiteY29" fmla="*/ 1299324 h 1831428"/>
              <a:gd name="connsiteX30" fmla="*/ 371237 w 4797018"/>
              <a:gd name="connsiteY30" fmla="*/ 1299324 h 1831428"/>
              <a:gd name="connsiteX31" fmla="*/ 371237 w 4797018"/>
              <a:gd name="connsiteY31" fmla="*/ 1685449 h 1831428"/>
              <a:gd name="connsiteX32" fmla="*/ 464039 w 4797018"/>
              <a:gd name="connsiteY32" fmla="*/ 1592647 h 1831428"/>
              <a:gd name="connsiteX33" fmla="*/ 464039 w 4797018"/>
              <a:gd name="connsiteY33" fmla="*/ 1299324 h 1831428"/>
              <a:gd name="connsiteX34" fmla="*/ 1210723 w 4797018"/>
              <a:gd name="connsiteY34" fmla="*/ 1299324 h 1831428"/>
              <a:gd name="connsiteX35" fmla="*/ 1210723 w 4797018"/>
              <a:gd name="connsiteY35" fmla="*/ 1206522 h 1831428"/>
              <a:gd name="connsiteX36" fmla="*/ 185614 w 4797018"/>
              <a:gd name="connsiteY36" fmla="*/ 1206522 h 1831428"/>
              <a:gd name="connsiteX37" fmla="*/ 185614 w 4797018"/>
              <a:gd name="connsiteY37" fmla="*/ 1763373 h 1831428"/>
              <a:gd name="connsiteX38" fmla="*/ 4704207 w 4797018"/>
              <a:gd name="connsiteY38" fmla="*/ 0 h 1831428"/>
              <a:gd name="connsiteX39" fmla="*/ 4704207 w 4797018"/>
              <a:gd name="connsiteY39" fmla="*/ 1067314 h 1831428"/>
              <a:gd name="connsiteX40" fmla="*/ 4334837 w 4797018"/>
              <a:gd name="connsiteY40" fmla="*/ 1692688 h 1831428"/>
              <a:gd name="connsiteX41" fmla="*/ 4332742 w 4797018"/>
              <a:gd name="connsiteY41" fmla="*/ 1689954 h 1831428"/>
              <a:gd name="connsiteX42" fmla="*/ 4611405 w 4797018"/>
              <a:gd name="connsiteY42" fmla="*/ 1158564 h 1831428"/>
              <a:gd name="connsiteX43" fmla="*/ 4611405 w 4797018"/>
              <a:gd name="connsiteY43" fmla="*/ 0 h 1831428"/>
              <a:gd name="connsiteX44" fmla="*/ 4518594 w 4797018"/>
              <a:gd name="connsiteY44" fmla="*/ 0 h 1831428"/>
              <a:gd name="connsiteX45" fmla="*/ 4518594 w 4797018"/>
              <a:gd name="connsiteY45" fmla="*/ 1157021 h 1831428"/>
              <a:gd name="connsiteX46" fmla="*/ 3915337 w 4797018"/>
              <a:gd name="connsiteY46" fmla="*/ 1740170 h 1831428"/>
              <a:gd name="connsiteX47" fmla="*/ 3312081 w 4797018"/>
              <a:gd name="connsiteY47" fmla="*/ 1157021 h 1831428"/>
              <a:gd name="connsiteX48" fmla="*/ 3312081 w 4797018"/>
              <a:gd name="connsiteY48" fmla="*/ 77924 h 1831428"/>
              <a:gd name="connsiteX49" fmla="*/ 3219269 w 4797018"/>
              <a:gd name="connsiteY49" fmla="*/ 170736 h 1831428"/>
              <a:gd name="connsiteX50" fmla="*/ 3219269 w 4797018"/>
              <a:gd name="connsiteY50" fmla="*/ 1158564 h 1831428"/>
              <a:gd name="connsiteX51" fmla="*/ 3915337 w 4797018"/>
              <a:gd name="connsiteY51" fmla="*/ 1831429 h 1831428"/>
              <a:gd name="connsiteX52" fmla="*/ 4008139 w 4797018"/>
              <a:gd name="connsiteY52" fmla="*/ 1831429 h 1831428"/>
              <a:gd name="connsiteX53" fmla="*/ 4797019 w 4797018"/>
              <a:gd name="connsiteY53" fmla="*/ 1068667 h 1831428"/>
              <a:gd name="connsiteX54" fmla="*/ 4797019 w 4797018"/>
              <a:gd name="connsiteY54" fmla="*/ 0 h 1831428"/>
              <a:gd name="connsiteX55" fmla="*/ 4704207 w 4797018"/>
              <a:gd name="connsiteY55" fmla="*/ 0 h 1831428"/>
              <a:gd name="connsiteX56" fmla="*/ 3915328 w 4797018"/>
              <a:gd name="connsiteY56" fmla="*/ 1647358 h 1831428"/>
              <a:gd name="connsiteX57" fmla="*/ 4425773 w 4797018"/>
              <a:gd name="connsiteY57" fmla="*/ 1157021 h 1831428"/>
              <a:gd name="connsiteX58" fmla="*/ 4425782 w 4797018"/>
              <a:gd name="connsiteY58" fmla="*/ 1157021 h 1831428"/>
              <a:gd name="connsiteX59" fmla="*/ 4425782 w 4797018"/>
              <a:gd name="connsiteY59" fmla="*/ 77924 h 1831428"/>
              <a:gd name="connsiteX60" fmla="*/ 4332970 w 4797018"/>
              <a:gd name="connsiteY60" fmla="*/ 170736 h 1831428"/>
              <a:gd name="connsiteX61" fmla="*/ 4332970 w 4797018"/>
              <a:gd name="connsiteY61" fmla="*/ 1067305 h 1831428"/>
              <a:gd name="connsiteX62" fmla="*/ 4008130 w 4797018"/>
              <a:gd name="connsiteY62" fmla="*/ 1368933 h 1831428"/>
              <a:gd name="connsiteX63" fmla="*/ 3683298 w 4797018"/>
              <a:gd name="connsiteY63" fmla="*/ 1067305 h 1831428"/>
              <a:gd name="connsiteX64" fmla="*/ 3683289 w 4797018"/>
              <a:gd name="connsiteY64" fmla="*/ 0 h 1831428"/>
              <a:gd name="connsiteX65" fmla="*/ 3590487 w 4797018"/>
              <a:gd name="connsiteY65" fmla="*/ 0 h 1831428"/>
              <a:gd name="connsiteX66" fmla="*/ 3590487 w 4797018"/>
              <a:gd name="connsiteY66" fmla="*/ 1067305 h 1831428"/>
              <a:gd name="connsiteX67" fmla="*/ 4008130 w 4797018"/>
              <a:gd name="connsiteY67" fmla="*/ 1461745 h 1831428"/>
              <a:gd name="connsiteX68" fmla="*/ 4294699 w 4797018"/>
              <a:gd name="connsiteY68" fmla="*/ 1333129 h 1831428"/>
              <a:gd name="connsiteX69" fmla="*/ 4296785 w 4797018"/>
              <a:gd name="connsiteY69" fmla="*/ 1335862 h 1831428"/>
              <a:gd name="connsiteX70" fmla="*/ 3915328 w 4797018"/>
              <a:gd name="connsiteY70" fmla="*/ 1554556 h 1831428"/>
              <a:gd name="connsiteX71" fmla="*/ 3497742 w 4797018"/>
              <a:gd name="connsiteY71" fmla="*/ 1160116 h 1831428"/>
              <a:gd name="connsiteX72" fmla="*/ 3497685 w 4797018"/>
              <a:gd name="connsiteY72" fmla="*/ 1160116 h 1831428"/>
              <a:gd name="connsiteX73" fmla="*/ 3497685 w 4797018"/>
              <a:gd name="connsiteY73" fmla="*/ 0 h 1831428"/>
              <a:gd name="connsiteX74" fmla="*/ 3404873 w 4797018"/>
              <a:gd name="connsiteY74" fmla="*/ 0 h 1831428"/>
              <a:gd name="connsiteX75" fmla="*/ 3404873 w 4797018"/>
              <a:gd name="connsiteY75" fmla="*/ 1160107 h 1831428"/>
              <a:gd name="connsiteX76" fmla="*/ 3404921 w 4797018"/>
              <a:gd name="connsiteY76" fmla="*/ 1160107 h 1831428"/>
              <a:gd name="connsiteX77" fmla="*/ 3915328 w 4797018"/>
              <a:gd name="connsiteY77" fmla="*/ 1647358 h 1831428"/>
              <a:gd name="connsiteX78" fmla="*/ 1852984 w 4797018"/>
              <a:gd name="connsiteY78" fmla="*/ 1206522 h 1831428"/>
              <a:gd name="connsiteX79" fmla="*/ 1618288 w 4797018"/>
              <a:gd name="connsiteY79" fmla="*/ 1763373 h 1831428"/>
              <a:gd name="connsiteX80" fmla="*/ 1711119 w 4797018"/>
              <a:gd name="connsiteY80" fmla="*/ 1763363 h 1831428"/>
              <a:gd name="connsiteX81" fmla="*/ 1711100 w 4797018"/>
              <a:gd name="connsiteY81" fmla="*/ 1763373 h 1831428"/>
              <a:gd name="connsiteX82" fmla="*/ 1711119 w 4797018"/>
              <a:gd name="connsiteY82" fmla="*/ 1763373 h 1831428"/>
              <a:gd name="connsiteX83" fmla="*/ 1828448 w 4797018"/>
              <a:gd name="connsiteY83" fmla="*/ 1484948 h 1831428"/>
              <a:gd name="connsiteX84" fmla="*/ 2614774 w 4797018"/>
              <a:gd name="connsiteY84" fmla="*/ 1484948 h 1831428"/>
              <a:gd name="connsiteX85" fmla="*/ 2732018 w 4797018"/>
              <a:gd name="connsiteY85" fmla="*/ 1763373 h 1831428"/>
              <a:gd name="connsiteX86" fmla="*/ 2824820 w 4797018"/>
              <a:gd name="connsiteY86" fmla="*/ 1763373 h 1831428"/>
              <a:gd name="connsiteX87" fmla="*/ 2668515 w 4797018"/>
              <a:gd name="connsiteY87" fmla="*/ 1392136 h 1831428"/>
              <a:gd name="connsiteX88" fmla="*/ 1867567 w 4797018"/>
              <a:gd name="connsiteY88" fmla="*/ 1392136 h 1831428"/>
              <a:gd name="connsiteX89" fmla="*/ 1906676 w 4797018"/>
              <a:gd name="connsiteY89" fmla="*/ 1299324 h 1831428"/>
              <a:gd name="connsiteX90" fmla="*/ 2722236 w 4797018"/>
              <a:gd name="connsiteY90" fmla="*/ 1299324 h 1831428"/>
              <a:gd name="connsiteX91" fmla="*/ 2917632 w 4797018"/>
              <a:gd name="connsiteY91" fmla="*/ 1763373 h 1831428"/>
              <a:gd name="connsiteX92" fmla="*/ 3010443 w 4797018"/>
              <a:gd name="connsiteY92" fmla="*/ 1763373 h 1831428"/>
              <a:gd name="connsiteX93" fmla="*/ 2775976 w 4797018"/>
              <a:gd name="connsiteY93" fmla="*/ 1206522 h 1831428"/>
              <a:gd name="connsiteX94" fmla="*/ 1852984 w 4797018"/>
              <a:gd name="connsiteY94" fmla="*/ 1206522 h 1831428"/>
              <a:gd name="connsiteX95" fmla="*/ 1989544 w 4797018"/>
              <a:gd name="connsiteY95" fmla="*/ 0 h 1831428"/>
              <a:gd name="connsiteX96" fmla="*/ 1307459 w 4797018"/>
              <a:gd name="connsiteY96" fmla="*/ 1617898 h 1831428"/>
              <a:gd name="connsiteX97" fmla="*/ 1366533 w 4797018"/>
              <a:gd name="connsiteY97" fmla="*/ 1698098 h 1831428"/>
              <a:gd name="connsiteX98" fmla="*/ 2082356 w 4797018"/>
              <a:gd name="connsiteY98" fmla="*/ 0 h 1831428"/>
              <a:gd name="connsiteX99" fmla="*/ 1989544 w 4797018"/>
              <a:gd name="connsiteY99" fmla="*/ 0 h 1831428"/>
              <a:gd name="connsiteX100" fmla="*/ 2360771 w 4797018"/>
              <a:gd name="connsiteY100" fmla="*/ 0 h 1831428"/>
              <a:gd name="connsiteX101" fmla="*/ 3075708 w 4797018"/>
              <a:gd name="connsiteY101" fmla="*/ 1698098 h 1831428"/>
              <a:gd name="connsiteX102" fmla="*/ 3134639 w 4797018"/>
              <a:gd name="connsiteY102" fmla="*/ 1617898 h 1831428"/>
              <a:gd name="connsiteX103" fmla="*/ 2453592 w 4797018"/>
              <a:gd name="connsiteY103" fmla="*/ 0 h 1831428"/>
              <a:gd name="connsiteX104" fmla="*/ 2360771 w 4797018"/>
              <a:gd name="connsiteY104" fmla="*/ 0 h 1831428"/>
              <a:gd name="connsiteX105" fmla="*/ 1799101 w 4797018"/>
              <a:gd name="connsiteY105" fmla="*/ 1113711 h 1831428"/>
              <a:gd name="connsiteX106" fmla="*/ 1524610 w 4797018"/>
              <a:gd name="connsiteY106" fmla="*/ 1763373 h 1831428"/>
              <a:gd name="connsiteX107" fmla="*/ 1431798 w 4797018"/>
              <a:gd name="connsiteY107" fmla="*/ 1763373 h 1831428"/>
              <a:gd name="connsiteX108" fmla="*/ 2128761 w 4797018"/>
              <a:gd name="connsiteY108" fmla="*/ 110195 h 1831428"/>
              <a:gd name="connsiteX109" fmla="*/ 2512219 w 4797018"/>
              <a:gd name="connsiteY109" fmla="*/ 1020899 h 1831428"/>
              <a:gd name="connsiteX110" fmla="*/ 2605021 w 4797018"/>
              <a:gd name="connsiteY110" fmla="*/ 1020899 h 1831428"/>
              <a:gd name="connsiteX111" fmla="*/ 2175158 w 4797018"/>
              <a:gd name="connsiteY111" fmla="*/ 0 h 1831428"/>
              <a:gd name="connsiteX112" fmla="*/ 2267969 w 4797018"/>
              <a:gd name="connsiteY112" fmla="*/ 0 h 1831428"/>
              <a:gd name="connsiteX113" fmla="*/ 2736895 w 4797018"/>
              <a:gd name="connsiteY113" fmla="*/ 1113701 h 1831428"/>
              <a:gd name="connsiteX114" fmla="*/ 1799101 w 4797018"/>
              <a:gd name="connsiteY114" fmla="*/ 1113701 h 1831428"/>
              <a:gd name="connsiteX115" fmla="*/ 2221802 w 4797018"/>
              <a:gd name="connsiteY115" fmla="*/ 551602 h 1831428"/>
              <a:gd name="connsiteX116" fmla="*/ 2024015 w 4797018"/>
              <a:gd name="connsiteY116" fmla="*/ 1020899 h 1831428"/>
              <a:gd name="connsiteX117" fmla="*/ 2419398 w 4797018"/>
              <a:gd name="connsiteY117" fmla="*/ 1020899 h 1831428"/>
              <a:gd name="connsiteX118" fmla="*/ 2221802 w 4797018"/>
              <a:gd name="connsiteY118" fmla="*/ 551602 h 1831428"/>
              <a:gd name="connsiteX119" fmla="*/ 1838163 w 4797018"/>
              <a:gd name="connsiteY119" fmla="*/ 1020899 h 1831428"/>
              <a:gd name="connsiteX120" fmla="*/ 1931213 w 4797018"/>
              <a:gd name="connsiteY120" fmla="*/ 1020899 h 1831428"/>
              <a:gd name="connsiteX121" fmla="*/ 2175415 w 4797018"/>
              <a:gd name="connsiteY121" fmla="*/ 441436 h 1831428"/>
              <a:gd name="connsiteX122" fmla="*/ 2128942 w 4797018"/>
              <a:gd name="connsiteY122" fmla="*/ 331070 h 1831428"/>
              <a:gd name="connsiteX123" fmla="*/ 1838163 w 4797018"/>
              <a:gd name="connsiteY123" fmla="*/ 1020899 h 1831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4797018" h="183142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rgbClr val="04316A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159005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  <p:sldLayoutId id="2147483705" r:id="rId12"/>
    <p:sldLayoutId id="2147483706" r:id="rId13"/>
    <p:sldLayoutId id="2147483707" r:id="rId14"/>
    <p:sldLayoutId id="2147483708" r:id="rId15"/>
    <p:sldLayoutId id="2147483709" r:id="rId16"/>
    <p:sldLayoutId id="2147483710" r:id="rId17"/>
    <p:sldLayoutId id="2147483711" r:id="rId18"/>
    <p:sldLayoutId id="2147483712" r:id="rId19"/>
    <p:sldLayoutId id="2147483713" r:id="rId20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0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4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325">
          <p15:clr>
            <a:srgbClr val="F26B43"/>
          </p15:clr>
        </p15:guide>
        <p15:guide id="4" pos="7355">
          <p15:clr>
            <a:srgbClr val="F26B43"/>
          </p15:clr>
        </p15:guide>
        <p15:guide id="5" orient="horz" pos="187">
          <p15:clr>
            <a:srgbClr val="F26B43"/>
          </p15:clr>
        </p15:guide>
        <p15:guide id="6" orient="horz" pos="799">
          <p15:clr>
            <a:srgbClr val="F26B43"/>
          </p15:clr>
        </p15:guide>
        <p15:guide id="7" orient="horz" pos="1026">
          <p15:clr>
            <a:srgbClr val="F26B43"/>
          </p15:clr>
        </p15:guide>
        <p15:guide id="8" orient="horz" pos="3906">
          <p15:clr>
            <a:srgbClr val="F26B43"/>
          </p15:clr>
        </p15:guide>
        <p15:guide id="9" orient="horz" pos="4178">
          <p15:clr>
            <a:srgbClr val="F26B43"/>
          </p15:clr>
        </p15:guide>
        <p15:guide id="10" pos="3908">
          <p15:clr>
            <a:srgbClr val="F26B43"/>
          </p15:clr>
        </p15:guide>
        <p15:guide id="11" pos="3772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63999BA3-562C-4E45-8F3B-A023F450B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332399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A1581D5-332D-4C8E-AF45-43F518A6E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319" y="1631156"/>
            <a:ext cx="11157744" cy="4569619"/>
          </a:xfrm>
          <a:prstGeom prst="rect">
            <a:avLst/>
          </a:prstGeom>
        </p:spPr>
        <p:txBody>
          <a:bodyPr vert="horz" lIns="0" tIns="0" rIns="360000" bIns="0" rtlCol="0" anchor="t" anchorCtr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DD440FC-859D-4521-8908-A802F3E535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17351" y="6634666"/>
            <a:ext cx="849593" cy="123111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E4F9520C-8A68-4EF9-96ED-AA67836076D6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8C6C66-9703-4B53-BAF2-1F89587F3C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8319" y="6634666"/>
            <a:ext cx="5469732" cy="12311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Medizinische Fakultät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C2FAB54-E254-4FCB-BB98-1E4D5A6D0B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2099" y="6634666"/>
            <a:ext cx="193964" cy="123111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39EA0DE-CCA1-4795-BE19-74C50E90E6A6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10272FF-60F7-4AF4-9CD6-0A04080EA9B4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94ED806-CB19-40CC-A79A-590CC1E2001C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4AAF1C65-9B2D-4CC2-AC17-D265DC4D733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1A82F2D7-59C8-4661-B851-DC008AA6297D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11FD6C4-2ACB-4F36-A3BA-68BAE793E096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779170BC-C4E0-4FC8-93EA-CB17C932729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6CF57888-5707-459D-94AC-235CE0EBEDD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503014F4-59EC-4961-A29D-259A33C423B3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BD8E14DC-3898-4BA1-91EA-46ADC917A58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61BB5C6B-8FE1-44A4-AE66-C1DB01AE301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B9991022-C87B-4402-BF68-CD3ED59D5D85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439873FE-8996-424A-94FE-EEEEC0A7B6C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A04C5416-0A35-4C8C-8975-2F5057F69C48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F9A881D-D6E0-4814-9AA3-AAF6697A620E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7ECA5DFD-01F8-49BC-9DE9-EE577F9B403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0348451A-09A8-4D76-AA86-13CB9E640770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324DF2EB-9047-4DDA-A12A-4BAC4962F78F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690A038D-AD14-4251-A0A9-22A5F6713B0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9E3D1027-C73A-4F88-AB8D-55680AB053E7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B6244944-3F97-4474-9D4A-3D31BFBC3DF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97182CE3-E874-4552-B5B3-4076C990890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DFE6B92B-AC01-4482-A6E7-400EF0E7F9ED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EC5B3E5-86C1-4027-A74F-789345DFA684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7B62256D-25C9-4899-8A3A-7970EB4706F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29A2699B-FFE8-4320-BD7A-68D214D9A58B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11A9EBBA-C118-4592-8B41-99FA797C19C4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45C123C4-4121-4372-95DF-DC232FC6A3E1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10C304B0-38F3-48B3-A23F-BE3EEAF774D6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EA609601-D94C-4D05-A7EF-EBA9D6ACA000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E2CEB042-C849-4BE4-A0F0-03828777E713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A58E387D-7C2C-4001-94B6-8372A7A1305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29EC0E69-66B7-4E97-B0AC-9CFA0DDEC604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sp>
        <p:nvSpPr>
          <p:cNvPr id="44" name="Freihandform: Form 43">
            <a:extLst>
              <a:ext uri="{FF2B5EF4-FFF2-40B4-BE49-F238E27FC236}">
                <a16:creationId xmlns:a16="http://schemas.microsoft.com/office/drawing/2014/main" id="{A4B336B0-5AA0-4184-BF29-90BF37A678FA}"/>
              </a:ext>
            </a:extLst>
          </p:cNvPr>
          <p:cNvSpPr>
            <a:spLocks noChangeAspect="1"/>
          </p:cNvSpPr>
          <p:nvPr userDrawn="1"/>
        </p:nvSpPr>
        <p:spPr>
          <a:xfrm>
            <a:off x="10596063" y="299346"/>
            <a:ext cx="1080000" cy="412328"/>
          </a:xfrm>
          <a:custGeom>
            <a:avLst/>
            <a:gdLst>
              <a:gd name="connsiteX0" fmla="*/ 0 w 4797018"/>
              <a:gd name="connsiteY0" fmla="*/ 170736 h 1831428"/>
              <a:gd name="connsiteX1" fmla="*/ 92812 w 4797018"/>
              <a:gd name="connsiteY1" fmla="*/ 77924 h 1831428"/>
              <a:gd name="connsiteX2" fmla="*/ 92812 w 4797018"/>
              <a:gd name="connsiteY2" fmla="*/ 1763373 h 1831428"/>
              <a:gd name="connsiteX3" fmla="*/ 0 w 4797018"/>
              <a:gd name="connsiteY3" fmla="*/ 1763373 h 1831428"/>
              <a:gd name="connsiteX4" fmla="*/ 0 w 4797018"/>
              <a:gd name="connsiteY4" fmla="*/ 170736 h 1831428"/>
              <a:gd name="connsiteX5" fmla="*/ 278425 w 4797018"/>
              <a:gd name="connsiteY5" fmla="*/ 92812 h 1831428"/>
              <a:gd name="connsiteX6" fmla="*/ 1392136 w 4797018"/>
              <a:gd name="connsiteY6" fmla="*/ 92812 h 1831428"/>
              <a:gd name="connsiteX7" fmla="*/ 1392136 w 4797018"/>
              <a:gd name="connsiteY7" fmla="*/ 0 h 1831428"/>
              <a:gd name="connsiteX8" fmla="*/ 185614 w 4797018"/>
              <a:gd name="connsiteY8" fmla="*/ 0 h 1831428"/>
              <a:gd name="connsiteX9" fmla="*/ 185614 w 4797018"/>
              <a:gd name="connsiteY9" fmla="*/ 1113701 h 1831428"/>
              <a:gd name="connsiteX10" fmla="*/ 1210723 w 4797018"/>
              <a:gd name="connsiteY10" fmla="*/ 1113701 h 1831428"/>
              <a:gd name="connsiteX11" fmla="*/ 1210723 w 4797018"/>
              <a:gd name="connsiteY11" fmla="*/ 1020899 h 1831428"/>
              <a:gd name="connsiteX12" fmla="*/ 278425 w 4797018"/>
              <a:gd name="connsiteY12" fmla="*/ 1020899 h 1831428"/>
              <a:gd name="connsiteX13" fmla="*/ 278425 w 4797018"/>
              <a:gd name="connsiteY13" fmla="*/ 92812 h 1831428"/>
              <a:gd name="connsiteX14" fmla="*/ 1350464 w 4797018"/>
              <a:gd name="connsiteY14" fmla="*/ 835285 h 1831428"/>
              <a:gd name="connsiteX15" fmla="*/ 464048 w 4797018"/>
              <a:gd name="connsiteY15" fmla="*/ 835285 h 1831428"/>
              <a:gd name="connsiteX16" fmla="*/ 464048 w 4797018"/>
              <a:gd name="connsiteY16" fmla="*/ 464048 h 1831428"/>
              <a:gd name="connsiteX17" fmla="*/ 1222124 w 4797018"/>
              <a:gd name="connsiteY17" fmla="*/ 464048 h 1831428"/>
              <a:gd name="connsiteX18" fmla="*/ 1314926 w 4797018"/>
              <a:gd name="connsiteY18" fmla="*/ 371237 h 1831428"/>
              <a:gd name="connsiteX19" fmla="*/ 464048 w 4797018"/>
              <a:gd name="connsiteY19" fmla="*/ 371237 h 1831428"/>
              <a:gd name="connsiteX20" fmla="*/ 464048 w 4797018"/>
              <a:gd name="connsiteY20" fmla="*/ 278425 h 1831428"/>
              <a:gd name="connsiteX21" fmla="*/ 1392146 w 4797018"/>
              <a:gd name="connsiteY21" fmla="*/ 278425 h 1831428"/>
              <a:gd name="connsiteX22" fmla="*/ 1392146 w 4797018"/>
              <a:gd name="connsiteY22" fmla="*/ 185614 h 1831428"/>
              <a:gd name="connsiteX23" fmla="*/ 371237 w 4797018"/>
              <a:gd name="connsiteY23" fmla="*/ 185614 h 1831428"/>
              <a:gd name="connsiteX24" fmla="*/ 371237 w 4797018"/>
              <a:gd name="connsiteY24" fmla="*/ 928087 h 1831428"/>
              <a:gd name="connsiteX25" fmla="*/ 1258872 w 4797018"/>
              <a:gd name="connsiteY25" fmla="*/ 928087 h 1831428"/>
              <a:gd name="connsiteX26" fmla="*/ 1350464 w 4797018"/>
              <a:gd name="connsiteY26" fmla="*/ 835285 h 1831428"/>
              <a:gd name="connsiteX27" fmla="*/ 185614 w 4797018"/>
              <a:gd name="connsiteY27" fmla="*/ 1763373 h 1831428"/>
              <a:gd name="connsiteX28" fmla="*/ 278425 w 4797018"/>
              <a:gd name="connsiteY28" fmla="*/ 1763373 h 1831428"/>
              <a:gd name="connsiteX29" fmla="*/ 278425 w 4797018"/>
              <a:gd name="connsiteY29" fmla="*/ 1299324 h 1831428"/>
              <a:gd name="connsiteX30" fmla="*/ 371237 w 4797018"/>
              <a:gd name="connsiteY30" fmla="*/ 1299324 h 1831428"/>
              <a:gd name="connsiteX31" fmla="*/ 371237 w 4797018"/>
              <a:gd name="connsiteY31" fmla="*/ 1685449 h 1831428"/>
              <a:gd name="connsiteX32" fmla="*/ 464039 w 4797018"/>
              <a:gd name="connsiteY32" fmla="*/ 1592647 h 1831428"/>
              <a:gd name="connsiteX33" fmla="*/ 464039 w 4797018"/>
              <a:gd name="connsiteY33" fmla="*/ 1299324 h 1831428"/>
              <a:gd name="connsiteX34" fmla="*/ 1210723 w 4797018"/>
              <a:gd name="connsiteY34" fmla="*/ 1299324 h 1831428"/>
              <a:gd name="connsiteX35" fmla="*/ 1210723 w 4797018"/>
              <a:gd name="connsiteY35" fmla="*/ 1206522 h 1831428"/>
              <a:gd name="connsiteX36" fmla="*/ 185614 w 4797018"/>
              <a:gd name="connsiteY36" fmla="*/ 1206522 h 1831428"/>
              <a:gd name="connsiteX37" fmla="*/ 185614 w 4797018"/>
              <a:gd name="connsiteY37" fmla="*/ 1763373 h 1831428"/>
              <a:gd name="connsiteX38" fmla="*/ 4704207 w 4797018"/>
              <a:gd name="connsiteY38" fmla="*/ 0 h 1831428"/>
              <a:gd name="connsiteX39" fmla="*/ 4704207 w 4797018"/>
              <a:gd name="connsiteY39" fmla="*/ 1067314 h 1831428"/>
              <a:gd name="connsiteX40" fmla="*/ 4334837 w 4797018"/>
              <a:gd name="connsiteY40" fmla="*/ 1692688 h 1831428"/>
              <a:gd name="connsiteX41" fmla="*/ 4332742 w 4797018"/>
              <a:gd name="connsiteY41" fmla="*/ 1689954 h 1831428"/>
              <a:gd name="connsiteX42" fmla="*/ 4611405 w 4797018"/>
              <a:gd name="connsiteY42" fmla="*/ 1158564 h 1831428"/>
              <a:gd name="connsiteX43" fmla="*/ 4611405 w 4797018"/>
              <a:gd name="connsiteY43" fmla="*/ 0 h 1831428"/>
              <a:gd name="connsiteX44" fmla="*/ 4518594 w 4797018"/>
              <a:gd name="connsiteY44" fmla="*/ 0 h 1831428"/>
              <a:gd name="connsiteX45" fmla="*/ 4518594 w 4797018"/>
              <a:gd name="connsiteY45" fmla="*/ 1157021 h 1831428"/>
              <a:gd name="connsiteX46" fmla="*/ 3915337 w 4797018"/>
              <a:gd name="connsiteY46" fmla="*/ 1740170 h 1831428"/>
              <a:gd name="connsiteX47" fmla="*/ 3312081 w 4797018"/>
              <a:gd name="connsiteY47" fmla="*/ 1157021 h 1831428"/>
              <a:gd name="connsiteX48" fmla="*/ 3312081 w 4797018"/>
              <a:gd name="connsiteY48" fmla="*/ 77924 h 1831428"/>
              <a:gd name="connsiteX49" fmla="*/ 3219269 w 4797018"/>
              <a:gd name="connsiteY49" fmla="*/ 170736 h 1831428"/>
              <a:gd name="connsiteX50" fmla="*/ 3219269 w 4797018"/>
              <a:gd name="connsiteY50" fmla="*/ 1158564 h 1831428"/>
              <a:gd name="connsiteX51" fmla="*/ 3915337 w 4797018"/>
              <a:gd name="connsiteY51" fmla="*/ 1831429 h 1831428"/>
              <a:gd name="connsiteX52" fmla="*/ 4008139 w 4797018"/>
              <a:gd name="connsiteY52" fmla="*/ 1831429 h 1831428"/>
              <a:gd name="connsiteX53" fmla="*/ 4797019 w 4797018"/>
              <a:gd name="connsiteY53" fmla="*/ 1068667 h 1831428"/>
              <a:gd name="connsiteX54" fmla="*/ 4797019 w 4797018"/>
              <a:gd name="connsiteY54" fmla="*/ 0 h 1831428"/>
              <a:gd name="connsiteX55" fmla="*/ 4704207 w 4797018"/>
              <a:gd name="connsiteY55" fmla="*/ 0 h 1831428"/>
              <a:gd name="connsiteX56" fmla="*/ 3915328 w 4797018"/>
              <a:gd name="connsiteY56" fmla="*/ 1647358 h 1831428"/>
              <a:gd name="connsiteX57" fmla="*/ 4425773 w 4797018"/>
              <a:gd name="connsiteY57" fmla="*/ 1157021 h 1831428"/>
              <a:gd name="connsiteX58" fmla="*/ 4425782 w 4797018"/>
              <a:gd name="connsiteY58" fmla="*/ 1157021 h 1831428"/>
              <a:gd name="connsiteX59" fmla="*/ 4425782 w 4797018"/>
              <a:gd name="connsiteY59" fmla="*/ 77924 h 1831428"/>
              <a:gd name="connsiteX60" fmla="*/ 4332970 w 4797018"/>
              <a:gd name="connsiteY60" fmla="*/ 170736 h 1831428"/>
              <a:gd name="connsiteX61" fmla="*/ 4332970 w 4797018"/>
              <a:gd name="connsiteY61" fmla="*/ 1067305 h 1831428"/>
              <a:gd name="connsiteX62" fmla="*/ 4008130 w 4797018"/>
              <a:gd name="connsiteY62" fmla="*/ 1368933 h 1831428"/>
              <a:gd name="connsiteX63" fmla="*/ 3683298 w 4797018"/>
              <a:gd name="connsiteY63" fmla="*/ 1067305 h 1831428"/>
              <a:gd name="connsiteX64" fmla="*/ 3683289 w 4797018"/>
              <a:gd name="connsiteY64" fmla="*/ 0 h 1831428"/>
              <a:gd name="connsiteX65" fmla="*/ 3590487 w 4797018"/>
              <a:gd name="connsiteY65" fmla="*/ 0 h 1831428"/>
              <a:gd name="connsiteX66" fmla="*/ 3590487 w 4797018"/>
              <a:gd name="connsiteY66" fmla="*/ 1067305 h 1831428"/>
              <a:gd name="connsiteX67" fmla="*/ 4008130 w 4797018"/>
              <a:gd name="connsiteY67" fmla="*/ 1461745 h 1831428"/>
              <a:gd name="connsiteX68" fmla="*/ 4294699 w 4797018"/>
              <a:gd name="connsiteY68" fmla="*/ 1333129 h 1831428"/>
              <a:gd name="connsiteX69" fmla="*/ 4296785 w 4797018"/>
              <a:gd name="connsiteY69" fmla="*/ 1335862 h 1831428"/>
              <a:gd name="connsiteX70" fmla="*/ 3915328 w 4797018"/>
              <a:gd name="connsiteY70" fmla="*/ 1554556 h 1831428"/>
              <a:gd name="connsiteX71" fmla="*/ 3497742 w 4797018"/>
              <a:gd name="connsiteY71" fmla="*/ 1160116 h 1831428"/>
              <a:gd name="connsiteX72" fmla="*/ 3497685 w 4797018"/>
              <a:gd name="connsiteY72" fmla="*/ 1160116 h 1831428"/>
              <a:gd name="connsiteX73" fmla="*/ 3497685 w 4797018"/>
              <a:gd name="connsiteY73" fmla="*/ 0 h 1831428"/>
              <a:gd name="connsiteX74" fmla="*/ 3404873 w 4797018"/>
              <a:gd name="connsiteY74" fmla="*/ 0 h 1831428"/>
              <a:gd name="connsiteX75" fmla="*/ 3404873 w 4797018"/>
              <a:gd name="connsiteY75" fmla="*/ 1160107 h 1831428"/>
              <a:gd name="connsiteX76" fmla="*/ 3404921 w 4797018"/>
              <a:gd name="connsiteY76" fmla="*/ 1160107 h 1831428"/>
              <a:gd name="connsiteX77" fmla="*/ 3915328 w 4797018"/>
              <a:gd name="connsiteY77" fmla="*/ 1647358 h 1831428"/>
              <a:gd name="connsiteX78" fmla="*/ 1852984 w 4797018"/>
              <a:gd name="connsiteY78" fmla="*/ 1206522 h 1831428"/>
              <a:gd name="connsiteX79" fmla="*/ 1618288 w 4797018"/>
              <a:gd name="connsiteY79" fmla="*/ 1763373 h 1831428"/>
              <a:gd name="connsiteX80" fmla="*/ 1711119 w 4797018"/>
              <a:gd name="connsiteY80" fmla="*/ 1763363 h 1831428"/>
              <a:gd name="connsiteX81" fmla="*/ 1711100 w 4797018"/>
              <a:gd name="connsiteY81" fmla="*/ 1763373 h 1831428"/>
              <a:gd name="connsiteX82" fmla="*/ 1711119 w 4797018"/>
              <a:gd name="connsiteY82" fmla="*/ 1763373 h 1831428"/>
              <a:gd name="connsiteX83" fmla="*/ 1828448 w 4797018"/>
              <a:gd name="connsiteY83" fmla="*/ 1484948 h 1831428"/>
              <a:gd name="connsiteX84" fmla="*/ 2614774 w 4797018"/>
              <a:gd name="connsiteY84" fmla="*/ 1484948 h 1831428"/>
              <a:gd name="connsiteX85" fmla="*/ 2732018 w 4797018"/>
              <a:gd name="connsiteY85" fmla="*/ 1763373 h 1831428"/>
              <a:gd name="connsiteX86" fmla="*/ 2824820 w 4797018"/>
              <a:gd name="connsiteY86" fmla="*/ 1763373 h 1831428"/>
              <a:gd name="connsiteX87" fmla="*/ 2668515 w 4797018"/>
              <a:gd name="connsiteY87" fmla="*/ 1392136 h 1831428"/>
              <a:gd name="connsiteX88" fmla="*/ 1867567 w 4797018"/>
              <a:gd name="connsiteY88" fmla="*/ 1392136 h 1831428"/>
              <a:gd name="connsiteX89" fmla="*/ 1906676 w 4797018"/>
              <a:gd name="connsiteY89" fmla="*/ 1299324 h 1831428"/>
              <a:gd name="connsiteX90" fmla="*/ 2722236 w 4797018"/>
              <a:gd name="connsiteY90" fmla="*/ 1299324 h 1831428"/>
              <a:gd name="connsiteX91" fmla="*/ 2917632 w 4797018"/>
              <a:gd name="connsiteY91" fmla="*/ 1763373 h 1831428"/>
              <a:gd name="connsiteX92" fmla="*/ 3010443 w 4797018"/>
              <a:gd name="connsiteY92" fmla="*/ 1763373 h 1831428"/>
              <a:gd name="connsiteX93" fmla="*/ 2775976 w 4797018"/>
              <a:gd name="connsiteY93" fmla="*/ 1206522 h 1831428"/>
              <a:gd name="connsiteX94" fmla="*/ 1852984 w 4797018"/>
              <a:gd name="connsiteY94" fmla="*/ 1206522 h 1831428"/>
              <a:gd name="connsiteX95" fmla="*/ 1989544 w 4797018"/>
              <a:gd name="connsiteY95" fmla="*/ 0 h 1831428"/>
              <a:gd name="connsiteX96" fmla="*/ 1307459 w 4797018"/>
              <a:gd name="connsiteY96" fmla="*/ 1617898 h 1831428"/>
              <a:gd name="connsiteX97" fmla="*/ 1366533 w 4797018"/>
              <a:gd name="connsiteY97" fmla="*/ 1698098 h 1831428"/>
              <a:gd name="connsiteX98" fmla="*/ 2082356 w 4797018"/>
              <a:gd name="connsiteY98" fmla="*/ 0 h 1831428"/>
              <a:gd name="connsiteX99" fmla="*/ 1989544 w 4797018"/>
              <a:gd name="connsiteY99" fmla="*/ 0 h 1831428"/>
              <a:gd name="connsiteX100" fmla="*/ 2360771 w 4797018"/>
              <a:gd name="connsiteY100" fmla="*/ 0 h 1831428"/>
              <a:gd name="connsiteX101" fmla="*/ 3075708 w 4797018"/>
              <a:gd name="connsiteY101" fmla="*/ 1698098 h 1831428"/>
              <a:gd name="connsiteX102" fmla="*/ 3134639 w 4797018"/>
              <a:gd name="connsiteY102" fmla="*/ 1617898 h 1831428"/>
              <a:gd name="connsiteX103" fmla="*/ 2453592 w 4797018"/>
              <a:gd name="connsiteY103" fmla="*/ 0 h 1831428"/>
              <a:gd name="connsiteX104" fmla="*/ 2360771 w 4797018"/>
              <a:gd name="connsiteY104" fmla="*/ 0 h 1831428"/>
              <a:gd name="connsiteX105" fmla="*/ 1799101 w 4797018"/>
              <a:gd name="connsiteY105" fmla="*/ 1113711 h 1831428"/>
              <a:gd name="connsiteX106" fmla="*/ 1524610 w 4797018"/>
              <a:gd name="connsiteY106" fmla="*/ 1763373 h 1831428"/>
              <a:gd name="connsiteX107" fmla="*/ 1431798 w 4797018"/>
              <a:gd name="connsiteY107" fmla="*/ 1763373 h 1831428"/>
              <a:gd name="connsiteX108" fmla="*/ 2128761 w 4797018"/>
              <a:gd name="connsiteY108" fmla="*/ 110195 h 1831428"/>
              <a:gd name="connsiteX109" fmla="*/ 2512219 w 4797018"/>
              <a:gd name="connsiteY109" fmla="*/ 1020899 h 1831428"/>
              <a:gd name="connsiteX110" fmla="*/ 2605021 w 4797018"/>
              <a:gd name="connsiteY110" fmla="*/ 1020899 h 1831428"/>
              <a:gd name="connsiteX111" fmla="*/ 2175158 w 4797018"/>
              <a:gd name="connsiteY111" fmla="*/ 0 h 1831428"/>
              <a:gd name="connsiteX112" fmla="*/ 2267969 w 4797018"/>
              <a:gd name="connsiteY112" fmla="*/ 0 h 1831428"/>
              <a:gd name="connsiteX113" fmla="*/ 2736895 w 4797018"/>
              <a:gd name="connsiteY113" fmla="*/ 1113701 h 1831428"/>
              <a:gd name="connsiteX114" fmla="*/ 1799101 w 4797018"/>
              <a:gd name="connsiteY114" fmla="*/ 1113701 h 1831428"/>
              <a:gd name="connsiteX115" fmla="*/ 2221802 w 4797018"/>
              <a:gd name="connsiteY115" fmla="*/ 551602 h 1831428"/>
              <a:gd name="connsiteX116" fmla="*/ 2024015 w 4797018"/>
              <a:gd name="connsiteY116" fmla="*/ 1020899 h 1831428"/>
              <a:gd name="connsiteX117" fmla="*/ 2419398 w 4797018"/>
              <a:gd name="connsiteY117" fmla="*/ 1020899 h 1831428"/>
              <a:gd name="connsiteX118" fmla="*/ 2221802 w 4797018"/>
              <a:gd name="connsiteY118" fmla="*/ 551602 h 1831428"/>
              <a:gd name="connsiteX119" fmla="*/ 1838163 w 4797018"/>
              <a:gd name="connsiteY119" fmla="*/ 1020899 h 1831428"/>
              <a:gd name="connsiteX120" fmla="*/ 1931213 w 4797018"/>
              <a:gd name="connsiteY120" fmla="*/ 1020899 h 1831428"/>
              <a:gd name="connsiteX121" fmla="*/ 2175415 w 4797018"/>
              <a:gd name="connsiteY121" fmla="*/ 441436 h 1831428"/>
              <a:gd name="connsiteX122" fmla="*/ 2128942 w 4797018"/>
              <a:gd name="connsiteY122" fmla="*/ 331070 h 1831428"/>
              <a:gd name="connsiteX123" fmla="*/ 1838163 w 4797018"/>
              <a:gd name="connsiteY123" fmla="*/ 1020899 h 1831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4797018" h="183142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rgbClr val="04316A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1974504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27" r:id="rId13"/>
    <p:sldLayoutId id="2147483728" r:id="rId14"/>
    <p:sldLayoutId id="2147483729" r:id="rId15"/>
    <p:sldLayoutId id="2147483730" r:id="rId16"/>
    <p:sldLayoutId id="2147483731" r:id="rId17"/>
    <p:sldLayoutId id="2147483732" r:id="rId18"/>
    <p:sldLayoutId id="2147483733" r:id="rId19"/>
    <p:sldLayoutId id="2147483734" r:id="rId20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0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4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325">
          <p15:clr>
            <a:srgbClr val="F26B43"/>
          </p15:clr>
        </p15:guide>
        <p15:guide id="4" pos="7355">
          <p15:clr>
            <a:srgbClr val="F26B43"/>
          </p15:clr>
        </p15:guide>
        <p15:guide id="5" orient="horz" pos="187">
          <p15:clr>
            <a:srgbClr val="F26B43"/>
          </p15:clr>
        </p15:guide>
        <p15:guide id="6" orient="horz" pos="799">
          <p15:clr>
            <a:srgbClr val="F26B43"/>
          </p15:clr>
        </p15:guide>
        <p15:guide id="7" orient="horz" pos="1026">
          <p15:clr>
            <a:srgbClr val="F26B43"/>
          </p15:clr>
        </p15:guide>
        <p15:guide id="8" orient="horz" pos="3906">
          <p15:clr>
            <a:srgbClr val="F26B43"/>
          </p15:clr>
        </p15:guide>
        <p15:guide id="9" orient="horz" pos="4178">
          <p15:clr>
            <a:srgbClr val="F26B43"/>
          </p15:clr>
        </p15:guide>
        <p15:guide id="10" pos="3908">
          <p15:clr>
            <a:srgbClr val="F26B43"/>
          </p15:clr>
        </p15:guide>
        <p15:guide id="11" pos="3772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63999BA3-562C-4E45-8F3B-A023F450B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332399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A1581D5-332D-4C8E-AF45-43F518A6E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319" y="1631156"/>
            <a:ext cx="11157744" cy="4569619"/>
          </a:xfrm>
          <a:prstGeom prst="rect">
            <a:avLst/>
          </a:prstGeom>
        </p:spPr>
        <p:txBody>
          <a:bodyPr vert="horz" lIns="0" tIns="0" rIns="360000" bIns="0" rtlCol="0" anchor="t" anchorCtr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DD440FC-859D-4521-8908-A802F3E535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17351" y="6634666"/>
            <a:ext cx="849593" cy="123111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1F16C11D-8DF3-4A2A-A058-67BF98A1B96A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8C6C66-9703-4B53-BAF2-1F89587F3C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8319" y="6634666"/>
            <a:ext cx="5469732" cy="12311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C2FAB54-E254-4FCB-BB98-1E4D5A6D0B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2099" y="6634666"/>
            <a:ext cx="193964" cy="123111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39EA0DE-CCA1-4795-BE19-74C50E90E6A6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10272FF-60F7-4AF4-9CD6-0A04080EA9B4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94ED806-CB19-40CC-A79A-590CC1E2001C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4AAF1C65-9B2D-4CC2-AC17-D265DC4D733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1A82F2D7-59C8-4661-B851-DC008AA6297D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11FD6C4-2ACB-4F36-A3BA-68BAE793E096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779170BC-C4E0-4FC8-93EA-CB17C932729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6CF57888-5707-459D-94AC-235CE0EBEDD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503014F4-59EC-4961-A29D-259A33C423B3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BD8E14DC-3898-4BA1-91EA-46ADC917A58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61BB5C6B-8FE1-44A4-AE66-C1DB01AE301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B9991022-C87B-4402-BF68-CD3ED59D5D85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439873FE-8996-424A-94FE-EEEEC0A7B6C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A04C5416-0A35-4C8C-8975-2F5057F69C48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F9A881D-D6E0-4814-9AA3-AAF6697A620E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7ECA5DFD-01F8-49BC-9DE9-EE577F9B403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0348451A-09A8-4D76-AA86-13CB9E640770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324DF2EB-9047-4DDA-A12A-4BAC4962F78F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690A038D-AD14-4251-A0A9-22A5F6713B0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9E3D1027-C73A-4F88-AB8D-55680AB053E7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B6244944-3F97-4474-9D4A-3D31BFBC3DF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97182CE3-E874-4552-B5B3-4076C990890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DFE6B92B-AC01-4482-A6E7-400EF0E7F9ED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EC5B3E5-86C1-4027-A74F-789345DFA684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7B62256D-25C9-4899-8A3A-7970EB4706F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29A2699B-FFE8-4320-BD7A-68D214D9A58B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11A9EBBA-C118-4592-8B41-99FA797C19C4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45C123C4-4121-4372-95DF-DC232FC6A3E1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10C304B0-38F3-48B3-A23F-BE3EEAF774D6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EA609601-D94C-4D05-A7EF-EBA9D6ACA000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E2CEB042-C849-4BE4-A0F0-03828777E713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A58E387D-7C2C-4001-94B6-8372A7A1305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29EC0E69-66B7-4E97-B0AC-9CFA0DDEC604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sp>
        <p:nvSpPr>
          <p:cNvPr id="44" name="Freihandform: Form 43">
            <a:extLst>
              <a:ext uri="{FF2B5EF4-FFF2-40B4-BE49-F238E27FC236}">
                <a16:creationId xmlns:a16="http://schemas.microsoft.com/office/drawing/2014/main" id="{6B9C3F00-7FB2-4003-A482-01BAC23713A4}"/>
              </a:ext>
            </a:extLst>
          </p:cNvPr>
          <p:cNvSpPr>
            <a:spLocks noChangeAspect="1"/>
          </p:cNvSpPr>
          <p:nvPr userDrawn="1"/>
        </p:nvSpPr>
        <p:spPr>
          <a:xfrm>
            <a:off x="10596063" y="299346"/>
            <a:ext cx="1080000" cy="412328"/>
          </a:xfrm>
          <a:custGeom>
            <a:avLst/>
            <a:gdLst>
              <a:gd name="connsiteX0" fmla="*/ 0 w 4797018"/>
              <a:gd name="connsiteY0" fmla="*/ 170736 h 1831428"/>
              <a:gd name="connsiteX1" fmla="*/ 92812 w 4797018"/>
              <a:gd name="connsiteY1" fmla="*/ 77924 h 1831428"/>
              <a:gd name="connsiteX2" fmla="*/ 92812 w 4797018"/>
              <a:gd name="connsiteY2" fmla="*/ 1763373 h 1831428"/>
              <a:gd name="connsiteX3" fmla="*/ 0 w 4797018"/>
              <a:gd name="connsiteY3" fmla="*/ 1763373 h 1831428"/>
              <a:gd name="connsiteX4" fmla="*/ 0 w 4797018"/>
              <a:gd name="connsiteY4" fmla="*/ 170736 h 1831428"/>
              <a:gd name="connsiteX5" fmla="*/ 278425 w 4797018"/>
              <a:gd name="connsiteY5" fmla="*/ 92812 h 1831428"/>
              <a:gd name="connsiteX6" fmla="*/ 1392136 w 4797018"/>
              <a:gd name="connsiteY6" fmla="*/ 92812 h 1831428"/>
              <a:gd name="connsiteX7" fmla="*/ 1392136 w 4797018"/>
              <a:gd name="connsiteY7" fmla="*/ 0 h 1831428"/>
              <a:gd name="connsiteX8" fmla="*/ 185614 w 4797018"/>
              <a:gd name="connsiteY8" fmla="*/ 0 h 1831428"/>
              <a:gd name="connsiteX9" fmla="*/ 185614 w 4797018"/>
              <a:gd name="connsiteY9" fmla="*/ 1113701 h 1831428"/>
              <a:gd name="connsiteX10" fmla="*/ 1210723 w 4797018"/>
              <a:gd name="connsiteY10" fmla="*/ 1113701 h 1831428"/>
              <a:gd name="connsiteX11" fmla="*/ 1210723 w 4797018"/>
              <a:gd name="connsiteY11" fmla="*/ 1020899 h 1831428"/>
              <a:gd name="connsiteX12" fmla="*/ 278425 w 4797018"/>
              <a:gd name="connsiteY12" fmla="*/ 1020899 h 1831428"/>
              <a:gd name="connsiteX13" fmla="*/ 278425 w 4797018"/>
              <a:gd name="connsiteY13" fmla="*/ 92812 h 1831428"/>
              <a:gd name="connsiteX14" fmla="*/ 1350464 w 4797018"/>
              <a:gd name="connsiteY14" fmla="*/ 835285 h 1831428"/>
              <a:gd name="connsiteX15" fmla="*/ 464048 w 4797018"/>
              <a:gd name="connsiteY15" fmla="*/ 835285 h 1831428"/>
              <a:gd name="connsiteX16" fmla="*/ 464048 w 4797018"/>
              <a:gd name="connsiteY16" fmla="*/ 464048 h 1831428"/>
              <a:gd name="connsiteX17" fmla="*/ 1222124 w 4797018"/>
              <a:gd name="connsiteY17" fmla="*/ 464048 h 1831428"/>
              <a:gd name="connsiteX18" fmla="*/ 1314926 w 4797018"/>
              <a:gd name="connsiteY18" fmla="*/ 371237 h 1831428"/>
              <a:gd name="connsiteX19" fmla="*/ 464048 w 4797018"/>
              <a:gd name="connsiteY19" fmla="*/ 371237 h 1831428"/>
              <a:gd name="connsiteX20" fmla="*/ 464048 w 4797018"/>
              <a:gd name="connsiteY20" fmla="*/ 278425 h 1831428"/>
              <a:gd name="connsiteX21" fmla="*/ 1392146 w 4797018"/>
              <a:gd name="connsiteY21" fmla="*/ 278425 h 1831428"/>
              <a:gd name="connsiteX22" fmla="*/ 1392146 w 4797018"/>
              <a:gd name="connsiteY22" fmla="*/ 185614 h 1831428"/>
              <a:gd name="connsiteX23" fmla="*/ 371237 w 4797018"/>
              <a:gd name="connsiteY23" fmla="*/ 185614 h 1831428"/>
              <a:gd name="connsiteX24" fmla="*/ 371237 w 4797018"/>
              <a:gd name="connsiteY24" fmla="*/ 928087 h 1831428"/>
              <a:gd name="connsiteX25" fmla="*/ 1258872 w 4797018"/>
              <a:gd name="connsiteY25" fmla="*/ 928087 h 1831428"/>
              <a:gd name="connsiteX26" fmla="*/ 1350464 w 4797018"/>
              <a:gd name="connsiteY26" fmla="*/ 835285 h 1831428"/>
              <a:gd name="connsiteX27" fmla="*/ 185614 w 4797018"/>
              <a:gd name="connsiteY27" fmla="*/ 1763373 h 1831428"/>
              <a:gd name="connsiteX28" fmla="*/ 278425 w 4797018"/>
              <a:gd name="connsiteY28" fmla="*/ 1763373 h 1831428"/>
              <a:gd name="connsiteX29" fmla="*/ 278425 w 4797018"/>
              <a:gd name="connsiteY29" fmla="*/ 1299324 h 1831428"/>
              <a:gd name="connsiteX30" fmla="*/ 371237 w 4797018"/>
              <a:gd name="connsiteY30" fmla="*/ 1299324 h 1831428"/>
              <a:gd name="connsiteX31" fmla="*/ 371237 w 4797018"/>
              <a:gd name="connsiteY31" fmla="*/ 1685449 h 1831428"/>
              <a:gd name="connsiteX32" fmla="*/ 464039 w 4797018"/>
              <a:gd name="connsiteY32" fmla="*/ 1592647 h 1831428"/>
              <a:gd name="connsiteX33" fmla="*/ 464039 w 4797018"/>
              <a:gd name="connsiteY33" fmla="*/ 1299324 h 1831428"/>
              <a:gd name="connsiteX34" fmla="*/ 1210723 w 4797018"/>
              <a:gd name="connsiteY34" fmla="*/ 1299324 h 1831428"/>
              <a:gd name="connsiteX35" fmla="*/ 1210723 w 4797018"/>
              <a:gd name="connsiteY35" fmla="*/ 1206522 h 1831428"/>
              <a:gd name="connsiteX36" fmla="*/ 185614 w 4797018"/>
              <a:gd name="connsiteY36" fmla="*/ 1206522 h 1831428"/>
              <a:gd name="connsiteX37" fmla="*/ 185614 w 4797018"/>
              <a:gd name="connsiteY37" fmla="*/ 1763373 h 1831428"/>
              <a:gd name="connsiteX38" fmla="*/ 4704207 w 4797018"/>
              <a:gd name="connsiteY38" fmla="*/ 0 h 1831428"/>
              <a:gd name="connsiteX39" fmla="*/ 4704207 w 4797018"/>
              <a:gd name="connsiteY39" fmla="*/ 1067314 h 1831428"/>
              <a:gd name="connsiteX40" fmla="*/ 4334837 w 4797018"/>
              <a:gd name="connsiteY40" fmla="*/ 1692688 h 1831428"/>
              <a:gd name="connsiteX41" fmla="*/ 4332742 w 4797018"/>
              <a:gd name="connsiteY41" fmla="*/ 1689954 h 1831428"/>
              <a:gd name="connsiteX42" fmla="*/ 4611405 w 4797018"/>
              <a:gd name="connsiteY42" fmla="*/ 1158564 h 1831428"/>
              <a:gd name="connsiteX43" fmla="*/ 4611405 w 4797018"/>
              <a:gd name="connsiteY43" fmla="*/ 0 h 1831428"/>
              <a:gd name="connsiteX44" fmla="*/ 4518594 w 4797018"/>
              <a:gd name="connsiteY44" fmla="*/ 0 h 1831428"/>
              <a:gd name="connsiteX45" fmla="*/ 4518594 w 4797018"/>
              <a:gd name="connsiteY45" fmla="*/ 1157021 h 1831428"/>
              <a:gd name="connsiteX46" fmla="*/ 3915337 w 4797018"/>
              <a:gd name="connsiteY46" fmla="*/ 1740170 h 1831428"/>
              <a:gd name="connsiteX47" fmla="*/ 3312081 w 4797018"/>
              <a:gd name="connsiteY47" fmla="*/ 1157021 h 1831428"/>
              <a:gd name="connsiteX48" fmla="*/ 3312081 w 4797018"/>
              <a:gd name="connsiteY48" fmla="*/ 77924 h 1831428"/>
              <a:gd name="connsiteX49" fmla="*/ 3219269 w 4797018"/>
              <a:gd name="connsiteY49" fmla="*/ 170736 h 1831428"/>
              <a:gd name="connsiteX50" fmla="*/ 3219269 w 4797018"/>
              <a:gd name="connsiteY50" fmla="*/ 1158564 h 1831428"/>
              <a:gd name="connsiteX51" fmla="*/ 3915337 w 4797018"/>
              <a:gd name="connsiteY51" fmla="*/ 1831429 h 1831428"/>
              <a:gd name="connsiteX52" fmla="*/ 4008139 w 4797018"/>
              <a:gd name="connsiteY52" fmla="*/ 1831429 h 1831428"/>
              <a:gd name="connsiteX53" fmla="*/ 4797019 w 4797018"/>
              <a:gd name="connsiteY53" fmla="*/ 1068667 h 1831428"/>
              <a:gd name="connsiteX54" fmla="*/ 4797019 w 4797018"/>
              <a:gd name="connsiteY54" fmla="*/ 0 h 1831428"/>
              <a:gd name="connsiteX55" fmla="*/ 4704207 w 4797018"/>
              <a:gd name="connsiteY55" fmla="*/ 0 h 1831428"/>
              <a:gd name="connsiteX56" fmla="*/ 3915328 w 4797018"/>
              <a:gd name="connsiteY56" fmla="*/ 1647358 h 1831428"/>
              <a:gd name="connsiteX57" fmla="*/ 4425773 w 4797018"/>
              <a:gd name="connsiteY57" fmla="*/ 1157021 h 1831428"/>
              <a:gd name="connsiteX58" fmla="*/ 4425782 w 4797018"/>
              <a:gd name="connsiteY58" fmla="*/ 1157021 h 1831428"/>
              <a:gd name="connsiteX59" fmla="*/ 4425782 w 4797018"/>
              <a:gd name="connsiteY59" fmla="*/ 77924 h 1831428"/>
              <a:gd name="connsiteX60" fmla="*/ 4332970 w 4797018"/>
              <a:gd name="connsiteY60" fmla="*/ 170736 h 1831428"/>
              <a:gd name="connsiteX61" fmla="*/ 4332970 w 4797018"/>
              <a:gd name="connsiteY61" fmla="*/ 1067305 h 1831428"/>
              <a:gd name="connsiteX62" fmla="*/ 4008130 w 4797018"/>
              <a:gd name="connsiteY62" fmla="*/ 1368933 h 1831428"/>
              <a:gd name="connsiteX63" fmla="*/ 3683298 w 4797018"/>
              <a:gd name="connsiteY63" fmla="*/ 1067305 h 1831428"/>
              <a:gd name="connsiteX64" fmla="*/ 3683289 w 4797018"/>
              <a:gd name="connsiteY64" fmla="*/ 0 h 1831428"/>
              <a:gd name="connsiteX65" fmla="*/ 3590487 w 4797018"/>
              <a:gd name="connsiteY65" fmla="*/ 0 h 1831428"/>
              <a:gd name="connsiteX66" fmla="*/ 3590487 w 4797018"/>
              <a:gd name="connsiteY66" fmla="*/ 1067305 h 1831428"/>
              <a:gd name="connsiteX67" fmla="*/ 4008130 w 4797018"/>
              <a:gd name="connsiteY67" fmla="*/ 1461745 h 1831428"/>
              <a:gd name="connsiteX68" fmla="*/ 4294699 w 4797018"/>
              <a:gd name="connsiteY68" fmla="*/ 1333129 h 1831428"/>
              <a:gd name="connsiteX69" fmla="*/ 4296785 w 4797018"/>
              <a:gd name="connsiteY69" fmla="*/ 1335862 h 1831428"/>
              <a:gd name="connsiteX70" fmla="*/ 3915328 w 4797018"/>
              <a:gd name="connsiteY70" fmla="*/ 1554556 h 1831428"/>
              <a:gd name="connsiteX71" fmla="*/ 3497742 w 4797018"/>
              <a:gd name="connsiteY71" fmla="*/ 1160116 h 1831428"/>
              <a:gd name="connsiteX72" fmla="*/ 3497685 w 4797018"/>
              <a:gd name="connsiteY72" fmla="*/ 1160116 h 1831428"/>
              <a:gd name="connsiteX73" fmla="*/ 3497685 w 4797018"/>
              <a:gd name="connsiteY73" fmla="*/ 0 h 1831428"/>
              <a:gd name="connsiteX74" fmla="*/ 3404873 w 4797018"/>
              <a:gd name="connsiteY74" fmla="*/ 0 h 1831428"/>
              <a:gd name="connsiteX75" fmla="*/ 3404873 w 4797018"/>
              <a:gd name="connsiteY75" fmla="*/ 1160107 h 1831428"/>
              <a:gd name="connsiteX76" fmla="*/ 3404921 w 4797018"/>
              <a:gd name="connsiteY76" fmla="*/ 1160107 h 1831428"/>
              <a:gd name="connsiteX77" fmla="*/ 3915328 w 4797018"/>
              <a:gd name="connsiteY77" fmla="*/ 1647358 h 1831428"/>
              <a:gd name="connsiteX78" fmla="*/ 1852984 w 4797018"/>
              <a:gd name="connsiteY78" fmla="*/ 1206522 h 1831428"/>
              <a:gd name="connsiteX79" fmla="*/ 1618288 w 4797018"/>
              <a:gd name="connsiteY79" fmla="*/ 1763373 h 1831428"/>
              <a:gd name="connsiteX80" fmla="*/ 1711119 w 4797018"/>
              <a:gd name="connsiteY80" fmla="*/ 1763363 h 1831428"/>
              <a:gd name="connsiteX81" fmla="*/ 1711100 w 4797018"/>
              <a:gd name="connsiteY81" fmla="*/ 1763373 h 1831428"/>
              <a:gd name="connsiteX82" fmla="*/ 1711119 w 4797018"/>
              <a:gd name="connsiteY82" fmla="*/ 1763373 h 1831428"/>
              <a:gd name="connsiteX83" fmla="*/ 1828448 w 4797018"/>
              <a:gd name="connsiteY83" fmla="*/ 1484948 h 1831428"/>
              <a:gd name="connsiteX84" fmla="*/ 2614774 w 4797018"/>
              <a:gd name="connsiteY84" fmla="*/ 1484948 h 1831428"/>
              <a:gd name="connsiteX85" fmla="*/ 2732018 w 4797018"/>
              <a:gd name="connsiteY85" fmla="*/ 1763373 h 1831428"/>
              <a:gd name="connsiteX86" fmla="*/ 2824820 w 4797018"/>
              <a:gd name="connsiteY86" fmla="*/ 1763373 h 1831428"/>
              <a:gd name="connsiteX87" fmla="*/ 2668515 w 4797018"/>
              <a:gd name="connsiteY87" fmla="*/ 1392136 h 1831428"/>
              <a:gd name="connsiteX88" fmla="*/ 1867567 w 4797018"/>
              <a:gd name="connsiteY88" fmla="*/ 1392136 h 1831428"/>
              <a:gd name="connsiteX89" fmla="*/ 1906676 w 4797018"/>
              <a:gd name="connsiteY89" fmla="*/ 1299324 h 1831428"/>
              <a:gd name="connsiteX90" fmla="*/ 2722236 w 4797018"/>
              <a:gd name="connsiteY90" fmla="*/ 1299324 h 1831428"/>
              <a:gd name="connsiteX91" fmla="*/ 2917632 w 4797018"/>
              <a:gd name="connsiteY91" fmla="*/ 1763373 h 1831428"/>
              <a:gd name="connsiteX92" fmla="*/ 3010443 w 4797018"/>
              <a:gd name="connsiteY92" fmla="*/ 1763373 h 1831428"/>
              <a:gd name="connsiteX93" fmla="*/ 2775976 w 4797018"/>
              <a:gd name="connsiteY93" fmla="*/ 1206522 h 1831428"/>
              <a:gd name="connsiteX94" fmla="*/ 1852984 w 4797018"/>
              <a:gd name="connsiteY94" fmla="*/ 1206522 h 1831428"/>
              <a:gd name="connsiteX95" fmla="*/ 1989544 w 4797018"/>
              <a:gd name="connsiteY95" fmla="*/ 0 h 1831428"/>
              <a:gd name="connsiteX96" fmla="*/ 1307459 w 4797018"/>
              <a:gd name="connsiteY96" fmla="*/ 1617898 h 1831428"/>
              <a:gd name="connsiteX97" fmla="*/ 1366533 w 4797018"/>
              <a:gd name="connsiteY97" fmla="*/ 1698098 h 1831428"/>
              <a:gd name="connsiteX98" fmla="*/ 2082356 w 4797018"/>
              <a:gd name="connsiteY98" fmla="*/ 0 h 1831428"/>
              <a:gd name="connsiteX99" fmla="*/ 1989544 w 4797018"/>
              <a:gd name="connsiteY99" fmla="*/ 0 h 1831428"/>
              <a:gd name="connsiteX100" fmla="*/ 2360771 w 4797018"/>
              <a:gd name="connsiteY100" fmla="*/ 0 h 1831428"/>
              <a:gd name="connsiteX101" fmla="*/ 3075708 w 4797018"/>
              <a:gd name="connsiteY101" fmla="*/ 1698098 h 1831428"/>
              <a:gd name="connsiteX102" fmla="*/ 3134639 w 4797018"/>
              <a:gd name="connsiteY102" fmla="*/ 1617898 h 1831428"/>
              <a:gd name="connsiteX103" fmla="*/ 2453592 w 4797018"/>
              <a:gd name="connsiteY103" fmla="*/ 0 h 1831428"/>
              <a:gd name="connsiteX104" fmla="*/ 2360771 w 4797018"/>
              <a:gd name="connsiteY104" fmla="*/ 0 h 1831428"/>
              <a:gd name="connsiteX105" fmla="*/ 1799101 w 4797018"/>
              <a:gd name="connsiteY105" fmla="*/ 1113711 h 1831428"/>
              <a:gd name="connsiteX106" fmla="*/ 1524610 w 4797018"/>
              <a:gd name="connsiteY106" fmla="*/ 1763373 h 1831428"/>
              <a:gd name="connsiteX107" fmla="*/ 1431798 w 4797018"/>
              <a:gd name="connsiteY107" fmla="*/ 1763373 h 1831428"/>
              <a:gd name="connsiteX108" fmla="*/ 2128761 w 4797018"/>
              <a:gd name="connsiteY108" fmla="*/ 110195 h 1831428"/>
              <a:gd name="connsiteX109" fmla="*/ 2512219 w 4797018"/>
              <a:gd name="connsiteY109" fmla="*/ 1020899 h 1831428"/>
              <a:gd name="connsiteX110" fmla="*/ 2605021 w 4797018"/>
              <a:gd name="connsiteY110" fmla="*/ 1020899 h 1831428"/>
              <a:gd name="connsiteX111" fmla="*/ 2175158 w 4797018"/>
              <a:gd name="connsiteY111" fmla="*/ 0 h 1831428"/>
              <a:gd name="connsiteX112" fmla="*/ 2267969 w 4797018"/>
              <a:gd name="connsiteY112" fmla="*/ 0 h 1831428"/>
              <a:gd name="connsiteX113" fmla="*/ 2736895 w 4797018"/>
              <a:gd name="connsiteY113" fmla="*/ 1113701 h 1831428"/>
              <a:gd name="connsiteX114" fmla="*/ 1799101 w 4797018"/>
              <a:gd name="connsiteY114" fmla="*/ 1113701 h 1831428"/>
              <a:gd name="connsiteX115" fmla="*/ 2221802 w 4797018"/>
              <a:gd name="connsiteY115" fmla="*/ 551602 h 1831428"/>
              <a:gd name="connsiteX116" fmla="*/ 2024015 w 4797018"/>
              <a:gd name="connsiteY116" fmla="*/ 1020899 h 1831428"/>
              <a:gd name="connsiteX117" fmla="*/ 2419398 w 4797018"/>
              <a:gd name="connsiteY117" fmla="*/ 1020899 h 1831428"/>
              <a:gd name="connsiteX118" fmla="*/ 2221802 w 4797018"/>
              <a:gd name="connsiteY118" fmla="*/ 551602 h 1831428"/>
              <a:gd name="connsiteX119" fmla="*/ 1838163 w 4797018"/>
              <a:gd name="connsiteY119" fmla="*/ 1020899 h 1831428"/>
              <a:gd name="connsiteX120" fmla="*/ 1931213 w 4797018"/>
              <a:gd name="connsiteY120" fmla="*/ 1020899 h 1831428"/>
              <a:gd name="connsiteX121" fmla="*/ 2175415 w 4797018"/>
              <a:gd name="connsiteY121" fmla="*/ 441436 h 1831428"/>
              <a:gd name="connsiteX122" fmla="*/ 2128942 w 4797018"/>
              <a:gd name="connsiteY122" fmla="*/ 331070 h 1831428"/>
              <a:gd name="connsiteX123" fmla="*/ 1838163 w 4797018"/>
              <a:gd name="connsiteY123" fmla="*/ 1020899 h 1831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4797018" h="183142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rgbClr val="04316A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1062143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6" r:id="rId1"/>
    <p:sldLayoutId id="2147483737" r:id="rId2"/>
    <p:sldLayoutId id="2147483738" r:id="rId3"/>
    <p:sldLayoutId id="2147483739" r:id="rId4"/>
    <p:sldLayoutId id="2147483740" r:id="rId5"/>
    <p:sldLayoutId id="2147483741" r:id="rId6"/>
    <p:sldLayoutId id="2147483742" r:id="rId7"/>
    <p:sldLayoutId id="2147483743" r:id="rId8"/>
    <p:sldLayoutId id="2147483744" r:id="rId9"/>
    <p:sldLayoutId id="2147483745" r:id="rId10"/>
    <p:sldLayoutId id="2147483746" r:id="rId11"/>
    <p:sldLayoutId id="2147483747" r:id="rId12"/>
    <p:sldLayoutId id="2147483748" r:id="rId13"/>
    <p:sldLayoutId id="2147483749" r:id="rId14"/>
    <p:sldLayoutId id="2147483750" r:id="rId15"/>
    <p:sldLayoutId id="2147483751" r:id="rId16"/>
    <p:sldLayoutId id="2147483752" r:id="rId17"/>
    <p:sldLayoutId id="2147483753" r:id="rId18"/>
    <p:sldLayoutId id="2147483754" r:id="rId19"/>
    <p:sldLayoutId id="2147483755" r:id="rId20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0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4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325">
          <p15:clr>
            <a:srgbClr val="F26B43"/>
          </p15:clr>
        </p15:guide>
        <p15:guide id="4" pos="7355">
          <p15:clr>
            <a:srgbClr val="F26B43"/>
          </p15:clr>
        </p15:guide>
        <p15:guide id="5" orient="horz" pos="187">
          <p15:clr>
            <a:srgbClr val="F26B43"/>
          </p15:clr>
        </p15:guide>
        <p15:guide id="6" orient="horz" pos="799">
          <p15:clr>
            <a:srgbClr val="F26B43"/>
          </p15:clr>
        </p15:guide>
        <p15:guide id="7" orient="horz" pos="1026">
          <p15:clr>
            <a:srgbClr val="F26B43"/>
          </p15:clr>
        </p15:guide>
        <p15:guide id="8" orient="horz" pos="3906">
          <p15:clr>
            <a:srgbClr val="F26B43"/>
          </p15:clr>
        </p15:guide>
        <p15:guide id="9" orient="horz" pos="4178">
          <p15:clr>
            <a:srgbClr val="F26B43"/>
          </p15:clr>
        </p15:guide>
        <p15:guide id="10" pos="3908">
          <p15:clr>
            <a:srgbClr val="F26B43"/>
          </p15:clr>
        </p15:guide>
        <p15:guide id="11" pos="3772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63999BA3-562C-4E45-8F3B-A023F450B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332399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A1581D5-332D-4C8E-AF45-43F518A6E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319" y="1631156"/>
            <a:ext cx="11157744" cy="4569619"/>
          </a:xfrm>
          <a:prstGeom prst="rect">
            <a:avLst/>
          </a:prstGeom>
        </p:spPr>
        <p:txBody>
          <a:bodyPr vert="horz" lIns="0" tIns="0" rIns="360000" bIns="0" rtlCol="0" anchor="t" anchorCtr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DD440FC-859D-4521-8908-A802F3E535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17351" y="6634666"/>
            <a:ext cx="849593" cy="123111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E4F9C00A-8AFB-47C9-A7D9-7909CE906E5E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8C6C66-9703-4B53-BAF2-1F89587F3C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8319" y="6634666"/>
            <a:ext cx="5469732" cy="12311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C2FAB54-E254-4FCB-BB98-1E4D5A6D0B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2099" y="6634666"/>
            <a:ext cx="193964" cy="123111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39EA0DE-CCA1-4795-BE19-74C50E90E6A6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10272FF-60F7-4AF4-9CD6-0A04080EA9B4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94ED806-CB19-40CC-A79A-590CC1E2001C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4AAF1C65-9B2D-4CC2-AC17-D265DC4D733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1A82F2D7-59C8-4661-B851-DC008AA6297D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11FD6C4-2ACB-4F36-A3BA-68BAE793E096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779170BC-C4E0-4FC8-93EA-CB17C932729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6CF57888-5707-459D-94AC-235CE0EBEDD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503014F4-59EC-4961-A29D-259A33C423B3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BD8E14DC-3898-4BA1-91EA-46ADC917A58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61BB5C6B-8FE1-44A4-AE66-C1DB01AE301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B9991022-C87B-4402-BF68-CD3ED59D5D85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439873FE-8996-424A-94FE-EEEEC0A7B6C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A04C5416-0A35-4C8C-8975-2F5057F69C48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F9A881D-D6E0-4814-9AA3-AAF6697A620E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7ECA5DFD-01F8-49BC-9DE9-EE577F9B403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0348451A-09A8-4D76-AA86-13CB9E640770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324DF2EB-9047-4DDA-A12A-4BAC4962F78F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690A038D-AD14-4251-A0A9-22A5F6713B0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9E3D1027-C73A-4F88-AB8D-55680AB053E7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B6244944-3F97-4474-9D4A-3D31BFBC3DF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97182CE3-E874-4552-B5B3-4076C990890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DFE6B92B-AC01-4482-A6E7-400EF0E7F9ED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EC5B3E5-86C1-4027-A74F-789345DFA684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7B62256D-25C9-4899-8A3A-7970EB4706F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29A2699B-FFE8-4320-BD7A-68D214D9A58B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11A9EBBA-C118-4592-8B41-99FA797C19C4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45C123C4-4121-4372-95DF-DC232FC6A3E1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10C304B0-38F3-48B3-A23F-BE3EEAF774D6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EA609601-D94C-4D05-A7EF-EBA9D6ACA000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E2CEB042-C849-4BE4-A0F0-03828777E713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A58E387D-7C2C-4001-94B6-8372A7A1305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29EC0E69-66B7-4E97-B0AC-9CFA0DDEC604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sp>
        <p:nvSpPr>
          <p:cNvPr id="44" name="Freihandform: Form 43">
            <a:extLst>
              <a:ext uri="{FF2B5EF4-FFF2-40B4-BE49-F238E27FC236}">
                <a16:creationId xmlns:a16="http://schemas.microsoft.com/office/drawing/2014/main" id="{14D59EEC-E0BA-43F5-BBC0-E623BF3D0A64}"/>
              </a:ext>
            </a:extLst>
          </p:cNvPr>
          <p:cNvSpPr>
            <a:spLocks noChangeAspect="1"/>
          </p:cNvSpPr>
          <p:nvPr userDrawn="1"/>
        </p:nvSpPr>
        <p:spPr>
          <a:xfrm>
            <a:off x="10596063" y="299346"/>
            <a:ext cx="1080000" cy="412328"/>
          </a:xfrm>
          <a:custGeom>
            <a:avLst/>
            <a:gdLst>
              <a:gd name="connsiteX0" fmla="*/ 0 w 4797018"/>
              <a:gd name="connsiteY0" fmla="*/ 170736 h 1831428"/>
              <a:gd name="connsiteX1" fmla="*/ 92812 w 4797018"/>
              <a:gd name="connsiteY1" fmla="*/ 77924 h 1831428"/>
              <a:gd name="connsiteX2" fmla="*/ 92812 w 4797018"/>
              <a:gd name="connsiteY2" fmla="*/ 1763373 h 1831428"/>
              <a:gd name="connsiteX3" fmla="*/ 0 w 4797018"/>
              <a:gd name="connsiteY3" fmla="*/ 1763373 h 1831428"/>
              <a:gd name="connsiteX4" fmla="*/ 0 w 4797018"/>
              <a:gd name="connsiteY4" fmla="*/ 170736 h 1831428"/>
              <a:gd name="connsiteX5" fmla="*/ 278425 w 4797018"/>
              <a:gd name="connsiteY5" fmla="*/ 92812 h 1831428"/>
              <a:gd name="connsiteX6" fmla="*/ 1392136 w 4797018"/>
              <a:gd name="connsiteY6" fmla="*/ 92812 h 1831428"/>
              <a:gd name="connsiteX7" fmla="*/ 1392136 w 4797018"/>
              <a:gd name="connsiteY7" fmla="*/ 0 h 1831428"/>
              <a:gd name="connsiteX8" fmla="*/ 185614 w 4797018"/>
              <a:gd name="connsiteY8" fmla="*/ 0 h 1831428"/>
              <a:gd name="connsiteX9" fmla="*/ 185614 w 4797018"/>
              <a:gd name="connsiteY9" fmla="*/ 1113701 h 1831428"/>
              <a:gd name="connsiteX10" fmla="*/ 1210723 w 4797018"/>
              <a:gd name="connsiteY10" fmla="*/ 1113701 h 1831428"/>
              <a:gd name="connsiteX11" fmla="*/ 1210723 w 4797018"/>
              <a:gd name="connsiteY11" fmla="*/ 1020899 h 1831428"/>
              <a:gd name="connsiteX12" fmla="*/ 278425 w 4797018"/>
              <a:gd name="connsiteY12" fmla="*/ 1020899 h 1831428"/>
              <a:gd name="connsiteX13" fmla="*/ 278425 w 4797018"/>
              <a:gd name="connsiteY13" fmla="*/ 92812 h 1831428"/>
              <a:gd name="connsiteX14" fmla="*/ 1350464 w 4797018"/>
              <a:gd name="connsiteY14" fmla="*/ 835285 h 1831428"/>
              <a:gd name="connsiteX15" fmla="*/ 464048 w 4797018"/>
              <a:gd name="connsiteY15" fmla="*/ 835285 h 1831428"/>
              <a:gd name="connsiteX16" fmla="*/ 464048 w 4797018"/>
              <a:gd name="connsiteY16" fmla="*/ 464048 h 1831428"/>
              <a:gd name="connsiteX17" fmla="*/ 1222124 w 4797018"/>
              <a:gd name="connsiteY17" fmla="*/ 464048 h 1831428"/>
              <a:gd name="connsiteX18" fmla="*/ 1314926 w 4797018"/>
              <a:gd name="connsiteY18" fmla="*/ 371237 h 1831428"/>
              <a:gd name="connsiteX19" fmla="*/ 464048 w 4797018"/>
              <a:gd name="connsiteY19" fmla="*/ 371237 h 1831428"/>
              <a:gd name="connsiteX20" fmla="*/ 464048 w 4797018"/>
              <a:gd name="connsiteY20" fmla="*/ 278425 h 1831428"/>
              <a:gd name="connsiteX21" fmla="*/ 1392146 w 4797018"/>
              <a:gd name="connsiteY21" fmla="*/ 278425 h 1831428"/>
              <a:gd name="connsiteX22" fmla="*/ 1392146 w 4797018"/>
              <a:gd name="connsiteY22" fmla="*/ 185614 h 1831428"/>
              <a:gd name="connsiteX23" fmla="*/ 371237 w 4797018"/>
              <a:gd name="connsiteY23" fmla="*/ 185614 h 1831428"/>
              <a:gd name="connsiteX24" fmla="*/ 371237 w 4797018"/>
              <a:gd name="connsiteY24" fmla="*/ 928087 h 1831428"/>
              <a:gd name="connsiteX25" fmla="*/ 1258872 w 4797018"/>
              <a:gd name="connsiteY25" fmla="*/ 928087 h 1831428"/>
              <a:gd name="connsiteX26" fmla="*/ 1350464 w 4797018"/>
              <a:gd name="connsiteY26" fmla="*/ 835285 h 1831428"/>
              <a:gd name="connsiteX27" fmla="*/ 185614 w 4797018"/>
              <a:gd name="connsiteY27" fmla="*/ 1763373 h 1831428"/>
              <a:gd name="connsiteX28" fmla="*/ 278425 w 4797018"/>
              <a:gd name="connsiteY28" fmla="*/ 1763373 h 1831428"/>
              <a:gd name="connsiteX29" fmla="*/ 278425 w 4797018"/>
              <a:gd name="connsiteY29" fmla="*/ 1299324 h 1831428"/>
              <a:gd name="connsiteX30" fmla="*/ 371237 w 4797018"/>
              <a:gd name="connsiteY30" fmla="*/ 1299324 h 1831428"/>
              <a:gd name="connsiteX31" fmla="*/ 371237 w 4797018"/>
              <a:gd name="connsiteY31" fmla="*/ 1685449 h 1831428"/>
              <a:gd name="connsiteX32" fmla="*/ 464039 w 4797018"/>
              <a:gd name="connsiteY32" fmla="*/ 1592647 h 1831428"/>
              <a:gd name="connsiteX33" fmla="*/ 464039 w 4797018"/>
              <a:gd name="connsiteY33" fmla="*/ 1299324 h 1831428"/>
              <a:gd name="connsiteX34" fmla="*/ 1210723 w 4797018"/>
              <a:gd name="connsiteY34" fmla="*/ 1299324 h 1831428"/>
              <a:gd name="connsiteX35" fmla="*/ 1210723 w 4797018"/>
              <a:gd name="connsiteY35" fmla="*/ 1206522 h 1831428"/>
              <a:gd name="connsiteX36" fmla="*/ 185614 w 4797018"/>
              <a:gd name="connsiteY36" fmla="*/ 1206522 h 1831428"/>
              <a:gd name="connsiteX37" fmla="*/ 185614 w 4797018"/>
              <a:gd name="connsiteY37" fmla="*/ 1763373 h 1831428"/>
              <a:gd name="connsiteX38" fmla="*/ 4704207 w 4797018"/>
              <a:gd name="connsiteY38" fmla="*/ 0 h 1831428"/>
              <a:gd name="connsiteX39" fmla="*/ 4704207 w 4797018"/>
              <a:gd name="connsiteY39" fmla="*/ 1067314 h 1831428"/>
              <a:gd name="connsiteX40" fmla="*/ 4334837 w 4797018"/>
              <a:gd name="connsiteY40" fmla="*/ 1692688 h 1831428"/>
              <a:gd name="connsiteX41" fmla="*/ 4332742 w 4797018"/>
              <a:gd name="connsiteY41" fmla="*/ 1689954 h 1831428"/>
              <a:gd name="connsiteX42" fmla="*/ 4611405 w 4797018"/>
              <a:gd name="connsiteY42" fmla="*/ 1158564 h 1831428"/>
              <a:gd name="connsiteX43" fmla="*/ 4611405 w 4797018"/>
              <a:gd name="connsiteY43" fmla="*/ 0 h 1831428"/>
              <a:gd name="connsiteX44" fmla="*/ 4518594 w 4797018"/>
              <a:gd name="connsiteY44" fmla="*/ 0 h 1831428"/>
              <a:gd name="connsiteX45" fmla="*/ 4518594 w 4797018"/>
              <a:gd name="connsiteY45" fmla="*/ 1157021 h 1831428"/>
              <a:gd name="connsiteX46" fmla="*/ 3915337 w 4797018"/>
              <a:gd name="connsiteY46" fmla="*/ 1740170 h 1831428"/>
              <a:gd name="connsiteX47" fmla="*/ 3312081 w 4797018"/>
              <a:gd name="connsiteY47" fmla="*/ 1157021 h 1831428"/>
              <a:gd name="connsiteX48" fmla="*/ 3312081 w 4797018"/>
              <a:gd name="connsiteY48" fmla="*/ 77924 h 1831428"/>
              <a:gd name="connsiteX49" fmla="*/ 3219269 w 4797018"/>
              <a:gd name="connsiteY49" fmla="*/ 170736 h 1831428"/>
              <a:gd name="connsiteX50" fmla="*/ 3219269 w 4797018"/>
              <a:gd name="connsiteY50" fmla="*/ 1158564 h 1831428"/>
              <a:gd name="connsiteX51" fmla="*/ 3915337 w 4797018"/>
              <a:gd name="connsiteY51" fmla="*/ 1831429 h 1831428"/>
              <a:gd name="connsiteX52" fmla="*/ 4008139 w 4797018"/>
              <a:gd name="connsiteY52" fmla="*/ 1831429 h 1831428"/>
              <a:gd name="connsiteX53" fmla="*/ 4797019 w 4797018"/>
              <a:gd name="connsiteY53" fmla="*/ 1068667 h 1831428"/>
              <a:gd name="connsiteX54" fmla="*/ 4797019 w 4797018"/>
              <a:gd name="connsiteY54" fmla="*/ 0 h 1831428"/>
              <a:gd name="connsiteX55" fmla="*/ 4704207 w 4797018"/>
              <a:gd name="connsiteY55" fmla="*/ 0 h 1831428"/>
              <a:gd name="connsiteX56" fmla="*/ 3915328 w 4797018"/>
              <a:gd name="connsiteY56" fmla="*/ 1647358 h 1831428"/>
              <a:gd name="connsiteX57" fmla="*/ 4425773 w 4797018"/>
              <a:gd name="connsiteY57" fmla="*/ 1157021 h 1831428"/>
              <a:gd name="connsiteX58" fmla="*/ 4425782 w 4797018"/>
              <a:gd name="connsiteY58" fmla="*/ 1157021 h 1831428"/>
              <a:gd name="connsiteX59" fmla="*/ 4425782 w 4797018"/>
              <a:gd name="connsiteY59" fmla="*/ 77924 h 1831428"/>
              <a:gd name="connsiteX60" fmla="*/ 4332970 w 4797018"/>
              <a:gd name="connsiteY60" fmla="*/ 170736 h 1831428"/>
              <a:gd name="connsiteX61" fmla="*/ 4332970 w 4797018"/>
              <a:gd name="connsiteY61" fmla="*/ 1067305 h 1831428"/>
              <a:gd name="connsiteX62" fmla="*/ 4008130 w 4797018"/>
              <a:gd name="connsiteY62" fmla="*/ 1368933 h 1831428"/>
              <a:gd name="connsiteX63" fmla="*/ 3683298 w 4797018"/>
              <a:gd name="connsiteY63" fmla="*/ 1067305 h 1831428"/>
              <a:gd name="connsiteX64" fmla="*/ 3683289 w 4797018"/>
              <a:gd name="connsiteY64" fmla="*/ 0 h 1831428"/>
              <a:gd name="connsiteX65" fmla="*/ 3590487 w 4797018"/>
              <a:gd name="connsiteY65" fmla="*/ 0 h 1831428"/>
              <a:gd name="connsiteX66" fmla="*/ 3590487 w 4797018"/>
              <a:gd name="connsiteY66" fmla="*/ 1067305 h 1831428"/>
              <a:gd name="connsiteX67" fmla="*/ 4008130 w 4797018"/>
              <a:gd name="connsiteY67" fmla="*/ 1461745 h 1831428"/>
              <a:gd name="connsiteX68" fmla="*/ 4294699 w 4797018"/>
              <a:gd name="connsiteY68" fmla="*/ 1333129 h 1831428"/>
              <a:gd name="connsiteX69" fmla="*/ 4296785 w 4797018"/>
              <a:gd name="connsiteY69" fmla="*/ 1335862 h 1831428"/>
              <a:gd name="connsiteX70" fmla="*/ 3915328 w 4797018"/>
              <a:gd name="connsiteY70" fmla="*/ 1554556 h 1831428"/>
              <a:gd name="connsiteX71" fmla="*/ 3497742 w 4797018"/>
              <a:gd name="connsiteY71" fmla="*/ 1160116 h 1831428"/>
              <a:gd name="connsiteX72" fmla="*/ 3497685 w 4797018"/>
              <a:gd name="connsiteY72" fmla="*/ 1160116 h 1831428"/>
              <a:gd name="connsiteX73" fmla="*/ 3497685 w 4797018"/>
              <a:gd name="connsiteY73" fmla="*/ 0 h 1831428"/>
              <a:gd name="connsiteX74" fmla="*/ 3404873 w 4797018"/>
              <a:gd name="connsiteY74" fmla="*/ 0 h 1831428"/>
              <a:gd name="connsiteX75" fmla="*/ 3404873 w 4797018"/>
              <a:gd name="connsiteY75" fmla="*/ 1160107 h 1831428"/>
              <a:gd name="connsiteX76" fmla="*/ 3404921 w 4797018"/>
              <a:gd name="connsiteY76" fmla="*/ 1160107 h 1831428"/>
              <a:gd name="connsiteX77" fmla="*/ 3915328 w 4797018"/>
              <a:gd name="connsiteY77" fmla="*/ 1647358 h 1831428"/>
              <a:gd name="connsiteX78" fmla="*/ 1852984 w 4797018"/>
              <a:gd name="connsiteY78" fmla="*/ 1206522 h 1831428"/>
              <a:gd name="connsiteX79" fmla="*/ 1618288 w 4797018"/>
              <a:gd name="connsiteY79" fmla="*/ 1763373 h 1831428"/>
              <a:gd name="connsiteX80" fmla="*/ 1711119 w 4797018"/>
              <a:gd name="connsiteY80" fmla="*/ 1763363 h 1831428"/>
              <a:gd name="connsiteX81" fmla="*/ 1711100 w 4797018"/>
              <a:gd name="connsiteY81" fmla="*/ 1763373 h 1831428"/>
              <a:gd name="connsiteX82" fmla="*/ 1711119 w 4797018"/>
              <a:gd name="connsiteY82" fmla="*/ 1763373 h 1831428"/>
              <a:gd name="connsiteX83" fmla="*/ 1828448 w 4797018"/>
              <a:gd name="connsiteY83" fmla="*/ 1484948 h 1831428"/>
              <a:gd name="connsiteX84" fmla="*/ 2614774 w 4797018"/>
              <a:gd name="connsiteY84" fmla="*/ 1484948 h 1831428"/>
              <a:gd name="connsiteX85" fmla="*/ 2732018 w 4797018"/>
              <a:gd name="connsiteY85" fmla="*/ 1763373 h 1831428"/>
              <a:gd name="connsiteX86" fmla="*/ 2824820 w 4797018"/>
              <a:gd name="connsiteY86" fmla="*/ 1763373 h 1831428"/>
              <a:gd name="connsiteX87" fmla="*/ 2668515 w 4797018"/>
              <a:gd name="connsiteY87" fmla="*/ 1392136 h 1831428"/>
              <a:gd name="connsiteX88" fmla="*/ 1867567 w 4797018"/>
              <a:gd name="connsiteY88" fmla="*/ 1392136 h 1831428"/>
              <a:gd name="connsiteX89" fmla="*/ 1906676 w 4797018"/>
              <a:gd name="connsiteY89" fmla="*/ 1299324 h 1831428"/>
              <a:gd name="connsiteX90" fmla="*/ 2722236 w 4797018"/>
              <a:gd name="connsiteY90" fmla="*/ 1299324 h 1831428"/>
              <a:gd name="connsiteX91" fmla="*/ 2917632 w 4797018"/>
              <a:gd name="connsiteY91" fmla="*/ 1763373 h 1831428"/>
              <a:gd name="connsiteX92" fmla="*/ 3010443 w 4797018"/>
              <a:gd name="connsiteY92" fmla="*/ 1763373 h 1831428"/>
              <a:gd name="connsiteX93" fmla="*/ 2775976 w 4797018"/>
              <a:gd name="connsiteY93" fmla="*/ 1206522 h 1831428"/>
              <a:gd name="connsiteX94" fmla="*/ 1852984 w 4797018"/>
              <a:gd name="connsiteY94" fmla="*/ 1206522 h 1831428"/>
              <a:gd name="connsiteX95" fmla="*/ 1989544 w 4797018"/>
              <a:gd name="connsiteY95" fmla="*/ 0 h 1831428"/>
              <a:gd name="connsiteX96" fmla="*/ 1307459 w 4797018"/>
              <a:gd name="connsiteY96" fmla="*/ 1617898 h 1831428"/>
              <a:gd name="connsiteX97" fmla="*/ 1366533 w 4797018"/>
              <a:gd name="connsiteY97" fmla="*/ 1698098 h 1831428"/>
              <a:gd name="connsiteX98" fmla="*/ 2082356 w 4797018"/>
              <a:gd name="connsiteY98" fmla="*/ 0 h 1831428"/>
              <a:gd name="connsiteX99" fmla="*/ 1989544 w 4797018"/>
              <a:gd name="connsiteY99" fmla="*/ 0 h 1831428"/>
              <a:gd name="connsiteX100" fmla="*/ 2360771 w 4797018"/>
              <a:gd name="connsiteY100" fmla="*/ 0 h 1831428"/>
              <a:gd name="connsiteX101" fmla="*/ 3075708 w 4797018"/>
              <a:gd name="connsiteY101" fmla="*/ 1698098 h 1831428"/>
              <a:gd name="connsiteX102" fmla="*/ 3134639 w 4797018"/>
              <a:gd name="connsiteY102" fmla="*/ 1617898 h 1831428"/>
              <a:gd name="connsiteX103" fmla="*/ 2453592 w 4797018"/>
              <a:gd name="connsiteY103" fmla="*/ 0 h 1831428"/>
              <a:gd name="connsiteX104" fmla="*/ 2360771 w 4797018"/>
              <a:gd name="connsiteY104" fmla="*/ 0 h 1831428"/>
              <a:gd name="connsiteX105" fmla="*/ 1799101 w 4797018"/>
              <a:gd name="connsiteY105" fmla="*/ 1113711 h 1831428"/>
              <a:gd name="connsiteX106" fmla="*/ 1524610 w 4797018"/>
              <a:gd name="connsiteY106" fmla="*/ 1763373 h 1831428"/>
              <a:gd name="connsiteX107" fmla="*/ 1431798 w 4797018"/>
              <a:gd name="connsiteY107" fmla="*/ 1763373 h 1831428"/>
              <a:gd name="connsiteX108" fmla="*/ 2128761 w 4797018"/>
              <a:gd name="connsiteY108" fmla="*/ 110195 h 1831428"/>
              <a:gd name="connsiteX109" fmla="*/ 2512219 w 4797018"/>
              <a:gd name="connsiteY109" fmla="*/ 1020899 h 1831428"/>
              <a:gd name="connsiteX110" fmla="*/ 2605021 w 4797018"/>
              <a:gd name="connsiteY110" fmla="*/ 1020899 h 1831428"/>
              <a:gd name="connsiteX111" fmla="*/ 2175158 w 4797018"/>
              <a:gd name="connsiteY111" fmla="*/ 0 h 1831428"/>
              <a:gd name="connsiteX112" fmla="*/ 2267969 w 4797018"/>
              <a:gd name="connsiteY112" fmla="*/ 0 h 1831428"/>
              <a:gd name="connsiteX113" fmla="*/ 2736895 w 4797018"/>
              <a:gd name="connsiteY113" fmla="*/ 1113701 h 1831428"/>
              <a:gd name="connsiteX114" fmla="*/ 1799101 w 4797018"/>
              <a:gd name="connsiteY114" fmla="*/ 1113701 h 1831428"/>
              <a:gd name="connsiteX115" fmla="*/ 2221802 w 4797018"/>
              <a:gd name="connsiteY115" fmla="*/ 551602 h 1831428"/>
              <a:gd name="connsiteX116" fmla="*/ 2024015 w 4797018"/>
              <a:gd name="connsiteY116" fmla="*/ 1020899 h 1831428"/>
              <a:gd name="connsiteX117" fmla="*/ 2419398 w 4797018"/>
              <a:gd name="connsiteY117" fmla="*/ 1020899 h 1831428"/>
              <a:gd name="connsiteX118" fmla="*/ 2221802 w 4797018"/>
              <a:gd name="connsiteY118" fmla="*/ 551602 h 1831428"/>
              <a:gd name="connsiteX119" fmla="*/ 1838163 w 4797018"/>
              <a:gd name="connsiteY119" fmla="*/ 1020899 h 1831428"/>
              <a:gd name="connsiteX120" fmla="*/ 1931213 w 4797018"/>
              <a:gd name="connsiteY120" fmla="*/ 1020899 h 1831428"/>
              <a:gd name="connsiteX121" fmla="*/ 2175415 w 4797018"/>
              <a:gd name="connsiteY121" fmla="*/ 441436 h 1831428"/>
              <a:gd name="connsiteX122" fmla="*/ 2128942 w 4797018"/>
              <a:gd name="connsiteY122" fmla="*/ 331070 h 1831428"/>
              <a:gd name="connsiteX123" fmla="*/ 1838163 w 4797018"/>
              <a:gd name="connsiteY123" fmla="*/ 1020899 h 1831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4797018" h="183142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rgbClr val="04316A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659824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  <p:sldLayoutId id="2147483768" r:id="rId12"/>
    <p:sldLayoutId id="2147483769" r:id="rId13"/>
    <p:sldLayoutId id="2147483770" r:id="rId14"/>
    <p:sldLayoutId id="2147483771" r:id="rId15"/>
    <p:sldLayoutId id="2147483772" r:id="rId16"/>
    <p:sldLayoutId id="2147483773" r:id="rId17"/>
    <p:sldLayoutId id="2147483774" r:id="rId18"/>
    <p:sldLayoutId id="2147483775" r:id="rId19"/>
    <p:sldLayoutId id="2147483776" r:id="rId20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0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4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325">
          <p15:clr>
            <a:srgbClr val="F26B43"/>
          </p15:clr>
        </p15:guide>
        <p15:guide id="4" pos="7355">
          <p15:clr>
            <a:srgbClr val="F26B43"/>
          </p15:clr>
        </p15:guide>
        <p15:guide id="5" orient="horz" pos="187">
          <p15:clr>
            <a:srgbClr val="F26B43"/>
          </p15:clr>
        </p15:guide>
        <p15:guide id="6" orient="horz" pos="799">
          <p15:clr>
            <a:srgbClr val="F26B43"/>
          </p15:clr>
        </p15:guide>
        <p15:guide id="7" orient="horz" pos="1026">
          <p15:clr>
            <a:srgbClr val="F26B43"/>
          </p15:clr>
        </p15:guide>
        <p15:guide id="8" orient="horz" pos="3906">
          <p15:clr>
            <a:srgbClr val="F26B43"/>
          </p15:clr>
        </p15:guide>
        <p15:guide id="9" orient="horz" pos="4178">
          <p15:clr>
            <a:srgbClr val="F26B43"/>
          </p15:clr>
        </p15:guide>
        <p15:guide id="10" pos="3908">
          <p15:clr>
            <a:srgbClr val="F26B43"/>
          </p15:clr>
        </p15:guide>
        <p15:guide id="11" pos="377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8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17" Type="http://schemas.openxmlformats.org/officeDocument/2006/relationships/image" Target="../media/image19.png"/><Relationship Id="rId2" Type="http://schemas.openxmlformats.org/officeDocument/2006/relationships/image" Target="../media/image4.png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98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DBB9F9E-9CD9-8EAD-F85B-4F50CF09B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94168-1D2E-414B-9AFB-B7BB2EA3568F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AE2C846-01D1-6B5A-2399-D925B8883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BD52649-CF9D-8015-470E-BBA2EDC90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1</a:t>
            </a:fld>
            <a:endParaRPr lang="de-DE"/>
          </a:p>
        </p:txBody>
      </p:sp>
      <p:pic>
        <p:nvPicPr>
          <p:cNvPr id="11" name="Bildplatzhalter 10" descr="Ein Bild, das weiß, Design enthält.&#10;&#10;Automatisch generierte Beschreibung">
            <a:extLst>
              <a:ext uri="{FF2B5EF4-FFF2-40B4-BE49-F238E27FC236}">
                <a16:creationId xmlns:a16="http://schemas.microsoft.com/office/drawing/2014/main" id="{4CB48B15-06E7-2F6F-4BE1-F4791463321A}"/>
              </a:ext>
            </a:extLst>
          </p:cNvPr>
          <p:cNvPicPr>
            <a:picLocks noGrp="1" noChangeAspect="1"/>
          </p:cNvPicPr>
          <p:nvPr>
            <p:ph type="pic" sz="quarter" idx="38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76" b="26176"/>
          <a:stretch>
            <a:fillRect/>
          </a:stretch>
        </p:blipFill>
        <p:spPr/>
      </p:pic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EC7FE2EA-DD36-9086-1575-51F1E685D9E7}"/>
              </a:ext>
            </a:extLst>
          </p:cNvPr>
          <p:cNvGrpSpPr/>
          <p:nvPr/>
        </p:nvGrpSpPr>
        <p:grpSpPr>
          <a:xfrm>
            <a:off x="2450432" y="2452182"/>
            <a:ext cx="5760000" cy="1953637"/>
            <a:chOff x="2450432" y="2452182"/>
            <a:chExt cx="5760000" cy="1953637"/>
          </a:xfrm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5E112AAB-065E-EF15-FB8A-5E0D9645106D}"/>
                </a:ext>
              </a:extLst>
            </p:cNvPr>
            <p:cNvSpPr/>
            <p:nvPr/>
          </p:nvSpPr>
          <p:spPr>
            <a:xfrm>
              <a:off x="2450432" y="2452182"/>
              <a:ext cx="5760000" cy="19536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180000" rtlCol="0" anchor="ctr"/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grpSp>
          <p:nvGrpSpPr>
            <p:cNvPr id="21" name="Gruppieren 20">
              <a:extLst>
                <a:ext uri="{FF2B5EF4-FFF2-40B4-BE49-F238E27FC236}">
                  <a16:creationId xmlns:a16="http://schemas.microsoft.com/office/drawing/2014/main" id="{BFBEF07F-3ED8-951B-64DC-526F9BB661AC}"/>
                </a:ext>
              </a:extLst>
            </p:cNvPr>
            <p:cNvGrpSpPr/>
            <p:nvPr/>
          </p:nvGrpSpPr>
          <p:grpSpPr>
            <a:xfrm>
              <a:off x="2982135" y="2452182"/>
              <a:ext cx="4696595" cy="1953637"/>
              <a:chOff x="2986353" y="2582578"/>
              <a:chExt cx="4696595" cy="1953637"/>
            </a:xfrm>
          </p:grpSpPr>
          <p:grpSp>
            <p:nvGrpSpPr>
              <p:cNvPr id="7" name="Gruppieren 6">
                <a:extLst>
                  <a:ext uri="{FF2B5EF4-FFF2-40B4-BE49-F238E27FC236}">
                    <a16:creationId xmlns:a16="http://schemas.microsoft.com/office/drawing/2014/main" id="{FE46B911-14F6-26AA-61A0-90146FE5B034}"/>
                  </a:ext>
                </a:extLst>
              </p:cNvPr>
              <p:cNvGrpSpPr/>
              <p:nvPr/>
            </p:nvGrpSpPr>
            <p:grpSpPr>
              <a:xfrm>
                <a:off x="2986353" y="3123229"/>
                <a:ext cx="2016001" cy="872335"/>
                <a:chOff x="1234108" y="3686012"/>
                <a:chExt cx="2016001" cy="872335"/>
              </a:xfrm>
            </p:grpSpPr>
            <p:pic>
              <p:nvPicPr>
                <p:cNvPr id="2" name="Grafik 1">
                  <a:extLst>
                    <a:ext uri="{FF2B5EF4-FFF2-40B4-BE49-F238E27FC236}">
                      <a16:creationId xmlns:a16="http://schemas.microsoft.com/office/drawing/2014/main" id="{4623647B-C603-20CE-2A06-F38AFD12B65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3585" t="54708" r="178" b="10759"/>
                <a:stretch/>
              </p:blipFill>
              <p:spPr>
                <a:xfrm>
                  <a:off x="1234109" y="4143211"/>
                  <a:ext cx="2016000" cy="415136"/>
                </a:xfrm>
                <a:prstGeom prst="rect">
                  <a:avLst/>
                </a:prstGeom>
              </p:spPr>
            </p:pic>
            <p:pic>
              <p:nvPicPr>
                <p:cNvPr id="12" name="Grafik 11">
                  <a:extLst>
                    <a:ext uri="{FF2B5EF4-FFF2-40B4-BE49-F238E27FC236}">
                      <a16:creationId xmlns:a16="http://schemas.microsoft.com/office/drawing/2014/main" id="{265F99F2-DF64-78F7-ACBB-384881CD952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19491" t="9447" r="22711" b="70398"/>
                <a:stretch/>
              </p:blipFill>
              <p:spPr>
                <a:xfrm>
                  <a:off x="1234108" y="3686012"/>
                  <a:ext cx="1224000" cy="244941"/>
                </a:xfrm>
                <a:prstGeom prst="rect">
                  <a:avLst/>
                </a:prstGeom>
              </p:spPr>
            </p:pic>
          </p:grpSp>
          <p:pic>
            <p:nvPicPr>
              <p:cNvPr id="20" name="Grafik 19" descr="Ein Bild, das Text, Reihe, Diagramm, parallel enthält.&#10;&#10;Automatisch generierte Beschreibung">
                <a:extLst>
                  <a:ext uri="{FF2B5EF4-FFF2-40B4-BE49-F238E27FC236}">
                    <a16:creationId xmlns:a16="http://schemas.microsoft.com/office/drawing/2014/main" id="{2985604C-D275-2693-30B5-61C65CF62DD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922" t="9469" r="7884"/>
              <a:stretch/>
            </p:blipFill>
            <p:spPr>
              <a:xfrm>
                <a:off x="5208104" y="2582578"/>
                <a:ext cx="2474844" cy="1953637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8447640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6">
            <a:extLst>
              <a:ext uri="{FF2B5EF4-FFF2-40B4-BE49-F238E27FC236}">
                <a16:creationId xmlns:a16="http://schemas.microsoft.com/office/drawing/2014/main" id="{A67112EB-8770-760D-D257-860FD98ADED8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/>
        <p:txBody>
          <a:bodyPr/>
          <a:lstStyle/>
          <a:p>
            <a:endParaRPr lang="en-GB"/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077DC152-99F0-8AEE-73F4-65D04FC959AA}"/>
              </a:ext>
            </a:extLst>
          </p:cNvPr>
          <p:cNvGrpSpPr/>
          <p:nvPr/>
        </p:nvGrpSpPr>
        <p:grpSpPr>
          <a:xfrm>
            <a:off x="608350" y="1621726"/>
            <a:ext cx="5760000" cy="2660073"/>
            <a:chOff x="608350" y="1621726"/>
            <a:chExt cx="5760000" cy="2660073"/>
          </a:xfrm>
        </p:grpSpPr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A3F78FA1-61CB-5863-BA79-0AEBEA898B7F}"/>
                </a:ext>
              </a:extLst>
            </p:cNvPr>
            <p:cNvSpPr/>
            <p:nvPr/>
          </p:nvSpPr>
          <p:spPr>
            <a:xfrm>
              <a:off x="608350" y="1621726"/>
              <a:ext cx="5760000" cy="266007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180000" rtlCol="0" anchor="ctr"/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16A3DC4D-CF50-0CA6-40A8-C44E7E0005A5}"/>
                </a:ext>
              </a:extLst>
            </p:cNvPr>
            <p:cNvGrpSpPr/>
            <p:nvPr/>
          </p:nvGrpSpPr>
          <p:grpSpPr>
            <a:xfrm>
              <a:off x="760748" y="1892611"/>
              <a:ext cx="3901309" cy="2376587"/>
              <a:chOff x="3515528" y="2330761"/>
              <a:chExt cx="3901309" cy="2376587"/>
            </a:xfrm>
          </p:grpSpPr>
          <p:sp>
            <p:nvSpPr>
              <p:cNvPr id="129" name="Rechteck: abgerundete Ecken 128">
                <a:extLst>
                  <a:ext uri="{FF2B5EF4-FFF2-40B4-BE49-F238E27FC236}">
                    <a16:creationId xmlns:a16="http://schemas.microsoft.com/office/drawing/2014/main" id="{21DF9058-E888-125F-B79E-800BA8C8F59D}"/>
                  </a:ext>
                </a:extLst>
              </p:cNvPr>
              <p:cNvSpPr/>
              <p:nvPr/>
            </p:nvSpPr>
            <p:spPr>
              <a:xfrm>
                <a:off x="3943350" y="2653926"/>
                <a:ext cx="3060290" cy="172390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80000" tIns="180000" rIns="180000" bIns="180000" rtlCol="0" anchor="ctr"/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endParaRPr kumimoji="0" lang="en-GB" sz="16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grpSp>
            <p:nvGrpSpPr>
              <p:cNvPr id="130" name="Gruppieren 129">
                <a:extLst>
                  <a:ext uri="{FF2B5EF4-FFF2-40B4-BE49-F238E27FC236}">
                    <a16:creationId xmlns:a16="http://schemas.microsoft.com/office/drawing/2014/main" id="{DDA2919F-4E86-F6B1-7BA8-993A03E48E56}"/>
                  </a:ext>
                </a:extLst>
              </p:cNvPr>
              <p:cNvGrpSpPr/>
              <p:nvPr/>
            </p:nvGrpSpPr>
            <p:grpSpPr>
              <a:xfrm>
                <a:off x="3515528" y="2330761"/>
                <a:ext cx="3901309" cy="2376587"/>
                <a:chOff x="2682176" y="2248531"/>
                <a:chExt cx="3901309" cy="2376587"/>
              </a:xfrm>
            </p:grpSpPr>
            <p:sp>
              <p:nvSpPr>
                <p:cNvPr id="17" name="Rechteck: abgerundete Ecken 16">
                  <a:extLst>
                    <a:ext uri="{FF2B5EF4-FFF2-40B4-BE49-F238E27FC236}">
                      <a16:creationId xmlns:a16="http://schemas.microsoft.com/office/drawing/2014/main" id="{7E94D328-FC7B-0E15-668B-862ED9057B45}"/>
                    </a:ext>
                  </a:extLst>
                </p:cNvPr>
                <p:cNvSpPr/>
                <p:nvPr/>
              </p:nvSpPr>
              <p:spPr>
                <a:xfrm>
                  <a:off x="5116982" y="3699472"/>
                  <a:ext cx="360000" cy="180000"/>
                </a:xfrm>
                <a:prstGeom prst="roundRect">
                  <a:avLst/>
                </a:prstGeom>
                <a:solidFill>
                  <a:schemeClr val="accent5">
                    <a:lumMod val="9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l-GR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σ</a:t>
                  </a:r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19" name="Rechteck: abgerundete Ecken 18">
                  <a:extLst>
                    <a:ext uri="{FF2B5EF4-FFF2-40B4-BE49-F238E27FC236}">
                      <a16:creationId xmlns:a16="http://schemas.microsoft.com/office/drawing/2014/main" id="{8703DD98-12FE-7F5E-465B-775896C315A6}"/>
                    </a:ext>
                  </a:extLst>
                </p:cNvPr>
                <p:cNvSpPr/>
                <p:nvPr/>
              </p:nvSpPr>
              <p:spPr>
                <a:xfrm>
                  <a:off x="3450643" y="3699472"/>
                  <a:ext cx="360000" cy="180000"/>
                </a:xfrm>
                <a:prstGeom prst="roundRect">
                  <a:avLst/>
                </a:prstGeom>
                <a:solidFill>
                  <a:schemeClr val="accent5">
                    <a:lumMod val="9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l-GR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σ</a:t>
                  </a:r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21" name="Rechteck: abgerundete Ecken 20">
                  <a:extLst>
                    <a:ext uri="{FF2B5EF4-FFF2-40B4-BE49-F238E27FC236}">
                      <a16:creationId xmlns:a16="http://schemas.microsoft.com/office/drawing/2014/main" id="{1C8DD816-6DE0-F185-CC9F-7C7533331018}"/>
                    </a:ext>
                  </a:extLst>
                </p:cNvPr>
                <p:cNvSpPr/>
                <p:nvPr/>
              </p:nvSpPr>
              <p:spPr>
                <a:xfrm>
                  <a:off x="4557848" y="3699472"/>
                  <a:ext cx="360000" cy="180000"/>
                </a:xfrm>
                <a:prstGeom prst="round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de-DE" sz="10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tanh</a:t>
                  </a:r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22" name="Ellipse 21">
                  <a:extLst>
                    <a:ext uri="{FF2B5EF4-FFF2-40B4-BE49-F238E27FC236}">
                      <a16:creationId xmlns:a16="http://schemas.microsoft.com/office/drawing/2014/main" id="{42A196EC-515E-9FEC-89F9-DEBAF20FD113}"/>
                    </a:ext>
                  </a:extLst>
                </p:cNvPr>
                <p:cNvSpPr/>
                <p:nvPr/>
              </p:nvSpPr>
              <p:spPr>
                <a:xfrm>
                  <a:off x="4629848" y="2628851"/>
                  <a:ext cx="216000" cy="216000"/>
                </a:xfrm>
                <a:prstGeom prst="ellipse">
                  <a:avLst/>
                </a:prstGeom>
                <a:solidFill>
                  <a:schemeClr val="bg2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+</a:t>
                  </a:r>
                </a:p>
              </p:txBody>
            </p:sp>
            <p:sp>
              <p:nvSpPr>
                <p:cNvPr id="24" name="Ellipse 23">
                  <a:extLst>
                    <a:ext uri="{FF2B5EF4-FFF2-40B4-BE49-F238E27FC236}">
                      <a16:creationId xmlns:a16="http://schemas.microsoft.com/office/drawing/2014/main" id="{11D6AFCC-A25F-D662-5217-C9A6CC0B78A2}"/>
                    </a:ext>
                  </a:extLst>
                </p:cNvPr>
                <p:cNvSpPr/>
                <p:nvPr/>
              </p:nvSpPr>
              <p:spPr>
                <a:xfrm rot="2700000">
                  <a:off x="3522643" y="2628851"/>
                  <a:ext cx="216000" cy="216000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lang="en-GB" sz="1600" dirty="0">
                      <a:solidFill>
                        <a:schemeClr val="tx1"/>
                      </a:solidFill>
                      <a:latin typeface="Arial"/>
                    </a:rPr>
                    <a:t>+</a:t>
                  </a: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cxnSp>
              <p:nvCxnSpPr>
                <p:cNvPr id="3" name="Gerade Verbindung mit Pfeil 2">
                  <a:extLst>
                    <a:ext uri="{FF2B5EF4-FFF2-40B4-BE49-F238E27FC236}">
                      <a16:creationId xmlns:a16="http://schemas.microsoft.com/office/drawing/2014/main" id="{611DEA82-7F10-C459-1DEC-1F3EF923A3A4}"/>
                    </a:ext>
                  </a:extLst>
                </p:cNvPr>
                <p:cNvCxnSpPr>
                  <a:cxnSpLocks/>
                  <a:endCxn id="24" idx="3"/>
                </p:cNvCxnSpPr>
                <p:nvPr/>
              </p:nvCxnSpPr>
              <p:spPr>
                <a:xfrm>
                  <a:off x="2987412" y="2733677"/>
                  <a:ext cx="535230" cy="3174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" name="Gerade Verbindung mit Pfeil 3">
                  <a:extLst>
                    <a:ext uri="{FF2B5EF4-FFF2-40B4-BE49-F238E27FC236}">
                      <a16:creationId xmlns:a16="http://schemas.microsoft.com/office/drawing/2014/main" id="{853C482A-9510-14BE-FBF8-74286D56ECD2}"/>
                    </a:ext>
                  </a:extLst>
                </p:cNvPr>
                <p:cNvCxnSpPr>
                  <a:cxnSpLocks/>
                  <a:stCxn id="24" idx="7"/>
                  <a:endCxn id="22" idx="2"/>
                </p:cNvCxnSpPr>
                <p:nvPr/>
              </p:nvCxnSpPr>
              <p:spPr>
                <a:xfrm>
                  <a:off x="3738644" y="2736851"/>
                  <a:ext cx="891204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" name="Gerade Verbindung mit Pfeil 4">
                  <a:extLst>
                    <a:ext uri="{FF2B5EF4-FFF2-40B4-BE49-F238E27FC236}">
                      <a16:creationId xmlns:a16="http://schemas.microsoft.com/office/drawing/2014/main" id="{867A1368-5AB8-4D19-EFAD-87AB088C1C9D}"/>
                    </a:ext>
                  </a:extLst>
                </p:cNvPr>
                <p:cNvCxnSpPr>
                  <a:cxnSpLocks/>
                  <a:stCxn id="22" idx="6"/>
                </p:cNvCxnSpPr>
                <p:nvPr/>
              </p:nvCxnSpPr>
              <p:spPr>
                <a:xfrm>
                  <a:off x="4845848" y="2736851"/>
                  <a:ext cx="1483515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Gerade Verbindung mit Pfeil 5">
                  <a:extLst>
                    <a:ext uri="{FF2B5EF4-FFF2-40B4-BE49-F238E27FC236}">
                      <a16:creationId xmlns:a16="http://schemas.microsoft.com/office/drawing/2014/main" id="{42C85E30-FBE3-D4BD-5481-92633C2D3E46}"/>
                    </a:ext>
                  </a:extLst>
                </p:cNvPr>
                <p:cNvCxnSpPr>
                  <a:cxnSpLocks/>
                  <a:stCxn id="19" idx="0"/>
                  <a:endCxn id="24" idx="5"/>
                </p:cNvCxnSpPr>
                <p:nvPr/>
              </p:nvCxnSpPr>
              <p:spPr>
                <a:xfrm flipV="1">
                  <a:off x="3630643" y="2844852"/>
                  <a:ext cx="0" cy="85462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Gerade Verbindung mit Pfeil 12">
                  <a:extLst>
                    <a:ext uri="{FF2B5EF4-FFF2-40B4-BE49-F238E27FC236}">
                      <a16:creationId xmlns:a16="http://schemas.microsoft.com/office/drawing/2014/main" id="{C0D5C321-2A14-C544-FA65-6641DCBE452D}"/>
                    </a:ext>
                  </a:extLst>
                </p:cNvPr>
                <p:cNvCxnSpPr>
                  <a:cxnSpLocks/>
                  <a:stCxn id="78" idx="4"/>
                </p:cNvCxnSpPr>
                <p:nvPr/>
              </p:nvCxnSpPr>
              <p:spPr>
                <a:xfrm flipV="1">
                  <a:off x="3629840" y="3879472"/>
                  <a:ext cx="803" cy="260201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Verbinder: gewinkelt 25">
                  <a:extLst>
                    <a:ext uri="{FF2B5EF4-FFF2-40B4-BE49-F238E27FC236}">
                      <a16:creationId xmlns:a16="http://schemas.microsoft.com/office/drawing/2014/main" id="{D5009DC5-5AA5-6659-03E3-F5EF2140FD58}"/>
                    </a:ext>
                  </a:extLst>
                </p:cNvPr>
                <p:cNvCxnSpPr>
                  <a:cxnSpLocks/>
                  <a:endCxn id="17" idx="2"/>
                </p:cNvCxnSpPr>
                <p:nvPr/>
              </p:nvCxnSpPr>
              <p:spPr>
                <a:xfrm flipV="1">
                  <a:off x="3016098" y="3879472"/>
                  <a:ext cx="2280884" cy="242201"/>
                </a:xfrm>
                <a:prstGeom prst="bentConnector2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7" name="Rechteck: abgerundete Ecken 26">
                  <a:extLst>
                    <a:ext uri="{FF2B5EF4-FFF2-40B4-BE49-F238E27FC236}">
                      <a16:creationId xmlns:a16="http://schemas.microsoft.com/office/drawing/2014/main" id="{D26129F8-EEE0-2BE5-B9EA-CEE3D5F52839}"/>
                    </a:ext>
                  </a:extLst>
                </p:cNvPr>
                <p:cNvSpPr/>
                <p:nvPr/>
              </p:nvSpPr>
              <p:spPr>
                <a:xfrm>
                  <a:off x="4006089" y="3699472"/>
                  <a:ext cx="360000" cy="180000"/>
                </a:xfrm>
                <a:prstGeom prst="roundRect">
                  <a:avLst/>
                </a:prstGeom>
                <a:solidFill>
                  <a:schemeClr val="accent5">
                    <a:lumMod val="9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l-GR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σ</a:t>
                  </a:r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cxnSp>
              <p:nvCxnSpPr>
                <p:cNvPr id="28" name="Gerade Verbindung mit Pfeil 27">
                  <a:extLst>
                    <a:ext uri="{FF2B5EF4-FFF2-40B4-BE49-F238E27FC236}">
                      <a16:creationId xmlns:a16="http://schemas.microsoft.com/office/drawing/2014/main" id="{4C50CD2D-AA9F-061A-005E-D2A703930CF9}"/>
                    </a:ext>
                  </a:extLst>
                </p:cNvPr>
                <p:cNvCxnSpPr>
                  <a:cxnSpLocks/>
                  <a:stCxn id="79" idx="0"/>
                </p:cNvCxnSpPr>
                <p:nvPr/>
              </p:nvCxnSpPr>
              <p:spPr>
                <a:xfrm flipV="1">
                  <a:off x="4185285" y="3879472"/>
                  <a:ext cx="804" cy="224201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Gerade Verbindung mit Pfeil 28">
                  <a:extLst>
                    <a:ext uri="{FF2B5EF4-FFF2-40B4-BE49-F238E27FC236}">
                      <a16:creationId xmlns:a16="http://schemas.microsoft.com/office/drawing/2014/main" id="{D1BBCF9A-3B4F-2428-5094-75E333663C95}"/>
                    </a:ext>
                  </a:extLst>
                </p:cNvPr>
                <p:cNvCxnSpPr>
                  <a:cxnSpLocks/>
                  <a:stCxn id="80" idx="0"/>
                </p:cNvCxnSpPr>
                <p:nvPr/>
              </p:nvCxnSpPr>
              <p:spPr>
                <a:xfrm flipV="1">
                  <a:off x="4740730" y="3879472"/>
                  <a:ext cx="805" cy="224201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Ellipse 30">
                  <a:extLst>
                    <a:ext uri="{FF2B5EF4-FFF2-40B4-BE49-F238E27FC236}">
                      <a16:creationId xmlns:a16="http://schemas.microsoft.com/office/drawing/2014/main" id="{602A8314-3916-6222-3930-28C4D4A2BFB4}"/>
                    </a:ext>
                  </a:extLst>
                </p:cNvPr>
                <p:cNvSpPr/>
                <p:nvPr/>
              </p:nvSpPr>
              <p:spPr>
                <a:xfrm rot="2700000">
                  <a:off x="4629848" y="3307683"/>
                  <a:ext cx="216000" cy="216000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+</a:t>
                  </a:r>
                </a:p>
              </p:txBody>
            </p:sp>
            <p:sp>
              <p:nvSpPr>
                <p:cNvPr id="32" name="Ellipse 31">
                  <a:extLst>
                    <a:ext uri="{FF2B5EF4-FFF2-40B4-BE49-F238E27FC236}">
                      <a16:creationId xmlns:a16="http://schemas.microsoft.com/office/drawing/2014/main" id="{CFC146FE-A647-CB8A-F642-22A0BEC2DA11}"/>
                    </a:ext>
                  </a:extLst>
                </p:cNvPr>
                <p:cNvSpPr/>
                <p:nvPr/>
              </p:nvSpPr>
              <p:spPr>
                <a:xfrm rot="2700000">
                  <a:off x="5542378" y="3307683"/>
                  <a:ext cx="216000" cy="216000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+</a:t>
                  </a:r>
                </a:p>
              </p:txBody>
            </p:sp>
            <p:sp>
              <p:nvSpPr>
                <p:cNvPr id="33" name="Rechteck: abgerundete Ecken 32">
                  <a:extLst>
                    <a:ext uri="{FF2B5EF4-FFF2-40B4-BE49-F238E27FC236}">
                      <a16:creationId xmlns:a16="http://schemas.microsoft.com/office/drawing/2014/main" id="{E9583D37-6A40-41E8-0308-2F03FD199CD8}"/>
                    </a:ext>
                  </a:extLst>
                </p:cNvPr>
                <p:cNvSpPr/>
                <p:nvPr/>
              </p:nvSpPr>
              <p:spPr>
                <a:xfrm>
                  <a:off x="5468771" y="2935413"/>
                  <a:ext cx="360000" cy="180000"/>
                </a:xfrm>
                <a:prstGeom prst="round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de-DE" sz="10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tanh</a:t>
                  </a:r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cxnSp>
              <p:nvCxnSpPr>
                <p:cNvPr id="37" name="Gerader Verbinder 36">
                  <a:extLst>
                    <a:ext uri="{FF2B5EF4-FFF2-40B4-BE49-F238E27FC236}">
                      <a16:creationId xmlns:a16="http://schemas.microsoft.com/office/drawing/2014/main" id="{632FCC0F-74B2-4B46-473D-E315482002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95657" y="4127266"/>
                  <a:ext cx="0" cy="19231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Gerade Verbindung mit Pfeil 40">
                  <a:extLst>
                    <a:ext uri="{FF2B5EF4-FFF2-40B4-BE49-F238E27FC236}">
                      <a16:creationId xmlns:a16="http://schemas.microsoft.com/office/drawing/2014/main" id="{6CCD41FA-0B1A-85C1-9185-CAFFD169D2F2}"/>
                    </a:ext>
                  </a:extLst>
                </p:cNvPr>
                <p:cNvCxnSpPr>
                  <a:cxnSpLocks/>
                  <a:stCxn id="21" idx="0"/>
                  <a:endCxn id="31" idx="5"/>
                </p:cNvCxnSpPr>
                <p:nvPr/>
              </p:nvCxnSpPr>
              <p:spPr>
                <a:xfrm flipV="1">
                  <a:off x="4737848" y="3523684"/>
                  <a:ext cx="0" cy="175788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Verbinder: gewinkelt 46">
                  <a:extLst>
                    <a:ext uri="{FF2B5EF4-FFF2-40B4-BE49-F238E27FC236}">
                      <a16:creationId xmlns:a16="http://schemas.microsoft.com/office/drawing/2014/main" id="{490DCF84-EE92-00B7-3693-4028DCDF917C}"/>
                    </a:ext>
                  </a:extLst>
                </p:cNvPr>
                <p:cNvCxnSpPr>
                  <a:cxnSpLocks/>
                  <a:stCxn id="27" idx="0"/>
                  <a:endCxn id="31" idx="3"/>
                </p:cNvCxnSpPr>
                <p:nvPr/>
              </p:nvCxnSpPr>
              <p:spPr>
                <a:xfrm rot="5400000" flipH="1" flipV="1">
                  <a:off x="4266074" y="3335699"/>
                  <a:ext cx="283789" cy="443758"/>
                </a:xfrm>
                <a:prstGeom prst="bentConnector2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Verbinder: gewinkelt 49">
                  <a:extLst>
                    <a:ext uri="{FF2B5EF4-FFF2-40B4-BE49-F238E27FC236}">
                      <a16:creationId xmlns:a16="http://schemas.microsoft.com/office/drawing/2014/main" id="{102F7667-DA69-1EBC-A89C-1FFFC7A32E62}"/>
                    </a:ext>
                  </a:extLst>
                </p:cNvPr>
                <p:cNvCxnSpPr>
                  <a:cxnSpLocks/>
                  <a:stCxn id="17" idx="0"/>
                  <a:endCxn id="32" idx="3"/>
                </p:cNvCxnSpPr>
                <p:nvPr/>
              </p:nvCxnSpPr>
              <p:spPr>
                <a:xfrm rot="5400000" flipH="1" flipV="1">
                  <a:off x="5277785" y="3434881"/>
                  <a:ext cx="283789" cy="245395"/>
                </a:xfrm>
                <a:prstGeom prst="bentConnector2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Gerade Verbindung mit Pfeil 52">
                  <a:extLst>
                    <a:ext uri="{FF2B5EF4-FFF2-40B4-BE49-F238E27FC236}">
                      <a16:creationId xmlns:a16="http://schemas.microsoft.com/office/drawing/2014/main" id="{D5F24192-F307-ECFE-FF56-5917A7B2DB99}"/>
                    </a:ext>
                  </a:extLst>
                </p:cNvPr>
                <p:cNvCxnSpPr>
                  <a:cxnSpLocks/>
                  <a:stCxn id="33" idx="2"/>
                  <a:endCxn id="32" idx="1"/>
                </p:cNvCxnSpPr>
                <p:nvPr/>
              </p:nvCxnSpPr>
              <p:spPr>
                <a:xfrm>
                  <a:off x="5648771" y="3115413"/>
                  <a:ext cx="1607" cy="192269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Gerade Verbindung mit Pfeil 55">
                  <a:extLst>
                    <a:ext uri="{FF2B5EF4-FFF2-40B4-BE49-F238E27FC236}">
                      <a16:creationId xmlns:a16="http://schemas.microsoft.com/office/drawing/2014/main" id="{D4AA1698-3319-29BE-EDC7-A6A1CD933BBA}"/>
                    </a:ext>
                  </a:extLst>
                </p:cNvPr>
                <p:cNvCxnSpPr>
                  <a:cxnSpLocks/>
                  <a:endCxn id="33" idx="0"/>
                </p:cNvCxnSpPr>
                <p:nvPr/>
              </p:nvCxnSpPr>
              <p:spPr>
                <a:xfrm>
                  <a:off x="5648771" y="2736851"/>
                  <a:ext cx="0" cy="198562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Gerade Verbindung mit Pfeil 62">
                  <a:extLst>
                    <a:ext uri="{FF2B5EF4-FFF2-40B4-BE49-F238E27FC236}">
                      <a16:creationId xmlns:a16="http://schemas.microsoft.com/office/drawing/2014/main" id="{8433359F-73D2-0F27-38A6-94FA552B8E69}"/>
                    </a:ext>
                  </a:extLst>
                </p:cNvPr>
                <p:cNvCxnSpPr>
                  <a:cxnSpLocks/>
                  <a:stCxn id="31" idx="1"/>
                  <a:endCxn id="22" idx="4"/>
                </p:cNvCxnSpPr>
                <p:nvPr/>
              </p:nvCxnSpPr>
              <p:spPr>
                <a:xfrm flipV="1">
                  <a:off x="4737848" y="2844851"/>
                  <a:ext cx="0" cy="462831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5" name="Gerade Verbindung mit Pfeil 74">
                  <a:extLst>
                    <a:ext uri="{FF2B5EF4-FFF2-40B4-BE49-F238E27FC236}">
                      <a16:creationId xmlns:a16="http://schemas.microsoft.com/office/drawing/2014/main" id="{B4D9F25F-D512-36D7-683E-58E69325ED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45684" y="2420361"/>
                  <a:ext cx="0" cy="280574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Gerader Verbinder 75">
                  <a:extLst>
                    <a:ext uri="{FF2B5EF4-FFF2-40B4-BE49-F238E27FC236}">
                      <a16:creationId xmlns:a16="http://schemas.microsoft.com/office/drawing/2014/main" id="{8A8B1A15-3569-58A8-024D-31D55037860F}"/>
                    </a:ext>
                  </a:extLst>
                </p:cNvPr>
                <p:cNvCxnSpPr>
                  <a:cxnSpLocks/>
                  <a:endCxn id="81" idx="0"/>
                </p:cNvCxnSpPr>
                <p:nvPr/>
              </p:nvCxnSpPr>
              <p:spPr>
                <a:xfrm>
                  <a:off x="5945684" y="2692404"/>
                  <a:ext cx="0" cy="1411269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8" name="Ellipse 77">
                  <a:extLst>
                    <a:ext uri="{FF2B5EF4-FFF2-40B4-BE49-F238E27FC236}">
                      <a16:creationId xmlns:a16="http://schemas.microsoft.com/office/drawing/2014/main" id="{E070E17E-708E-E423-55F1-94942911FFAD}"/>
                    </a:ext>
                  </a:extLst>
                </p:cNvPr>
                <p:cNvSpPr/>
                <p:nvPr/>
              </p:nvSpPr>
              <p:spPr>
                <a:xfrm>
                  <a:off x="3611840" y="4103673"/>
                  <a:ext cx="36000" cy="36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79" name="Ellipse 78">
                  <a:extLst>
                    <a:ext uri="{FF2B5EF4-FFF2-40B4-BE49-F238E27FC236}">
                      <a16:creationId xmlns:a16="http://schemas.microsoft.com/office/drawing/2014/main" id="{B9B0DF64-5110-0452-1EC0-1B01C1177938}"/>
                    </a:ext>
                  </a:extLst>
                </p:cNvPr>
                <p:cNvSpPr/>
                <p:nvPr/>
              </p:nvSpPr>
              <p:spPr>
                <a:xfrm>
                  <a:off x="4167285" y="4103673"/>
                  <a:ext cx="36000" cy="36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80" name="Ellipse 79">
                  <a:extLst>
                    <a:ext uri="{FF2B5EF4-FFF2-40B4-BE49-F238E27FC236}">
                      <a16:creationId xmlns:a16="http://schemas.microsoft.com/office/drawing/2014/main" id="{49A26CF1-3E01-44CE-BE33-78132B838C3A}"/>
                    </a:ext>
                  </a:extLst>
                </p:cNvPr>
                <p:cNvSpPr/>
                <p:nvPr/>
              </p:nvSpPr>
              <p:spPr>
                <a:xfrm>
                  <a:off x="4722730" y="4103673"/>
                  <a:ext cx="36000" cy="36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81" name="Ellipse 80">
                  <a:extLst>
                    <a:ext uri="{FF2B5EF4-FFF2-40B4-BE49-F238E27FC236}">
                      <a16:creationId xmlns:a16="http://schemas.microsoft.com/office/drawing/2014/main" id="{B9A1DD0F-1E87-8E0D-D0BB-34FF60FC7FD4}"/>
                    </a:ext>
                  </a:extLst>
                </p:cNvPr>
                <p:cNvSpPr/>
                <p:nvPr/>
              </p:nvSpPr>
              <p:spPr>
                <a:xfrm>
                  <a:off x="5927684" y="4103673"/>
                  <a:ext cx="36000" cy="36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2" name="Textfeld 81">
                      <a:extLst>
                        <a:ext uri="{FF2B5EF4-FFF2-40B4-BE49-F238E27FC236}">
                          <a16:creationId xmlns:a16="http://schemas.microsoft.com/office/drawing/2014/main" id="{74199AA9-0073-E94F-4FA1-32305C01EF0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682176" y="2628851"/>
                      <a:ext cx="288000" cy="3231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0" lang="en-GB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de-DE" sz="10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𝒄</m:t>
                                </m:r>
                              </m:e>
                              <m:sub>
                                <m:r>
                                  <a:rPr kumimoji="0" lang="de-DE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𝑡</m:t>
                                </m:r>
                                <m:r>
                                  <a:rPr kumimoji="0" lang="de-DE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−1</m:t>
                                </m:r>
                              </m:sub>
                            </m:sSub>
                          </m:oMath>
                        </m:oMathPara>
                      </a14:m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82" name="Textfeld 81">
                      <a:extLst>
                        <a:ext uri="{FF2B5EF4-FFF2-40B4-BE49-F238E27FC236}">
                          <a16:creationId xmlns:a16="http://schemas.microsoft.com/office/drawing/2014/main" id="{74199AA9-0073-E94F-4FA1-32305C01EF0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682176" y="2628851"/>
                      <a:ext cx="288000" cy="323165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 l="-425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3" name="Textfeld 82">
                      <a:extLst>
                        <a:ext uri="{FF2B5EF4-FFF2-40B4-BE49-F238E27FC236}">
                          <a16:creationId xmlns:a16="http://schemas.microsoft.com/office/drawing/2014/main" id="{BFA24AB3-9D9A-0B23-1501-66027788C55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683033" y="4051574"/>
                      <a:ext cx="288000" cy="3231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0" lang="en-GB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de-DE" sz="10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𝒉</m:t>
                                </m:r>
                              </m:e>
                              <m:sub>
                                <m:r>
                                  <a:rPr kumimoji="0" lang="de-DE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𝑡</m:t>
                                </m:r>
                                <m:r>
                                  <a:rPr kumimoji="0" lang="de-DE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−1</m:t>
                                </m:r>
                              </m:sub>
                            </m:sSub>
                          </m:oMath>
                        </m:oMathPara>
                      </a14:m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83" name="Textfeld 82">
                      <a:extLst>
                        <a:ext uri="{FF2B5EF4-FFF2-40B4-BE49-F238E27FC236}">
                          <a16:creationId xmlns:a16="http://schemas.microsoft.com/office/drawing/2014/main" id="{BFA24AB3-9D9A-0B23-1501-66027788C55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683033" y="4051574"/>
                      <a:ext cx="288000" cy="323165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12766" r="-212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6" name="Textfeld 85">
                      <a:extLst>
                        <a:ext uri="{FF2B5EF4-FFF2-40B4-BE49-F238E27FC236}">
                          <a16:creationId xmlns:a16="http://schemas.microsoft.com/office/drawing/2014/main" id="{CDC02525-1C88-FCBC-70B3-4D496D4141A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65946" y="4301953"/>
                      <a:ext cx="288000" cy="3231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0" lang="en-GB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de-DE" sz="10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kumimoji="0" lang="de-DE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86" name="Textfeld 85">
                      <a:extLst>
                        <a:ext uri="{FF2B5EF4-FFF2-40B4-BE49-F238E27FC236}">
                          <a16:creationId xmlns:a16="http://schemas.microsoft.com/office/drawing/2014/main" id="{CDC02525-1C88-FCBC-70B3-4D496D4141A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165946" y="4301953"/>
                      <a:ext cx="288000" cy="323165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9" name="Textfeld 88">
                      <a:extLst>
                        <a:ext uri="{FF2B5EF4-FFF2-40B4-BE49-F238E27FC236}">
                          <a16:creationId xmlns:a16="http://schemas.microsoft.com/office/drawing/2014/main" id="{29934A95-FF9E-2334-43C5-BC2C63C13FE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295485" y="4051573"/>
                      <a:ext cx="288000" cy="3231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0" lang="en-GB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de-DE" sz="10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𝒉</m:t>
                                </m:r>
                              </m:e>
                              <m:sub>
                                <m:r>
                                  <a:rPr kumimoji="0" lang="de-DE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89" name="Textfeld 88">
                      <a:extLst>
                        <a:ext uri="{FF2B5EF4-FFF2-40B4-BE49-F238E27FC236}">
                          <a16:creationId xmlns:a16="http://schemas.microsoft.com/office/drawing/2014/main" id="{29934A95-FF9E-2334-43C5-BC2C63C13FE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295485" y="4051573"/>
                      <a:ext cx="288000" cy="323165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2" name="Textfeld 91">
                      <a:extLst>
                        <a:ext uri="{FF2B5EF4-FFF2-40B4-BE49-F238E27FC236}">
                          <a16:creationId xmlns:a16="http://schemas.microsoft.com/office/drawing/2014/main" id="{42BBCF16-8028-45C0-FD73-7C9BD9E85F3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295485" y="2642396"/>
                      <a:ext cx="288000" cy="3231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0" lang="en-GB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de-DE" sz="10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𝒄</m:t>
                                </m:r>
                              </m:e>
                              <m:sub>
                                <m:r>
                                  <a:rPr kumimoji="0" lang="de-DE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92" name="Textfeld 91">
                      <a:extLst>
                        <a:ext uri="{FF2B5EF4-FFF2-40B4-BE49-F238E27FC236}">
                          <a16:creationId xmlns:a16="http://schemas.microsoft.com/office/drawing/2014/main" id="{42BBCF16-8028-45C0-FD73-7C9BD9E85F3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295485" y="2642396"/>
                      <a:ext cx="288000" cy="323165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3" name="Textfeld 92">
                      <a:extLst>
                        <a:ext uri="{FF2B5EF4-FFF2-40B4-BE49-F238E27FC236}">
                          <a16:creationId xmlns:a16="http://schemas.microsoft.com/office/drawing/2014/main" id="{030C128E-E8D4-CC16-FACD-E4BD90B22E6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828771" y="2248531"/>
                      <a:ext cx="288000" cy="3231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0" lang="en-GB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de-DE" sz="10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𝒚</m:t>
                                </m:r>
                              </m:e>
                              <m:sub>
                                <m:r>
                                  <a:rPr kumimoji="0" lang="de-DE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93" name="Textfeld 92">
                      <a:extLst>
                        <a:ext uri="{FF2B5EF4-FFF2-40B4-BE49-F238E27FC236}">
                          <a16:creationId xmlns:a16="http://schemas.microsoft.com/office/drawing/2014/main" id="{030C128E-E8D4-CC16-FACD-E4BD90B22E6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828771" y="2248531"/>
                      <a:ext cx="288000" cy="323165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94" name="Verbinder: gewinkelt 93">
                  <a:extLst>
                    <a:ext uri="{FF2B5EF4-FFF2-40B4-BE49-F238E27FC236}">
                      <a16:creationId xmlns:a16="http://schemas.microsoft.com/office/drawing/2014/main" id="{FD590CFF-6F3F-C576-B731-698429DFA1D0}"/>
                    </a:ext>
                  </a:extLst>
                </p:cNvPr>
                <p:cNvCxnSpPr>
                  <a:cxnSpLocks/>
                  <a:stCxn id="32" idx="5"/>
                </p:cNvCxnSpPr>
                <p:nvPr/>
              </p:nvCxnSpPr>
              <p:spPr>
                <a:xfrm rot="10800000" flipH="1" flipV="1">
                  <a:off x="5650378" y="3523683"/>
                  <a:ext cx="691066" cy="597465"/>
                </a:xfrm>
                <a:prstGeom prst="bentConnector3">
                  <a:avLst>
                    <a:gd name="adj1" fmla="val -811"/>
                  </a:avLst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6A2941C0-C33F-47AB-908D-A2842DABE058}"/>
                    </a:ext>
                  </a:extLst>
                </p:cNvPr>
                <p:cNvSpPr txBox="1"/>
                <p:nvPr/>
              </p:nvSpPr>
              <p:spPr>
                <a:xfrm>
                  <a:off x="1455079" y="3133249"/>
                  <a:ext cx="288000" cy="32316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indent="0" algn="l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GB" sz="1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de-DE" sz="1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𝒇</m:t>
                            </m:r>
                          </m:e>
                          <m:sub>
                            <m:r>
                              <a:rPr kumimoji="0" lang="de-DE" sz="1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6A2941C0-C33F-47AB-908D-A2842DABE0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55079" y="3133249"/>
                  <a:ext cx="288000" cy="32316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2C4FE1A3-AFD8-C42F-6384-05B2E31CECC7}"/>
                    </a:ext>
                  </a:extLst>
                </p:cNvPr>
                <p:cNvSpPr txBox="1"/>
                <p:nvPr/>
              </p:nvSpPr>
              <p:spPr>
                <a:xfrm>
                  <a:off x="2013148" y="3133249"/>
                  <a:ext cx="288000" cy="32316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indent="0" algn="l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GB" sz="1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de-DE" sz="1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𝒊</m:t>
                            </m:r>
                          </m:e>
                          <m:sub>
                            <m:r>
                              <a:rPr kumimoji="0" lang="de-DE" sz="1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2C4FE1A3-AFD8-C42F-6384-05B2E31CEC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13148" y="3133249"/>
                  <a:ext cx="288000" cy="32316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feld 35">
                  <a:extLst>
                    <a:ext uri="{FF2B5EF4-FFF2-40B4-BE49-F238E27FC236}">
                      <a16:creationId xmlns:a16="http://schemas.microsoft.com/office/drawing/2014/main" id="{A3DA34E4-2FA1-2280-2009-18A5D6E0D054}"/>
                    </a:ext>
                  </a:extLst>
                </p:cNvPr>
                <p:cNvSpPr txBox="1"/>
                <p:nvPr/>
              </p:nvSpPr>
              <p:spPr>
                <a:xfrm>
                  <a:off x="3122082" y="3133249"/>
                  <a:ext cx="288000" cy="32316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indent="0" algn="l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GB" sz="1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de-DE" sz="1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𝒐</m:t>
                            </m:r>
                          </m:e>
                          <m:sub>
                            <m:r>
                              <a:rPr kumimoji="0" lang="de-DE" sz="1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36" name="Textfeld 35">
                  <a:extLst>
                    <a:ext uri="{FF2B5EF4-FFF2-40B4-BE49-F238E27FC236}">
                      <a16:creationId xmlns:a16="http://schemas.microsoft.com/office/drawing/2014/main" id="{A3DA34E4-2FA1-2280-2009-18A5D6E0D0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2082" y="3133249"/>
                  <a:ext cx="288000" cy="32316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4" name="Gruppieren 13">
              <a:extLst>
                <a:ext uri="{FF2B5EF4-FFF2-40B4-BE49-F238E27FC236}">
                  <a16:creationId xmlns:a16="http://schemas.microsoft.com/office/drawing/2014/main" id="{285F4860-D319-5B46-1721-C1023DE9B7F6}"/>
                </a:ext>
              </a:extLst>
            </p:cNvPr>
            <p:cNvGrpSpPr/>
            <p:nvPr/>
          </p:nvGrpSpPr>
          <p:grpSpPr>
            <a:xfrm>
              <a:off x="5002071" y="2215776"/>
              <a:ext cx="1173798" cy="1832717"/>
              <a:chOff x="8216900" y="2620689"/>
              <a:chExt cx="1173798" cy="1832717"/>
            </a:xfrm>
          </p:grpSpPr>
          <p:grpSp>
            <p:nvGrpSpPr>
              <p:cNvPr id="11" name="Gruppieren 10">
                <a:extLst>
                  <a:ext uri="{FF2B5EF4-FFF2-40B4-BE49-F238E27FC236}">
                    <a16:creationId xmlns:a16="http://schemas.microsoft.com/office/drawing/2014/main" id="{C15F1115-F68D-F5ED-C941-B12BA387ACE6}"/>
                  </a:ext>
                </a:extLst>
              </p:cNvPr>
              <p:cNvGrpSpPr/>
              <p:nvPr/>
            </p:nvGrpSpPr>
            <p:grpSpPr>
              <a:xfrm>
                <a:off x="8282985" y="2893654"/>
                <a:ext cx="1005756" cy="1559752"/>
                <a:chOff x="9077360" y="3031580"/>
                <a:chExt cx="1005756" cy="1559752"/>
              </a:xfrm>
            </p:grpSpPr>
            <p:sp>
              <p:nvSpPr>
                <p:cNvPr id="30" name="Textfeld 29">
                  <a:extLst>
                    <a:ext uri="{FF2B5EF4-FFF2-40B4-BE49-F238E27FC236}">
                      <a16:creationId xmlns:a16="http://schemas.microsoft.com/office/drawing/2014/main" id="{E0D64A16-A164-9C8F-F705-FDC9C272D015}"/>
                    </a:ext>
                  </a:extLst>
                </p:cNvPr>
                <p:cNvSpPr txBox="1"/>
                <p:nvPr/>
              </p:nvSpPr>
              <p:spPr>
                <a:xfrm>
                  <a:off x="9368177" y="3042118"/>
                  <a:ext cx="714939" cy="140262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indent="0" algn="l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3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Input</a:t>
                  </a:r>
                </a:p>
                <a:p>
                  <a:pPr>
                    <a:lnSpc>
                      <a:spcPct val="110000"/>
                    </a:lnSpc>
                    <a:spcAft>
                      <a:spcPts val="300"/>
                    </a:spcAft>
                  </a:pPr>
                  <a:r>
                    <a:rPr lang="en-GB" sz="1000" dirty="0">
                      <a:solidFill>
                        <a:prstClr val="black"/>
                      </a:solidFill>
                      <a:latin typeface="Arial"/>
                    </a:rPr>
                    <a:t>Hidden state</a:t>
                  </a:r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  <a:p>
                  <a:pPr marL="0" marR="0" indent="0" algn="l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3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lang="en-GB" sz="1000" dirty="0">
                      <a:solidFill>
                        <a:prstClr val="black"/>
                      </a:solidFill>
                      <a:latin typeface="Arial"/>
                    </a:rPr>
                    <a:t>Forget gate</a:t>
                  </a:r>
                </a:p>
                <a:p>
                  <a:pPr marL="0" marR="0" indent="0" algn="l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3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Input gate</a:t>
                  </a:r>
                </a:p>
                <a:p>
                  <a:pPr marL="0" marR="0" indent="0" algn="l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3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lang="en-GB" sz="1000" dirty="0">
                      <a:solidFill>
                        <a:prstClr val="black"/>
                      </a:solidFill>
                      <a:latin typeface="Arial"/>
                    </a:rPr>
                    <a:t>Cell state</a:t>
                  </a:r>
                </a:p>
                <a:p>
                  <a:pPr marL="0" marR="0" indent="0" algn="l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3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lang="en-GB" sz="1000" dirty="0">
                      <a:solidFill>
                        <a:prstClr val="black"/>
                      </a:solidFill>
                      <a:latin typeface="Arial"/>
                    </a:rPr>
                    <a:t>Output gate</a:t>
                  </a:r>
                </a:p>
                <a:p>
                  <a:pPr marL="0" marR="0" indent="0" algn="l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3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Output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9" name="Textfeld 38">
                      <a:extLst>
                        <a:ext uri="{FF2B5EF4-FFF2-40B4-BE49-F238E27FC236}">
                          <a16:creationId xmlns:a16="http://schemas.microsoft.com/office/drawing/2014/main" id="{A3B2253F-FB20-644C-E983-D177498E79C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77360" y="3031580"/>
                      <a:ext cx="288000" cy="3231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0" lang="en-GB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de-DE" sz="10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kumimoji="0" lang="de-DE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39" name="Textfeld 38">
                      <a:extLst>
                        <a:ext uri="{FF2B5EF4-FFF2-40B4-BE49-F238E27FC236}">
                          <a16:creationId xmlns:a16="http://schemas.microsoft.com/office/drawing/2014/main" id="{A3B2253F-FB20-644C-E983-D177498E79C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77360" y="3031580"/>
                      <a:ext cx="288000" cy="323165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0" name="Textfeld 39">
                      <a:extLst>
                        <a:ext uri="{FF2B5EF4-FFF2-40B4-BE49-F238E27FC236}">
                          <a16:creationId xmlns:a16="http://schemas.microsoft.com/office/drawing/2014/main" id="{523CC717-74EE-F086-E912-36A02D2B8CD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77360" y="3237678"/>
                      <a:ext cx="288000" cy="3231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0" lang="en-GB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de-DE" sz="10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𝒉</m:t>
                                </m:r>
                              </m:e>
                              <m:sub>
                                <m:r>
                                  <a:rPr kumimoji="0" lang="de-DE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40" name="Textfeld 39">
                      <a:extLst>
                        <a:ext uri="{FF2B5EF4-FFF2-40B4-BE49-F238E27FC236}">
                          <a16:creationId xmlns:a16="http://schemas.microsoft.com/office/drawing/2014/main" id="{523CC717-74EE-F086-E912-36A02D2B8CD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77360" y="3237678"/>
                      <a:ext cx="288000" cy="323165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2" name="Textfeld 41">
                      <a:extLst>
                        <a:ext uri="{FF2B5EF4-FFF2-40B4-BE49-F238E27FC236}">
                          <a16:creationId xmlns:a16="http://schemas.microsoft.com/office/drawing/2014/main" id="{860668F4-4E2C-425B-EE33-860AD98FE42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77360" y="3443776"/>
                      <a:ext cx="288000" cy="3231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0" lang="en-GB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de-DE" sz="10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𝒇</m:t>
                                </m:r>
                              </m:e>
                              <m:sub>
                                <m:r>
                                  <a:rPr kumimoji="0" lang="de-DE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42" name="Textfeld 41">
                      <a:extLst>
                        <a:ext uri="{FF2B5EF4-FFF2-40B4-BE49-F238E27FC236}">
                          <a16:creationId xmlns:a16="http://schemas.microsoft.com/office/drawing/2014/main" id="{860668F4-4E2C-425B-EE33-860AD98FE42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77360" y="3443776"/>
                      <a:ext cx="288000" cy="323165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3" name="Textfeld 42">
                      <a:extLst>
                        <a:ext uri="{FF2B5EF4-FFF2-40B4-BE49-F238E27FC236}">
                          <a16:creationId xmlns:a16="http://schemas.microsoft.com/office/drawing/2014/main" id="{C31B3F93-4866-B190-6B6B-11E2BF7F91E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77360" y="3649874"/>
                      <a:ext cx="288000" cy="3231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0" lang="en-GB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de-DE" sz="10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𝒊</m:t>
                                </m:r>
                              </m:e>
                              <m:sub>
                                <m:r>
                                  <a:rPr kumimoji="0" lang="de-DE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43" name="Textfeld 42">
                      <a:extLst>
                        <a:ext uri="{FF2B5EF4-FFF2-40B4-BE49-F238E27FC236}">
                          <a16:creationId xmlns:a16="http://schemas.microsoft.com/office/drawing/2014/main" id="{C31B3F93-4866-B190-6B6B-11E2BF7F91E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77360" y="3649874"/>
                      <a:ext cx="288000" cy="323165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" name="Textfeld 1">
                      <a:extLst>
                        <a:ext uri="{FF2B5EF4-FFF2-40B4-BE49-F238E27FC236}">
                          <a16:creationId xmlns:a16="http://schemas.microsoft.com/office/drawing/2014/main" id="{858AF507-363D-E165-8465-A3BBC15E0FF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77360" y="3855972"/>
                      <a:ext cx="288000" cy="3231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0" lang="en-GB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de-DE" sz="10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𝒄</m:t>
                                </m:r>
                              </m:e>
                              <m:sub>
                                <m:r>
                                  <a:rPr kumimoji="0" lang="de-DE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2" name="Textfeld 1">
                      <a:extLst>
                        <a:ext uri="{FF2B5EF4-FFF2-40B4-BE49-F238E27FC236}">
                          <a16:creationId xmlns:a16="http://schemas.microsoft.com/office/drawing/2014/main" id="{858AF507-363D-E165-8465-A3BBC15E0FF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77360" y="3855972"/>
                      <a:ext cx="288000" cy="323165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Textfeld 8">
                      <a:extLst>
                        <a:ext uri="{FF2B5EF4-FFF2-40B4-BE49-F238E27FC236}">
                          <a16:creationId xmlns:a16="http://schemas.microsoft.com/office/drawing/2014/main" id="{DF0A368A-F936-BF82-0C48-AFCE00B7864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77360" y="4062070"/>
                      <a:ext cx="288000" cy="3231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0" lang="en-GB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de-DE" sz="10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𝒐</m:t>
                                </m:r>
                              </m:e>
                              <m:sub>
                                <m:r>
                                  <a:rPr kumimoji="0" lang="de-DE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9" name="Textfeld 8">
                      <a:extLst>
                        <a:ext uri="{FF2B5EF4-FFF2-40B4-BE49-F238E27FC236}">
                          <a16:creationId xmlns:a16="http://schemas.microsoft.com/office/drawing/2014/main" id="{DF0A368A-F936-BF82-0C48-AFCE00B7864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77360" y="4062070"/>
                      <a:ext cx="288000" cy="323165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" name="Textfeld 9">
                      <a:extLst>
                        <a:ext uri="{FF2B5EF4-FFF2-40B4-BE49-F238E27FC236}">
                          <a16:creationId xmlns:a16="http://schemas.microsoft.com/office/drawing/2014/main" id="{67FD2F3C-C428-1F92-F809-BEE4A0F0A4D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77360" y="4268167"/>
                      <a:ext cx="288000" cy="3231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0" lang="en-GB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de-DE" sz="10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𝒚</m:t>
                                </m:r>
                              </m:e>
                              <m:sub>
                                <m:r>
                                  <a:rPr kumimoji="0" lang="de-DE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10" name="Textfeld 9">
                      <a:extLst>
                        <a:ext uri="{FF2B5EF4-FFF2-40B4-BE49-F238E27FC236}">
                          <a16:creationId xmlns:a16="http://schemas.microsoft.com/office/drawing/2014/main" id="{67FD2F3C-C428-1F92-F809-BEE4A0F0A4D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77360" y="4268167"/>
                      <a:ext cx="288000" cy="323165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12" name="Rechteck: abgerundete Ecken 11">
                <a:extLst>
                  <a:ext uri="{FF2B5EF4-FFF2-40B4-BE49-F238E27FC236}">
                    <a16:creationId xmlns:a16="http://schemas.microsoft.com/office/drawing/2014/main" id="{9A32E507-5F33-F967-57AD-A5B9C1C730A5}"/>
                  </a:ext>
                </a:extLst>
              </p:cNvPr>
              <p:cNvSpPr/>
              <p:nvPr/>
            </p:nvSpPr>
            <p:spPr>
              <a:xfrm>
                <a:off x="8216900" y="2620689"/>
                <a:ext cx="1173798" cy="1723909"/>
              </a:xfrm>
              <a:prstGeom prst="roundRect">
                <a:avLst/>
              </a:prstGeom>
              <a:noFill/>
              <a:ln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180000" bIns="180000" rtlCol="0" anchor="t"/>
              <a:lstStyle/>
              <a:p>
                <a:pPr marL="0" marR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Legend: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572323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6">
            <a:extLst>
              <a:ext uri="{FF2B5EF4-FFF2-40B4-BE49-F238E27FC236}">
                <a16:creationId xmlns:a16="http://schemas.microsoft.com/office/drawing/2014/main" id="{A67112EB-8770-760D-D257-860FD98ADED8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3F78FA1-61CB-5863-BA79-0AEBEA898B7F}"/>
              </a:ext>
            </a:extLst>
          </p:cNvPr>
          <p:cNvSpPr/>
          <p:nvPr/>
        </p:nvSpPr>
        <p:spPr>
          <a:xfrm>
            <a:off x="2758541" y="1848183"/>
            <a:ext cx="5760000" cy="266007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9" name="Textfeld 348">
            <a:extLst>
              <a:ext uri="{FF2B5EF4-FFF2-40B4-BE49-F238E27FC236}">
                <a16:creationId xmlns:a16="http://schemas.microsoft.com/office/drawing/2014/main" id="{1C8B4BAC-770E-BE65-732B-D801162B602D}"/>
              </a:ext>
            </a:extLst>
          </p:cNvPr>
          <p:cNvSpPr txBox="1"/>
          <p:nvPr/>
        </p:nvSpPr>
        <p:spPr>
          <a:xfrm>
            <a:off x="4448807" y="1996836"/>
            <a:ext cx="982641" cy="15613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GB" sz="1000" b="1" dirty="0">
                <a:solidFill>
                  <a:prstClr val="black"/>
                </a:solidFill>
                <a:latin typeface="Arial"/>
              </a:rPr>
              <a:t>High-resolution </a:t>
            </a:r>
            <a:endParaRPr kumimoji="0" lang="en-GB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483" name="Gruppieren 482">
            <a:extLst>
              <a:ext uri="{FF2B5EF4-FFF2-40B4-BE49-F238E27FC236}">
                <a16:creationId xmlns:a16="http://schemas.microsoft.com/office/drawing/2014/main" id="{29B2305C-C598-5E4E-E637-E240A566F9D2}"/>
              </a:ext>
            </a:extLst>
          </p:cNvPr>
          <p:cNvGrpSpPr/>
          <p:nvPr/>
        </p:nvGrpSpPr>
        <p:grpSpPr>
          <a:xfrm>
            <a:off x="4497215" y="2196494"/>
            <a:ext cx="885825" cy="2163109"/>
            <a:chOff x="4149724" y="2199341"/>
            <a:chExt cx="885825" cy="2163109"/>
          </a:xfrm>
        </p:grpSpPr>
        <p:sp>
          <p:nvSpPr>
            <p:cNvPr id="16" name="Rechteck: abgerundete Ecken 15">
              <a:extLst>
                <a:ext uri="{FF2B5EF4-FFF2-40B4-BE49-F238E27FC236}">
                  <a16:creationId xmlns:a16="http://schemas.microsoft.com/office/drawing/2014/main" id="{A4B6BE68-DEBF-5C0C-1A86-313925700E7D}"/>
                </a:ext>
              </a:extLst>
            </p:cNvPr>
            <p:cNvSpPr/>
            <p:nvPr/>
          </p:nvSpPr>
          <p:spPr>
            <a:xfrm>
              <a:off x="4149724" y="2199341"/>
              <a:ext cx="885825" cy="2163109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180000" rtlCol="0" anchor="ctr"/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grpSp>
          <p:nvGrpSpPr>
            <p:cNvPr id="482" name="Gruppieren 481">
              <a:extLst>
                <a:ext uri="{FF2B5EF4-FFF2-40B4-BE49-F238E27FC236}">
                  <a16:creationId xmlns:a16="http://schemas.microsoft.com/office/drawing/2014/main" id="{D2024150-5AE9-A4F8-B185-20A8778C332C}"/>
                </a:ext>
              </a:extLst>
            </p:cNvPr>
            <p:cNvGrpSpPr/>
            <p:nvPr/>
          </p:nvGrpSpPr>
          <p:grpSpPr>
            <a:xfrm>
              <a:off x="4245486" y="2293499"/>
              <a:ext cx="694300" cy="1974792"/>
              <a:chOff x="4065087" y="2875265"/>
              <a:chExt cx="694300" cy="1974792"/>
            </a:xfrm>
          </p:grpSpPr>
          <p:grpSp>
            <p:nvGrpSpPr>
              <p:cNvPr id="369" name="Gruppieren 368">
                <a:extLst>
                  <a:ext uri="{FF2B5EF4-FFF2-40B4-BE49-F238E27FC236}">
                    <a16:creationId xmlns:a16="http://schemas.microsoft.com/office/drawing/2014/main" id="{0853CB71-2EDB-3119-FF31-C8A88FF0976F}"/>
                  </a:ext>
                </a:extLst>
              </p:cNvPr>
              <p:cNvGrpSpPr/>
              <p:nvPr/>
            </p:nvGrpSpPr>
            <p:grpSpPr>
              <a:xfrm>
                <a:off x="4065087" y="2875265"/>
                <a:ext cx="72000" cy="1974792"/>
                <a:chOff x="4065087" y="2323865"/>
                <a:chExt cx="72000" cy="1974792"/>
              </a:xfrm>
            </p:grpSpPr>
            <p:sp>
              <p:nvSpPr>
                <p:cNvPr id="20" name="Ellipse 19">
                  <a:extLst>
                    <a:ext uri="{FF2B5EF4-FFF2-40B4-BE49-F238E27FC236}">
                      <a16:creationId xmlns:a16="http://schemas.microsoft.com/office/drawing/2014/main" id="{72A8E4A8-6074-7165-4FCF-368436D0004F}"/>
                    </a:ext>
                  </a:extLst>
                </p:cNvPr>
                <p:cNvSpPr/>
                <p:nvPr/>
              </p:nvSpPr>
              <p:spPr>
                <a:xfrm>
                  <a:off x="4065087" y="2323865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4" name="Ellipse 43">
                  <a:extLst>
                    <a:ext uri="{FF2B5EF4-FFF2-40B4-BE49-F238E27FC236}">
                      <a16:creationId xmlns:a16="http://schemas.microsoft.com/office/drawing/2014/main" id="{6FADBFA5-9D33-E5A3-144A-C4A37350A20F}"/>
                    </a:ext>
                  </a:extLst>
                </p:cNvPr>
                <p:cNvSpPr/>
                <p:nvPr/>
              </p:nvSpPr>
              <p:spPr>
                <a:xfrm>
                  <a:off x="4065087" y="2482431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6" name="Ellipse 45">
                  <a:extLst>
                    <a:ext uri="{FF2B5EF4-FFF2-40B4-BE49-F238E27FC236}">
                      <a16:creationId xmlns:a16="http://schemas.microsoft.com/office/drawing/2014/main" id="{D7B69E40-9429-B492-0FD0-2C659ED0BD45}"/>
                    </a:ext>
                  </a:extLst>
                </p:cNvPr>
                <p:cNvSpPr/>
                <p:nvPr/>
              </p:nvSpPr>
              <p:spPr>
                <a:xfrm>
                  <a:off x="4065087" y="2640997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Ellipse 50">
                  <a:extLst>
                    <a:ext uri="{FF2B5EF4-FFF2-40B4-BE49-F238E27FC236}">
                      <a16:creationId xmlns:a16="http://schemas.microsoft.com/office/drawing/2014/main" id="{FADCDC06-0F21-E0E1-E6E6-FEBE3CE2E962}"/>
                    </a:ext>
                  </a:extLst>
                </p:cNvPr>
                <p:cNvSpPr/>
                <p:nvPr/>
              </p:nvSpPr>
              <p:spPr>
                <a:xfrm>
                  <a:off x="4065087" y="3116695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64" name="Ellipse 63">
                  <a:extLst>
                    <a:ext uri="{FF2B5EF4-FFF2-40B4-BE49-F238E27FC236}">
                      <a16:creationId xmlns:a16="http://schemas.microsoft.com/office/drawing/2014/main" id="{E936A22D-F6B5-6B25-F896-7E3C8AE4F97A}"/>
                    </a:ext>
                  </a:extLst>
                </p:cNvPr>
                <p:cNvSpPr/>
                <p:nvPr/>
              </p:nvSpPr>
              <p:spPr>
                <a:xfrm>
                  <a:off x="4065087" y="2958129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65" name="Ellipse 64">
                  <a:extLst>
                    <a:ext uri="{FF2B5EF4-FFF2-40B4-BE49-F238E27FC236}">
                      <a16:creationId xmlns:a16="http://schemas.microsoft.com/office/drawing/2014/main" id="{7A6AF6E3-7B91-5C1E-DCDC-031EF4EB8A6E}"/>
                    </a:ext>
                  </a:extLst>
                </p:cNvPr>
                <p:cNvSpPr/>
                <p:nvPr/>
              </p:nvSpPr>
              <p:spPr>
                <a:xfrm>
                  <a:off x="4065087" y="3275261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69" name="Ellipse 68">
                  <a:extLst>
                    <a:ext uri="{FF2B5EF4-FFF2-40B4-BE49-F238E27FC236}">
                      <a16:creationId xmlns:a16="http://schemas.microsoft.com/office/drawing/2014/main" id="{58D4FE14-7FAC-50CA-3E70-73170A53B69A}"/>
                    </a:ext>
                  </a:extLst>
                </p:cNvPr>
                <p:cNvSpPr/>
                <p:nvPr/>
              </p:nvSpPr>
              <p:spPr>
                <a:xfrm>
                  <a:off x="4065087" y="3592393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356" name="Ellipse 355">
                  <a:extLst>
                    <a:ext uri="{FF2B5EF4-FFF2-40B4-BE49-F238E27FC236}">
                      <a16:creationId xmlns:a16="http://schemas.microsoft.com/office/drawing/2014/main" id="{F702F1C0-A543-8BD0-42FC-D43670656BCB}"/>
                    </a:ext>
                  </a:extLst>
                </p:cNvPr>
                <p:cNvSpPr/>
                <p:nvPr/>
              </p:nvSpPr>
              <p:spPr>
                <a:xfrm>
                  <a:off x="4065087" y="2799563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359" name="Ellipse 358">
                  <a:extLst>
                    <a:ext uri="{FF2B5EF4-FFF2-40B4-BE49-F238E27FC236}">
                      <a16:creationId xmlns:a16="http://schemas.microsoft.com/office/drawing/2014/main" id="{9479DB36-9F72-58E6-ACB2-6C7CC388AFA9}"/>
                    </a:ext>
                  </a:extLst>
                </p:cNvPr>
                <p:cNvSpPr/>
                <p:nvPr/>
              </p:nvSpPr>
              <p:spPr>
                <a:xfrm>
                  <a:off x="4065087" y="3750959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363" name="Ellipse 362">
                  <a:extLst>
                    <a:ext uri="{FF2B5EF4-FFF2-40B4-BE49-F238E27FC236}">
                      <a16:creationId xmlns:a16="http://schemas.microsoft.com/office/drawing/2014/main" id="{41059194-ADEA-004D-B23A-BCE46C6ED78F}"/>
                    </a:ext>
                  </a:extLst>
                </p:cNvPr>
                <p:cNvSpPr/>
                <p:nvPr/>
              </p:nvSpPr>
              <p:spPr>
                <a:xfrm>
                  <a:off x="4065087" y="3433827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364" name="Ellipse 363">
                  <a:extLst>
                    <a:ext uri="{FF2B5EF4-FFF2-40B4-BE49-F238E27FC236}">
                      <a16:creationId xmlns:a16="http://schemas.microsoft.com/office/drawing/2014/main" id="{8428D0EA-61CD-546C-D430-CCEF6F3EA42E}"/>
                    </a:ext>
                  </a:extLst>
                </p:cNvPr>
                <p:cNvSpPr/>
                <p:nvPr/>
              </p:nvSpPr>
              <p:spPr>
                <a:xfrm>
                  <a:off x="4065087" y="3909525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365" name="Ellipse 364">
                  <a:extLst>
                    <a:ext uri="{FF2B5EF4-FFF2-40B4-BE49-F238E27FC236}">
                      <a16:creationId xmlns:a16="http://schemas.microsoft.com/office/drawing/2014/main" id="{099EE9D5-C037-D137-E871-D3F1BE340C03}"/>
                    </a:ext>
                  </a:extLst>
                </p:cNvPr>
                <p:cNvSpPr/>
                <p:nvPr/>
              </p:nvSpPr>
              <p:spPr>
                <a:xfrm>
                  <a:off x="4065087" y="4068091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367" name="Ellipse 366">
                  <a:extLst>
                    <a:ext uri="{FF2B5EF4-FFF2-40B4-BE49-F238E27FC236}">
                      <a16:creationId xmlns:a16="http://schemas.microsoft.com/office/drawing/2014/main" id="{F24AD301-D301-50B3-8D13-DFB204B087EA}"/>
                    </a:ext>
                  </a:extLst>
                </p:cNvPr>
                <p:cNvSpPr/>
                <p:nvPr/>
              </p:nvSpPr>
              <p:spPr>
                <a:xfrm>
                  <a:off x="4065087" y="4226657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370" name="Gruppieren 369">
                <a:extLst>
                  <a:ext uri="{FF2B5EF4-FFF2-40B4-BE49-F238E27FC236}">
                    <a16:creationId xmlns:a16="http://schemas.microsoft.com/office/drawing/2014/main" id="{FAB40711-2AA1-308F-400F-102874AC7061}"/>
                  </a:ext>
                </a:extLst>
              </p:cNvPr>
              <p:cNvGrpSpPr/>
              <p:nvPr/>
            </p:nvGrpSpPr>
            <p:grpSpPr>
              <a:xfrm>
                <a:off x="4220661" y="2875265"/>
                <a:ext cx="72000" cy="1974792"/>
                <a:chOff x="4065087" y="2323865"/>
                <a:chExt cx="72000" cy="1974792"/>
              </a:xfrm>
            </p:grpSpPr>
            <p:sp>
              <p:nvSpPr>
                <p:cNvPr id="371" name="Ellipse 370">
                  <a:extLst>
                    <a:ext uri="{FF2B5EF4-FFF2-40B4-BE49-F238E27FC236}">
                      <a16:creationId xmlns:a16="http://schemas.microsoft.com/office/drawing/2014/main" id="{2670DDA2-45C6-93D2-ABFB-894362048001}"/>
                    </a:ext>
                  </a:extLst>
                </p:cNvPr>
                <p:cNvSpPr/>
                <p:nvPr/>
              </p:nvSpPr>
              <p:spPr>
                <a:xfrm>
                  <a:off x="4065087" y="2323865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372" name="Ellipse 371">
                  <a:extLst>
                    <a:ext uri="{FF2B5EF4-FFF2-40B4-BE49-F238E27FC236}">
                      <a16:creationId xmlns:a16="http://schemas.microsoft.com/office/drawing/2014/main" id="{F76DC5D8-058A-12D5-5F57-4D01A3C45404}"/>
                    </a:ext>
                  </a:extLst>
                </p:cNvPr>
                <p:cNvSpPr/>
                <p:nvPr/>
              </p:nvSpPr>
              <p:spPr>
                <a:xfrm>
                  <a:off x="4065087" y="2482431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373" name="Ellipse 372">
                  <a:extLst>
                    <a:ext uri="{FF2B5EF4-FFF2-40B4-BE49-F238E27FC236}">
                      <a16:creationId xmlns:a16="http://schemas.microsoft.com/office/drawing/2014/main" id="{2BE103C8-BCA0-8C32-B359-FAD926F26B11}"/>
                    </a:ext>
                  </a:extLst>
                </p:cNvPr>
                <p:cNvSpPr/>
                <p:nvPr/>
              </p:nvSpPr>
              <p:spPr>
                <a:xfrm>
                  <a:off x="4065087" y="2640997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374" name="Ellipse 373">
                  <a:extLst>
                    <a:ext uri="{FF2B5EF4-FFF2-40B4-BE49-F238E27FC236}">
                      <a16:creationId xmlns:a16="http://schemas.microsoft.com/office/drawing/2014/main" id="{7B62E94E-C3CE-8FBC-DD7F-B70941E4A48C}"/>
                    </a:ext>
                  </a:extLst>
                </p:cNvPr>
                <p:cNvSpPr/>
                <p:nvPr/>
              </p:nvSpPr>
              <p:spPr>
                <a:xfrm>
                  <a:off x="4065087" y="3116695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375" name="Ellipse 374">
                  <a:extLst>
                    <a:ext uri="{FF2B5EF4-FFF2-40B4-BE49-F238E27FC236}">
                      <a16:creationId xmlns:a16="http://schemas.microsoft.com/office/drawing/2014/main" id="{604008CB-BDDD-35EC-AF81-15D54D4474ED}"/>
                    </a:ext>
                  </a:extLst>
                </p:cNvPr>
                <p:cNvSpPr/>
                <p:nvPr/>
              </p:nvSpPr>
              <p:spPr>
                <a:xfrm>
                  <a:off x="4065087" y="2958129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376" name="Ellipse 375">
                  <a:extLst>
                    <a:ext uri="{FF2B5EF4-FFF2-40B4-BE49-F238E27FC236}">
                      <a16:creationId xmlns:a16="http://schemas.microsoft.com/office/drawing/2014/main" id="{533B226F-A011-A93F-0619-222A726A8DB3}"/>
                    </a:ext>
                  </a:extLst>
                </p:cNvPr>
                <p:cNvSpPr/>
                <p:nvPr/>
              </p:nvSpPr>
              <p:spPr>
                <a:xfrm>
                  <a:off x="4065087" y="3275261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377" name="Ellipse 376">
                  <a:extLst>
                    <a:ext uri="{FF2B5EF4-FFF2-40B4-BE49-F238E27FC236}">
                      <a16:creationId xmlns:a16="http://schemas.microsoft.com/office/drawing/2014/main" id="{7808DA25-7513-476B-8108-B642887DA1B8}"/>
                    </a:ext>
                  </a:extLst>
                </p:cNvPr>
                <p:cNvSpPr/>
                <p:nvPr/>
              </p:nvSpPr>
              <p:spPr>
                <a:xfrm>
                  <a:off x="4065087" y="3592393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378" name="Ellipse 377">
                  <a:extLst>
                    <a:ext uri="{FF2B5EF4-FFF2-40B4-BE49-F238E27FC236}">
                      <a16:creationId xmlns:a16="http://schemas.microsoft.com/office/drawing/2014/main" id="{E1CFEE88-5467-77FC-CFA0-4F3B92980D40}"/>
                    </a:ext>
                  </a:extLst>
                </p:cNvPr>
                <p:cNvSpPr/>
                <p:nvPr/>
              </p:nvSpPr>
              <p:spPr>
                <a:xfrm>
                  <a:off x="4065087" y="2799563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379" name="Ellipse 378">
                  <a:extLst>
                    <a:ext uri="{FF2B5EF4-FFF2-40B4-BE49-F238E27FC236}">
                      <a16:creationId xmlns:a16="http://schemas.microsoft.com/office/drawing/2014/main" id="{43839095-B62D-7CEC-7EC4-461235419254}"/>
                    </a:ext>
                  </a:extLst>
                </p:cNvPr>
                <p:cNvSpPr/>
                <p:nvPr/>
              </p:nvSpPr>
              <p:spPr>
                <a:xfrm>
                  <a:off x="4065087" y="3750959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380" name="Ellipse 379">
                  <a:extLst>
                    <a:ext uri="{FF2B5EF4-FFF2-40B4-BE49-F238E27FC236}">
                      <a16:creationId xmlns:a16="http://schemas.microsoft.com/office/drawing/2014/main" id="{BB0FBD1B-9DFA-3960-AB04-4F5C81CD75C1}"/>
                    </a:ext>
                  </a:extLst>
                </p:cNvPr>
                <p:cNvSpPr/>
                <p:nvPr/>
              </p:nvSpPr>
              <p:spPr>
                <a:xfrm>
                  <a:off x="4065087" y="3433827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381" name="Ellipse 380">
                  <a:extLst>
                    <a:ext uri="{FF2B5EF4-FFF2-40B4-BE49-F238E27FC236}">
                      <a16:creationId xmlns:a16="http://schemas.microsoft.com/office/drawing/2014/main" id="{4C1D2DB3-3E91-36A1-5E76-0484B1E2939E}"/>
                    </a:ext>
                  </a:extLst>
                </p:cNvPr>
                <p:cNvSpPr/>
                <p:nvPr/>
              </p:nvSpPr>
              <p:spPr>
                <a:xfrm>
                  <a:off x="4065087" y="3909525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382" name="Ellipse 381">
                  <a:extLst>
                    <a:ext uri="{FF2B5EF4-FFF2-40B4-BE49-F238E27FC236}">
                      <a16:creationId xmlns:a16="http://schemas.microsoft.com/office/drawing/2014/main" id="{9CDF7A68-F465-11E9-565D-672F43BBD74D}"/>
                    </a:ext>
                  </a:extLst>
                </p:cNvPr>
                <p:cNvSpPr/>
                <p:nvPr/>
              </p:nvSpPr>
              <p:spPr>
                <a:xfrm>
                  <a:off x="4065087" y="4068091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383" name="Ellipse 382">
                  <a:extLst>
                    <a:ext uri="{FF2B5EF4-FFF2-40B4-BE49-F238E27FC236}">
                      <a16:creationId xmlns:a16="http://schemas.microsoft.com/office/drawing/2014/main" id="{05D01FAC-415A-C05A-AE6A-19C892E02038}"/>
                    </a:ext>
                  </a:extLst>
                </p:cNvPr>
                <p:cNvSpPr/>
                <p:nvPr/>
              </p:nvSpPr>
              <p:spPr>
                <a:xfrm>
                  <a:off x="4065087" y="4226657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384" name="Gruppieren 383">
                <a:extLst>
                  <a:ext uri="{FF2B5EF4-FFF2-40B4-BE49-F238E27FC236}">
                    <a16:creationId xmlns:a16="http://schemas.microsoft.com/office/drawing/2014/main" id="{AE7CEEDC-C8BB-9A82-5F7F-4DC51DBA7C52}"/>
                  </a:ext>
                </a:extLst>
              </p:cNvPr>
              <p:cNvGrpSpPr/>
              <p:nvPr/>
            </p:nvGrpSpPr>
            <p:grpSpPr>
              <a:xfrm>
                <a:off x="4376235" y="2875265"/>
                <a:ext cx="72000" cy="1974792"/>
                <a:chOff x="4065087" y="2323865"/>
                <a:chExt cx="72000" cy="1974792"/>
              </a:xfrm>
            </p:grpSpPr>
            <p:sp>
              <p:nvSpPr>
                <p:cNvPr id="385" name="Ellipse 384">
                  <a:extLst>
                    <a:ext uri="{FF2B5EF4-FFF2-40B4-BE49-F238E27FC236}">
                      <a16:creationId xmlns:a16="http://schemas.microsoft.com/office/drawing/2014/main" id="{CFF0CCB1-0D62-1ED8-B82C-9D9870D3B8B4}"/>
                    </a:ext>
                  </a:extLst>
                </p:cNvPr>
                <p:cNvSpPr/>
                <p:nvPr/>
              </p:nvSpPr>
              <p:spPr>
                <a:xfrm>
                  <a:off x="4065087" y="2323865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386" name="Ellipse 385">
                  <a:extLst>
                    <a:ext uri="{FF2B5EF4-FFF2-40B4-BE49-F238E27FC236}">
                      <a16:creationId xmlns:a16="http://schemas.microsoft.com/office/drawing/2014/main" id="{BDF9F4BE-55A3-84B8-3414-7F16F8425D1B}"/>
                    </a:ext>
                  </a:extLst>
                </p:cNvPr>
                <p:cNvSpPr/>
                <p:nvPr/>
              </p:nvSpPr>
              <p:spPr>
                <a:xfrm>
                  <a:off x="4065087" y="2482431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387" name="Ellipse 386">
                  <a:extLst>
                    <a:ext uri="{FF2B5EF4-FFF2-40B4-BE49-F238E27FC236}">
                      <a16:creationId xmlns:a16="http://schemas.microsoft.com/office/drawing/2014/main" id="{69DFF603-D21E-7642-044A-4B51EEA274BF}"/>
                    </a:ext>
                  </a:extLst>
                </p:cNvPr>
                <p:cNvSpPr/>
                <p:nvPr/>
              </p:nvSpPr>
              <p:spPr>
                <a:xfrm>
                  <a:off x="4065087" y="2640997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388" name="Ellipse 387">
                  <a:extLst>
                    <a:ext uri="{FF2B5EF4-FFF2-40B4-BE49-F238E27FC236}">
                      <a16:creationId xmlns:a16="http://schemas.microsoft.com/office/drawing/2014/main" id="{BB68474C-75C6-F4A4-D868-D01737E5679D}"/>
                    </a:ext>
                  </a:extLst>
                </p:cNvPr>
                <p:cNvSpPr/>
                <p:nvPr/>
              </p:nvSpPr>
              <p:spPr>
                <a:xfrm>
                  <a:off x="4065087" y="3116695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389" name="Ellipse 388">
                  <a:extLst>
                    <a:ext uri="{FF2B5EF4-FFF2-40B4-BE49-F238E27FC236}">
                      <a16:creationId xmlns:a16="http://schemas.microsoft.com/office/drawing/2014/main" id="{70F0E02B-4CF8-A3A5-B21E-5049327BF4AA}"/>
                    </a:ext>
                  </a:extLst>
                </p:cNvPr>
                <p:cNvSpPr/>
                <p:nvPr/>
              </p:nvSpPr>
              <p:spPr>
                <a:xfrm>
                  <a:off x="4065087" y="2958129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390" name="Ellipse 389">
                  <a:extLst>
                    <a:ext uri="{FF2B5EF4-FFF2-40B4-BE49-F238E27FC236}">
                      <a16:creationId xmlns:a16="http://schemas.microsoft.com/office/drawing/2014/main" id="{EABA13FD-998A-1C2A-9A7D-B3D607F9CB06}"/>
                    </a:ext>
                  </a:extLst>
                </p:cNvPr>
                <p:cNvSpPr/>
                <p:nvPr/>
              </p:nvSpPr>
              <p:spPr>
                <a:xfrm>
                  <a:off x="4065087" y="3275261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391" name="Ellipse 390">
                  <a:extLst>
                    <a:ext uri="{FF2B5EF4-FFF2-40B4-BE49-F238E27FC236}">
                      <a16:creationId xmlns:a16="http://schemas.microsoft.com/office/drawing/2014/main" id="{732F8D10-0AF3-089E-D89D-C4819CD11BF3}"/>
                    </a:ext>
                  </a:extLst>
                </p:cNvPr>
                <p:cNvSpPr/>
                <p:nvPr/>
              </p:nvSpPr>
              <p:spPr>
                <a:xfrm>
                  <a:off x="4065087" y="3592393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392" name="Ellipse 391">
                  <a:extLst>
                    <a:ext uri="{FF2B5EF4-FFF2-40B4-BE49-F238E27FC236}">
                      <a16:creationId xmlns:a16="http://schemas.microsoft.com/office/drawing/2014/main" id="{66A6A4CD-FA7C-2D33-285F-1615CF90FB40}"/>
                    </a:ext>
                  </a:extLst>
                </p:cNvPr>
                <p:cNvSpPr/>
                <p:nvPr/>
              </p:nvSpPr>
              <p:spPr>
                <a:xfrm>
                  <a:off x="4065087" y="2799563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393" name="Ellipse 392">
                  <a:extLst>
                    <a:ext uri="{FF2B5EF4-FFF2-40B4-BE49-F238E27FC236}">
                      <a16:creationId xmlns:a16="http://schemas.microsoft.com/office/drawing/2014/main" id="{F3813A9F-60BF-842D-7632-485A9331D2EB}"/>
                    </a:ext>
                  </a:extLst>
                </p:cNvPr>
                <p:cNvSpPr/>
                <p:nvPr/>
              </p:nvSpPr>
              <p:spPr>
                <a:xfrm>
                  <a:off x="4065087" y="3750959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394" name="Ellipse 393">
                  <a:extLst>
                    <a:ext uri="{FF2B5EF4-FFF2-40B4-BE49-F238E27FC236}">
                      <a16:creationId xmlns:a16="http://schemas.microsoft.com/office/drawing/2014/main" id="{FA9C26F1-9DEA-B17C-8C70-1DD2236C76CF}"/>
                    </a:ext>
                  </a:extLst>
                </p:cNvPr>
                <p:cNvSpPr/>
                <p:nvPr/>
              </p:nvSpPr>
              <p:spPr>
                <a:xfrm>
                  <a:off x="4065087" y="3433827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395" name="Ellipse 394">
                  <a:extLst>
                    <a:ext uri="{FF2B5EF4-FFF2-40B4-BE49-F238E27FC236}">
                      <a16:creationId xmlns:a16="http://schemas.microsoft.com/office/drawing/2014/main" id="{E721A7C8-4D47-7F74-5786-C0EA66275333}"/>
                    </a:ext>
                  </a:extLst>
                </p:cNvPr>
                <p:cNvSpPr/>
                <p:nvPr/>
              </p:nvSpPr>
              <p:spPr>
                <a:xfrm>
                  <a:off x="4065087" y="3909525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396" name="Ellipse 395">
                  <a:extLst>
                    <a:ext uri="{FF2B5EF4-FFF2-40B4-BE49-F238E27FC236}">
                      <a16:creationId xmlns:a16="http://schemas.microsoft.com/office/drawing/2014/main" id="{8C2C17B0-95AB-57B2-40B8-4FCB4167C7A1}"/>
                    </a:ext>
                  </a:extLst>
                </p:cNvPr>
                <p:cNvSpPr/>
                <p:nvPr/>
              </p:nvSpPr>
              <p:spPr>
                <a:xfrm>
                  <a:off x="4065087" y="4068091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397" name="Ellipse 396">
                  <a:extLst>
                    <a:ext uri="{FF2B5EF4-FFF2-40B4-BE49-F238E27FC236}">
                      <a16:creationId xmlns:a16="http://schemas.microsoft.com/office/drawing/2014/main" id="{CC60CC4D-A2F6-BCB2-A36D-737E61E3BB9E}"/>
                    </a:ext>
                  </a:extLst>
                </p:cNvPr>
                <p:cNvSpPr/>
                <p:nvPr/>
              </p:nvSpPr>
              <p:spPr>
                <a:xfrm>
                  <a:off x="4065087" y="4226657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398" name="Gruppieren 397">
                <a:extLst>
                  <a:ext uri="{FF2B5EF4-FFF2-40B4-BE49-F238E27FC236}">
                    <a16:creationId xmlns:a16="http://schemas.microsoft.com/office/drawing/2014/main" id="{BD2330A5-53D2-DF44-C387-979E2135012B}"/>
                  </a:ext>
                </a:extLst>
              </p:cNvPr>
              <p:cNvGrpSpPr/>
              <p:nvPr/>
            </p:nvGrpSpPr>
            <p:grpSpPr>
              <a:xfrm>
                <a:off x="4531810" y="2875265"/>
                <a:ext cx="72000" cy="1974792"/>
                <a:chOff x="4065087" y="2323865"/>
                <a:chExt cx="72000" cy="1974792"/>
              </a:xfrm>
            </p:grpSpPr>
            <p:sp>
              <p:nvSpPr>
                <p:cNvPr id="399" name="Ellipse 398">
                  <a:extLst>
                    <a:ext uri="{FF2B5EF4-FFF2-40B4-BE49-F238E27FC236}">
                      <a16:creationId xmlns:a16="http://schemas.microsoft.com/office/drawing/2014/main" id="{0EF13AC3-F415-69FF-102F-A15903D3D4AF}"/>
                    </a:ext>
                  </a:extLst>
                </p:cNvPr>
                <p:cNvSpPr/>
                <p:nvPr/>
              </p:nvSpPr>
              <p:spPr>
                <a:xfrm>
                  <a:off x="4065087" y="2323865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00" name="Ellipse 399">
                  <a:extLst>
                    <a:ext uri="{FF2B5EF4-FFF2-40B4-BE49-F238E27FC236}">
                      <a16:creationId xmlns:a16="http://schemas.microsoft.com/office/drawing/2014/main" id="{41A025C3-955C-3607-42DF-2B077CED76E0}"/>
                    </a:ext>
                  </a:extLst>
                </p:cNvPr>
                <p:cNvSpPr/>
                <p:nvPr/>
              </p:nvSpPr>
              <p:spPr>
                <a:xfrm>
                  <a:off x="4065087" y="2482431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01" name="Ellipse 400">
                  <a:extLst>
                    <a:ext uri="{FF2B5EF4-FFF2-40B4-BE49-F238E27FC236}">
                      <a16:creationId xmlns:a16="http://schemas.microsoft.com/office/drawing/2014/main" id="{1E8BD8D6-214B-F6D4-EC7D-087A579D6030}"/>
                    </a:ext>
                  </a:extLst>
                </p:cNvPr>
                <p:cNvSpPr/>
                <p:nvPr/>
              </p:nvSpPr>
              <p:spPr>
                <a:xfrm>
                  <a:off x="4065087" y="2640997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02" name="Ellipse 401">
                  <a:extLst>
                    <a:ext uri="{FF2B5EF4-FFF2-40B4-BE49-F238E27FC236}">
                      <a16:creationId xmlns:a16="http://schemas.microsoft.com/office/drawing/2014/main" id="{A216CD6F-0DAC-07A3-765A-D407E3AC3511}"/>
                    </a:ext>
                  </a:extLst>
                </p:cNvPr>
                <p:cNvSpPr/>
                <p:nvPr/>
              </p:nvSpPr>
              <p:spPr>
                <a:xfrm>
                  <a:off x="4065087" y="3116695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03" name="Ellipse 402">
                  <a:extLst>
                    <a:ext uri="{FF2B5EF4-FFF2-40B4-BE49-F238E27FC236}">
                      <a16:creationId xmlns:a16="http://schemas.microsoft.com/office/drawing/2014/main" id="{CA0EA527-4410-EA2E-E500-E7C0F938CA85}"/>
                    </a:ext>
                  </a:extLst>
                </p:cNvPr>
                <p:cNvSpPr/>
                <p:nvPr/>
              </p:nvSpPr>
              <p:spPr>
                <a:xfrm>
                  <a:off x="4065087" y="2958129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04" name="Ellipse 403">
                  <a:extLst>
                    <a:ext uri="{FF2B5EF4-FFF2-40B4-BE49-F238E27FC236}">
                      <a16:creationId xmlns:a16="http://schemas.microsoft.com/office/drawing/2014/main" id="{1680CC26-C58C-9F5D-377F-7E77F37EBE32}"/>
                    </a:ext>
                  </a:extLst>
                </p:cNvPr>
                <p:cNvSpPr/>
                <p:nvPr/>
              </p:nvSpPr>
              <p:spPr>
                <a:xfrm>
                  <a:off x="4065087" y="3275261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05" name="Ellipse 404">
                  <a:extLst>
                    <a:ext uri="{FF2B5EF4-FFF2-40B4-BE49-F238E27FC236}">
                      <a16:creationId xmlns:a16="http://schemas.microsoft.com/office/drawing/2014/main" id="{E977DBCE-A911-FF24-5CE2-B95E18857D1F}"/>
                    </a:ext>
                  </a:extLst>
                </p:cNvPr>
                <p:cNvSpPr/>
                <p:nvPr/>
              </p:nvSpPr>
              <p:spPr>
                <a:xfrm>
                  <a:off x="4065087" y="3592393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06" name="Ellipse 405">
                  <a:extLst>
                    <a:ext uri="{FF2B5EF4-FFF2-40B4-BE49-F238E27FC236}">
                      <a16:creationId xmlns:a16="http://schemas.microsoft.com/office/drawing/2014/main" id="{2865AAAF-A97C-4A00-AD92-B28B143B45E5}"/>
                    </a:ext>
                  </a:extLst>
                </p:cNvPr>
                <p:cNvSpPr/>
                <p:nvPr/>
              </p:nvSpPr>
              <p:spPr>
                <a:xfrm>
                  <a:off x="4065087" y="2799563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07" name="Ellipse 406">
                  <a:extLst>
                    <a:ext uri="{FF2B5EF4-FFF2-40B4-BE49-F238E27FC236}">
                      <a16:creationId xmlns:a16="http://schemas.microsoft.com/office/drawing/2014/main" id="{B15CF81E-F594-E74E-5CDE-94E60852EBFE}"/>
                    </a:ext>
                  </a:extLst>
                </p:cNvPr>
                <p:cNvSpPr/>
                <p:nvPr/>
              </p:nvSpPr>
              <p:spPr>
                <a:xfrm>
                  <a:off x="4065087" y="3750959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08" name="Ellipse 407">
                  <a:extLst>
                    <a:ext uri="{FF2B5EF4-FFF2-40B4-BE49-F238E27FC236}">
                      <a16:creationId xmlns:a16="http://schemas.microsoft.com/office/drawing/2014/main" id="{35B90F23-BEBF-7881-D052-49E733E32F0B}"/>
                    </a:ext>
                  </a:extLst>
                </p:cNvPr>
                <p:cNvSpPr/>
                <p:nvPr/>
              </p:nvSpPr>
              <p:spPr>
                <a:xfrm>
                  <a:off x="4065087" y="3433827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09" name="Ellipse 408">
                  <a:extLst>
                    <a:ext uri="{FF2B5EF4-FFF2-40B4-BE49-F238E27FC236}">
                      <a16:creationId xmlns:a16="http://schemas.microsoft.com/office/drawing/2014/main" id="{C9344D15-B411-6AFB-CBCA-DA87855EB577}"/>
                    </a:ext>
                  </a:extLst>
                </p:cNvPr>
                <p:cNvSpPr/>
                <p:nvPr/>
              </p:nvSpPr>
              <p:spPr>
                <a:xfrm>
                  <a:off x="4065087" y="3909525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10" name="Ellipse 409">
                  <a:extLst>
                    <a:ext uri="{FF2B5EF4-FFF2-40B4-BE49-F238E27FC236}">
                      <a16:creationId xmlns:a16="http://schemas.microsoft.com/office/drawing/2014/main" id="{FD383C14-CA53-DE9C-500C-B41466F1B99D}"/>
                    </a:ext>
                  </a:extLst>
                </p:cNvPr>
                <p:cNvSpPr/>
                <p:nvPr/>
              </p:nvSpPr>
              <p:spPr>
                <a:xfrm>
                  <a:off x="4065087" y="4068091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11" name="Ellipse 410">
                  <a:extLst>
                    <a:ext uri="{FF2B5EF4-FFF2-40B4-BE49-F238E27FC236}">
                      <a16:creationId xmlns:a16="http://schemas.microsoft.com/office/drawing/2014/main" id="{8619FDFE-9505-B7E7-2939-5479C7096F51}"/>
                    </a:ext>
                  </a:extLst>
                </p:cNvPr>
                <p:cNvSpPr/>
                <p:nvPr/>
              </p:nvSpPr>
              <p:spPr>
                <a:xfrm>
                  <a:off x="4065087" y="4226657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468" name="Gruppieren 467">
                <a:extLst>
                  <a:ext uri="{FF2B5EF4-FFF2-40B4-BE49-F238E27FC236}">
                    <a16:creationId xmlns:a16="http://schemas.microsoft.com/office/drawing/2014/main" id="{4ECF2734-FC20-5D1D-FB3B-8A35847B19B2}"/>
                  </a:ext>
                </a:extLst>
              </p:cNvPr>
              <p:cNvGrpSpPr/>
              <p:nvPr/>
            </p:nvGrpSpPr>
            <p:grpSpPr>
              <a:xfrm>
                <a:off x="4687387" y="2875265"/>
                <a:ext cx="72000" cy="1974792"/>
                <a:chOff x="4065087" y="2323865"/>
                <a:chExt cx="72000" cy="1974792"/>
              </a:xfrm>
            </p:grpSpPr>
            <p:sp>
              <p:nvSpPr>
                <p:cNvPr id="469" name="Ellipse 468">
                  <a:extLst>
                    <a:ext uri="{FF2B5EF4-FFF2-40B4-BE49-F238E27FC236}">
                      <a16:creationId xmlns:a16="http://schemas.microsoft.com/office/drawing/2014/main" id="{1E209E62-271C-C033-E0EC-82C9FA7D1442}"/>
                    </a:ext>
                  </a:extLst>
                </p:cNvPr>
                <p:cNvSpPr/>
                <p:nvPr/>
              </p:nvSpPr>
              <p:spPr>
                <a:xfrm>
                  <a:off x="4065087" y="2323865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70" name="Ellipse 469">
                  <a:extLst>
                    <a:ext uri="{FF2B5EF4-FFF2-40B4-BE49-F238E27FC236}">
                      <a16:creationId xmlns:a16="http://schemas.microsoft.com/office/drawing/2014/main" id="{DB97FFF7-A69B-4F7F-C2D7-7D6E7FDC86C0}"/>
                    </a:ext>
                  </a:extLst>
                </p:cNvPr>
                <p:cNvSpPr/>
                <p:nvPr/>
              </p:nvSpPr>
              <p:spPr>
                <a:xfrm>
                  <a:off x="4065087" y="2482431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71" name="Ellipse 470">
                  <a:extLst>
                    <a:ext uri="{FF2B5EF4-FFF2-40B4-BE49-F238E27FC236}">
                      <a16:creationId xmlns:a16="http://schemas.microsoft.com/office/drawing/2014/main" id="{25B9366F-4C84-CEFC-3974-48092CE71344}"/>
                    </a:ext>
                  </a:extLst>
                </p:cNvPr>
                <p:cNvSpPr/>
                <p:nvPr/>
              </p:nvSpPr>
              <p:spPr>
                <a:xfrm>
                  <a:off x="4065087" y="2640997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72" name="Ellipse 471">
                  <a:extLst>
                    <a:ext uri="{FF2B5EF4-FFF2-40B4-BE49-F238E27FC236}">
                      <a16:creationId xmlns:a16="http://schemas.microsoft.com/office/drawing/2014/main" id="{937F974D-4A80-6237-EBC2-D8F352037673}"/>
                    </a:ext>
                  </a:extLst>
                </p:cNvPr>
                <p:cNvSpPr/>
                <p:nvPr/>
              </p:nvSpPr>
              <p:spPr>
                <a:xfrm>
                  <a:off x="4065087" y="3116695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73" name="Ellipse 472">
                  <a:extLst>
                    <a:ext uri="{FF2B5EF4-FFF2-40B4-BE49-F238E27FC236}">
                      <a16:creationId xmlns:a16="http://schemas.microsoft.com/office/drawing/2014/main" id="{7A8ED1F7-EEC4-ADE4-6CBF-2377A741DB8B}"/>
                    </a:ext>
                  </a:extLst>
                </p:cNvPr>
                <p:cNvSpPr/>
                <p:nvPr/>
              </p:nvSpPr>
              <p:spPr>
                <a:xfrm>
                  <a:off x="4065087" y="2958129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74" name="Ellipse 473">
                  <a:extLst>
                    <a:ext uri="{FF2B5EF4-FFF2-40B4-BE49-F238E27FC236}">
                      <a16:creationId xmlns:a16="http://schemas.microsoft.com/office/drawing/2014/main" id="{CE73A77C-E89D-A6C5-2C47-DA1A176FE5D5}"/>
                    </a:ext>
                  </a:extLst>
                </p:cNvPr>
                <p:cNvSpPr/>
                <p:nvPr/>
              </p:nvSpPr>
              <p:spPr>
                <a:xfrm>
                  <a:off x="4065087" y="3275261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75" name="Ellipse 474">
                  <a:extLst>
                    <a:ext uri="{FF2B5EF4-FFF2-40B4-BE49-F238E27FC236}">
                      <a16:creationId xmlns:a16="http://schemas.microsoft.com/office/drawing/2014/main" id="{AF9D6CBC-2D76-D51E-F4C1-9B57066D05E7}"/>
                    </a:ext>
                  </a:extLst>
                </p:cNvPr>
                <p:cNvSpPr/>
                <p:nvPr/>
              </p:nvSpPr>
              <p:spPr>
                <a:xfrm>
                  <a:off x="4065087" y="3592393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76" name="Ellipse 475">
                  <a:extLst>
                    <a:ext uri="{FF2B5EF4-FFF2-40B4-BE49-F238E27FC236}">
                      <a16:creationId xmlns:a16="http://schemas.microsoft.com/office/drawing/2014/main" id="{0A6EB5F4-5B12-B888-E565-E33A1F8F086B}"/>
                    </a:ext>
                  </a:extLst>
                </p:cNvPr>
                <p:cNvSpPr/>
                <p:nvPr/>
              </p:nvSpPr>
              <p:spPr>
                <a:xfrm>
                  <a:off x="4065087" y="2799563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77" name="Ellipse 476">
                  <a:extLst>
                    <a:ext uri="{FF2B5EF4-FFF2-40B4-BE49-F238E27FC236}">
                      <a16:creationId xmlns:a16="http://schemas.microsoft.com/office/drawing/2014/main" id="{9E00C758-23C9-0836-A011-0F075E7492C9}"/>
                    </a:ext>
                  </a:extLst>
                </p:cNvPr>
                <p:cNvSpPr/>
                <p:nvPr/>
              </p:nvSpPr>
              <p:spPr>
                <a:xfrm>
                  <a:off x="4065087" y="3750959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78" name="Ellipse 477">
                  <a:extLst>
                    <a:ext uri="{FF2B5EF4-FFF2-40B4-BE49-F238E27FC236}">
                      <a16:creationId xmlns:a16="http://schemas.microsoft.com/office/drawing/2014/main" id="{B36DA77E-92DA-0DFB-E272-5061927BF198}"/>
                    </a:ext>
                  </a:extLst>
                </p:cNvPr>
                <p:cNvSpPr/>
                <p:nvPr/>
              </p:nvSpPr>
              <p:spPr>
                <a:xfrm>
                  <a:off x="4065087" y="3433827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79" name="Ellipse 478">
                  <a:extLst>
                    <a:ext uri="{FF2B5EF4-FFF2-40B4-BE49-F238E27FC236}">
                      <a16:creationId xmlns:a16="http://schemas.microsoft.com/office/drawing/2014/main" id="{1D6E2F72-035E-A699-D012-7609D007E116}"/>
                    </a:ext>
                  </a:extLst>
                </p:cNvPr>
                <p:cNvSpPr/>
                <p:nvPr/>
              </p:nvSpPr>
              <p:spPr>
                <a:xfrm>
                  <a:off x="4065087" y="3909525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80" name="Ellipse 479">
                  <a:extLst>
                    <a:ext uri="{FF2B5EF4-FFF2-40B4-BE49-F238E27FC236}">
                      <a16:creationId xmlns:a16="http://schemas.microsoft.com/office/drawing/2014/main" id="{8F1A768F-F169-BDCC-5FCF-FB10F0D459C0}"/>
                    </a:ext>
                  </a:extLst>
                </p:cNvPr>
                <p:cNvSpPr/>
                <p:nvPr/>
              </p:nvSpPr>
              <p:spPr>
                <a:xfrm>
                  <a:off x="4065087" y="4068091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81" name="Ellipse 480">
                  <a:extLst>
                    <a:ext uri="{FF2B5EF4-FFF2-40B4-BE49-F238E27FC236}">
                      <a16:creationId xmlns:a16="http://schemas.microsoft.com/office/drawing/2014/main" id="{A4036A4A-9F53-3748-C2C6-0F872FA8E1B4}"/>
                    </a:ext>
                  </a:extLst>
                </p:cNvPr>
                <p:cNvSpPr/>
                <p:nvPr/>
              </p:nvSpPr>
              <p:spPr>
                <a:xfrm>
                  <a:off x="4065087" y="4226657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</p:grpSp>
      </p:grpSp>
      <p:sp>
        <p:nvSpPr>
          <p:cNvPr id="486" name="Textfeld 485">
            <a:extLst>
              <a:ext uri="{FF2B5EF4-FFF2-40B4-BE49-F238E27FC236}">
                <a16:creationId xmlns:a16="http://schemas.microsoft.com/office/drawing/2014/main" id="{BB0728D6-E80A-948B-A266-6B27609081C1}"/>
              </a:ext>
            </a:extLst>
          </p:cNvPr>
          <p:cNvSpPr txBox="1"/>
          <p:nvPr/>
        </p:nvSpPr>
        <p:spPr>
          <a:xfrm>
            <a:off x="5874488" y="1996836"/>
            <a:ext cx="953787" cy="15613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GB" sz="1000" b="1" dirty="0">
                <a:solidFill>
                  <a:prstClr val="black"/>
                </a:solidFill>
                <a:latin typeface="Arial"/>
              </a:rPr>
              <a:t>Low-resolution </a:t>
            </a:r>
            <a:endParaRPr kumimoji="0" lang="en-GB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487" name="Gruppieren 486">
            <a:extLst>
              <a:ext uri="{FF2B5EF4-FFF2-40B4-BE49-F238E27FC236}">
                <a16:creationId xmlns:a16="http://schemas.microsoft.com/office/drawing/2014/main" id="{10E77B87-E56D-5D86-39B9-80C209B8C49C}"/>
              </a:ext>
            </a:extLst>
          </p:cNvPr>
          <p:cNvGrpSpPr/>
          <p:nvPr/>
        </p:nvGrpSpPr>
        <p:grpSpPr>
          <a:xfrm>
            <a:off x="5908469" y="2196494"/>
            <a:ext cx="885825" cy="2163109"/>
            <a:chOff x="4149724" y="2199341"/>
            <a:chExt cx="885825" cy="2163109"/>
          </a:xfrm>
        </p:grpSpPr>
        <p:sp>
          <p:nvSpPr>
            <p:cNvPr id="488" name="Rechteck: abgerundete Ecken 487">
              <a:extLst>
                <a:ext uri="{FF2B5EF4-FFF2-40B4-BE49-F238E27FC236}">
                  <a16:creationId xmlns:a16="http://schemas.microsoft.com/office/drawing/2014/main" id="{FD628B25-97F0-75EA-06CA-8B5AE2CED17C}"/>
                </a:ext>
              </a:extLst>
            </p:cNvPr>
            <p:cNvSpPr/>
            <p:nvPr/>
          </p:nvSpPr>
          <p:spPr>
            <a:xfrm>
              <a:off x="4149724" y="2199341"/>
              <a:ext cx="885825" cy="2163109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180000" rtlCol="0" anchor="ctr"/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grpSp>
          <p:nvGrpSpPr>
            <p:cNvPr id="489" name="Gruppieren 488">
              <a:extLst>
                <a:ext uri="{FF2B5EF4-FFF2-40B4-BE49-F238E27FC236}">
                  <a16:creationId xmlns:a16="http://schemas.microsoft.com/office/drawing/2014/main" id="{822BB369-4AAF-EB4A-5DB1-2414A93D6944}"/>
                </a:ext>
              </a:extLst>
            </p:cNvPr>
            <p:cNvGrpSpPr/>
            <p:nvPr/>
          </p:nvGrpSpPr>
          <p:grpSpPr>
            <a:xfrm>
              <a:off x="4245486" y="2293499"/>
              <a:ext cx="694300" cy="1974792"/>
              <a:chOff x="4065087" y="2875265"/>
              <a:chExt cx="694300" cy="1974792"/>
            </a:xfrm>
          </p:grpSpPr>
          <p:grpSp>
            <p:nvGrpSpPr>
              <p:cNvPr id="490" name="Gruppieren 489">
                <a:extLst>
                  <a:ext uri="{FF2B5EF4-FFF2-40B4-BE49-F238E27FC236}">
                    <a16:creationId xmlns:a16="http://schemas.microsoft.com/office/drawing/2014/main" id="{4DDC0E0F-D43A-D8CA-0D9B-D0C68726E5B9}"/>
                  </a:ext>
                </a:extLst>
              </p:cNvPr>
              <p:cNvGrpSpPr/>
              <p:nvPr/>
            </p:nvGrpSpPr>
            <p:grpSpPr>
              <a:xfrm>
                <a:off x="4065087" y="2875265"/>
                <a:ext cx="72000" cy="1974792"/>
                <a:chOff x="4065087" y="2323865"/>
                <a:chExt cx="72000" cy="1974792"/>
              </a:xfrm>
            </p:grpSpPr>
            <p:sp>
              <p:nvSpPr>
                <p:cNvPr id="547" name="Ellipse 546">
                  <a:extLst>
                    <a:ext uri="{FF2B5EF4-FFF2-40B4-BE49-F238E27FC236}">
                      <a16:creationId xmlns:a16="http://schemas.microsoft.com/office/drawing/2014/main" id="{0194B01F-1865-FDB5-5439-0463F7D27BD0}"/>
                    </a:ext>
                  </a:extLst>
                </p:cNvPr>
                <p:cNvSpPr/>
                <p:nvPr/>
              </p:nvSpPr>
              <p:spPr>
                <a:xfrm>
                  <a:off x="4065087" y="2323865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549" name="Ellipse 548">
                  <a:extLst>
                    <a:ext uri="{FF2B5EF4-FFF2-40B4-BE49-F238E27FC236}">
                      <a16:creationId xmlns:a16="http://schemas.microsoft.com/office/drawing/2014/main" id="{8B0044E3-9847-6704-5D42-F315737819F2}"/>
                    </a:ext>
                  </a:extLst>
                </p:cNvPr>
                <p:cNvSpPr/>
                <p:nvPr/>
              </p:nvSpPr>
              <p:spPr>
                <a:xfrm>
                  <a:off x="4065087" y="2640997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551" name="Ellipse 550">
                  <a:extLst>
                    <a:ext uri="{FF2B5EF4-FFF2-40B4-BE49-F238E27FC236}">
                      <a16:creationId xmlns:a16="http://schemas.microsoft.com/office/drawing/2014/main" id="{49759E1A-ABAD-70B0-2DF7-570B3AD18FF4}"/>
                    </a:ext>
                  </a:extLst>
                </p:cNvPr>
                <p:cNvSpPr/>
                <p:nvPr/>
              </p:nvSpPr>
              <p:spPr>
                <a:xfrm>
                  <a:off x="4065087" y="2958129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552" name="Ellipse 551">
                  <a:extLst>
                    <a:ext uri="{FF2B5EF4-FFF2-40B4-BE49-F238E27FC236}">
                      <a16:creationId xmlns:a16="http://schemas.microsoft.com/office/drawing/2014/main" id="{0BFE0713-409D-B796-8DF0-06F8FCB9BE59}"/>
                    </a:ext>
                  </a:extLst>
                </p:cNvPr>
                <p:cNvSpPr/>
                <p:nvPr/>
              </p:nvSpPr>
              <p:spPr>
                <a:xfrm>
                  <a:off x="4065087" y="3275261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553" name="Ellipse 552">
                  <a:extLst>
                    <a:ext uri="{FF2B5EF4-FFF2-40B4-BE49-F238E27FC236}">
                      <a16:creationId xmlns:a16="http://schemas.microsoft.com/office/drawing/2014/main" id="{0807CD91-4512-7A6A-F3CE-9C3D70A6A775}"/>
                    </a:ext>
                  </a:extLst>
                </p:cNvPr>
                <p:cNvSpPr/>
                <p:nvPr/>
              </p:nvSpPr>
              <p:spPr>
                <a:xfrm>
                  <a:off x="4065087" y="3592393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557" name="Ellipse 556">
                  <a:extLst>
                    <a:ext uri="{FF2B5EF4-FFF2-40B4-BE49-F238E27FC236}">
                      <a16:creationId xmlns:a16="http://schemas.microsoft.com/office/drawing/2014/main" id="{7EC9A788-DC86-63B4-5587-E6784F319C00}"/>
                    </a:ext>
                  </a:extLst>
                </p:cNvPr>
                <p:cNvSpPr/>
                <p:nvPr/>
              </p:nvSpPr>
              <p:spPr>
                <a:xfrm>
                  <a:off x="4065087" y="3909525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559" name="Ellipse 558">
                  <a:extLst>
                    <a:ext uri="{FF2B5EF4-FFF2-40B4-BE49-F238E27FC236}">
                      <a16:creationId xmlns:a16="http://schemas.microsoft.com/office/drawing/2014/main" id="{FE1ACFBD-3DD2-3E89-AFDD-CF14F7D0C148}"/>
                    </a:ext>
                  </a:extLst>
                </p:cNvPr>
                <p:cNvSpPr/>
                <p:nvPr/>
              </p:nvSpPr>
              <p:spPr>
                <a:xfrm>
                  <a:off x="4065087" y="4226657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492" name="Gruppieren 491">
                <a:extLst>
                  <a:ext uri="{FF2B5EF4-FFF2-40B4-BE49-F238E27FC236}">
                    <a16:creationId xmlns:a16="http://schemas.microsoft.com/office/drawing/2014/main" id="{1786B429-CFD4-1661-11D6-CA8404BF892D}"/>
                  </a:ext>
                </a:extLst>
              </p:cNvPr>
              <p:cNvGrpSpPr/>
              <p:nvPr/>
            </p:nvGrpSpPr>
            <p:grpSpPr>
              <a:xfrm>
                <a:off x="4376235" y="2875265"/>
                <a:ext cx="72000" cy="1974792"/>
                <a:chOff x="4065087" y="2323865"/>
                <a:chExt cx="72000" cy="1974792"/>
              </a:xfrm>
            </p:grpSpPr>
            <p:sp>
              <p:nvSpPr>
                <p:cNvPr id="521" name="Ellipse 520">
                  <a:extLst>
                    <a:ext uri="{FF2B5EF4-FFF2-40B4-BE49-F238E27FC236}">
                      <a16:creationId xmlns:a16="http://schemas.microsoft.com/office/drawing/2014/main" id="{CE2CEA20-84D9-B88D-8276-29EAA46886EC}"/>
                    </a:ext>
                  </a:extLst>
                </p:cNvPr>
                <p:cNvSpPr/>
                <p:nvPr/>
              </p:nvSpPr>
              <p:spPr>
                <a:xfrm>
                  <a:off x="4065087" y="2323865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523" name="Ellipse 522">
                  <a:extLst>
                    <a:ext uri="{FF2B5EF4-FFF2-40B4-BE49-F238E27FC236}">
                      <a16:creationId xmlns:a16="http://schemas.microsoft.com/office/drawing/2014/main" id="{7CF8D55D-8F0B-EBC3-8999-6F7921003D6A}"/>
                    </a:ext>
                  </a:extLst>
                </p:cNvPr>
                <p:cNvSpPr/>
                <p:nvPr/>
              </p:nvSpPr>
              <p:spPr>
                <a:xfrm>
                  <a:off x="4065087" y="2640997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525" name="Ellipse 524">
                  <a:extLst>
                    <a:ext uri="{FF2B5EF4-FFF2-40B4-BE49-F238E27FC236}">
                      <a16:creationId xmlns:a16="http://schemas.microsoft.com/office/drawing/2014/main" id="{CF01BD1E-422E-E6D9-90D2-63B4D2113CC9}"/>
                    </a:ext>
                  </a:extLst>
                </p:cNvPr>
                <p:cNvSpPr/>
                <p:nvPr/>
              </p:nvSpPr>
              <p:spPr>
                <a:xfrm>
                  <a:off x="4065087" y="2958129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526" name="Ellipse 525">
                  <a:extLst>
                    <a:ext uri="{FF2B5EF4-FFF2-40B4-BE49-F238E27FC236}">
                      <a16:creationId xmlns:a16="http://schemas.microsoft.com/office/drawing/2014/main" id="{462CFE09-A06E-48ED-9387-A13F840FDCE6}"/>
                    </a:ext>
                  </a:extLst>
                </p:cNvPr>
                <p:cNvSpPr/>
                <p:nvPr/>
              </p:nvSpPr>
              <p:spPr>
                <a:xfrm>
                  <a:off x="4065087" y="3275261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527" name="Ellipse 526">
                  <a:extLst>
                    <a:ext uri="{FF2B5EF4-FFF2-40B4-BE49-F238E27FC236}">
                      <a16:creationId xmlns:a16="http://schemas.microsoft.com/office/drawing/2014/main" id="{1E07B1F6-5F0F-5B09-B8A2-A49DB0840A1E}"/>
                    </a:ext>
                  </a:extLst>
                </p:cNvPr>
                <p:cNvSpPr/>
                <p:nvPr/>
              </p:nvSpPr>
              <p:spPr>
                <a:xfrm>
                  <a:off x="4065087" y="3592393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531" name="Ellipse 530">
                  <a:extLst>
                    <a:ext uri="{FF2B5EF4-FFF2-40B4-BE49-F238E27FC236}">
                      <a16:creationId xmlns:a16="http://schemas.microsoft.com/office/drawing/2014/main" id="{1510498F-CBAD-A440-9927-3413F5754540}"/>
                    </a:ext>
                  </a:extLst>
                </p:cNvPr>
                <p:cNvSpPr/>
                <p:nvPr/>
              </p:nvSpPr>
              <p:spPr>
                <a:xfrm>
                  <a:off x="4065087" y="3909525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533" name="Ellipse 532">
                  <a:extLst>
                    <a:ext uri="{FF2B5EF4-FFF2-40B4-BE49-F238E27FC236}">
                      <a16:creationId xmlns:a16="http://schemas.microsoft.com/office/drawing/2014/main" id="{0DCA0A4C-92F2-14AA-3054-2DCC44F72FDE}"/>
                    </a:ext>
                  </a:extLst>
                </p:cNvPr>
                <p:cNvSpPr/>
                <p:nvPr/>
              </p:nvSpPr>
              <p:spPr>
                <a:xfrm>
                  <a:off x="4065087" y="4226657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494" name="Gruppieren 493">
                <a:extLst>
                  <a:ext uri="{FF2B5EF4-FFF2-40B4-BE49-F238E27FC236}">
                    <a16:creationId xmlns:a16="http://schemas.microsoft.com/office/drawing/2014/main" id="{304F8C71-8962-372E-E5AE-41836319A9BD}"/>
                  </a:ext>
                </a:extLst>
              </p:cNvPr>
              <p:cNvGrpSpPr/>
              <p:nvPr/>
            </p:nvGrpSpPr>
            <p:grpSpPr>
              <a:xfrm>
                <a:off x="4687387" y="2875265"/>
                <a:ext cx="72000" cy="1974792"/>
                <a:chOff x="4065087" y="2323865"/>
                <a:chExt cx="72000" cy="1974792"/>
              </a:xfrm>
            </p:grpSpPr>
            <p:sp>
              <p:nvSpPr>
                <p:cNvPr id="495" name="Ellipse 494">
                  <a:extLst>
                    <a:ext uri="{FF2B5EF4-FFF2-40B4-BE49-F238E27FC236}">
                      <a16:creationId xmlns:a16="http://schemas.microsoft.com/office/drawing/2014/main" id="{99ED6B3A-33D1-EA87-257C-C4CBDAC0F715}"/>
                    </a:ext>
                  </a:extLst>
                </p:cNvPr>
                <p:cNvSpPr/>
                <p:nvPr/>
              </p:nvSpPr>
              <p:spPr>
                <a:xfrm>
                  <a:off x="4065087" y="2323865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97" name="Ellipse 496">
                  <a:extLst>
                    <a:ext uri="{FF2B5EF4-FFF2-40B4-BE49-F238E27FC236}">
                      <a16:creationId xmlns:a16="http://schemas.microsoft.com/office/drawing/2014/main" id="{9D09B7A4-A565-EA47-43FF-3E63556002BC}"/>
                    </a:ext>
                  </a:extLst>
                </p:cNvPr>
                <p:cNvSpPr/>
                <p:nvPr/>
              </p:nvSpPr>
              <p:spPr>
                <a:xfrm>
                  <a:off x="4065087" y="2640997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99" name="Ellipse 498">
                  <a:extLst>
                    <a:ext uri="{FF2B5EF4-FFF2-40B4-BE49-F238E27FC236}">
                      <a16:creationId xmlns:a16="http://schemas.microsoft.com/office/drawing/2014/main" id="{4652FD03-42E2-9EA1-7748-9A481323298D}"/>
                    </a:ext>
                  </a:extLst>
                </p:cNvPr>
                <p:cNvSpPr/>
                <p:nvPr/>
              </p:nvSpPr>
              <p:spPr>
                <a:xfrm>
                  <a:off x="4065087" y="2958129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500" name="Ellipse 499">
                  <a:extLst>
                    <a:ext uri="{FF2B5EF4-FFF2-40B4-BE49-F238E27FC236}">
                      <a16:creationId xmlns:a16="http://schemas.microsoft.com/office/drawing/2014/main" id="{438BA9A2-9F9F-9D25-133F-FA723F6BA979}"/>
                    </a:ext>
                  </a:extLst>
                </p:cNvPr>
                <p:cNvSpPr/>
                <p:nvPr/>
              </p:nvSpPr>
              <p:spPr>
                <a:xfrm>
                  <a:off x="4065087" y="3275261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501" name="Ellipse 500">
                  <a:extLst>
                    <a:ext uri="{FF2B5EF4-FFF2-40B4-BE49-F238E27FC236}">
                      <a16:creationId xmlns:a16="http://schemas.microsoft.com/office/drawing/2014/main" id="{E0CF74BE-9DD5-58EA-2CF3-E6FF7B81739C}"/>
                    </a:ext>
                  </a:extLst>
                </p:cNvPr>
                <p:cNvSpPr/>
                <p:nvPr/>
              </p:nvSpPr>
              <p:spPr>
                <a:xfrm>
                  <a:off x="4065087" y="3592393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505" name="Ellipse 504">
                  <a:extLst>
                    <a:ext uri="{FF2B5EF4-FFF2-40B4-BE49-F238E27FC236}">
                      <a16:creationId xmlns:a16="http://schemas.microsoft.com/office/drawing/2014/main" id="{B76C2E97-45C5-F806-8EC7-A2BFDD5EFA46}"/>
                    </a:ext>
                  </a:extLst>
                </p:cNvPr>
                <p:cNvSpPr/>
                <p:nvPr/>
              </p:nvSpPr>
              <p:spPr>
                <a:xfrm>
                  <a:off x="4065087" y="3909525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507" name="Ellipse 506">
                  <a:extLst>
                    <a:ext uri="{FF2B5EF4-FFF2-40B4-BE49-F238E27FC236}">
                      <a16:creationId xmlns:a16="http://schemas.microsoft.com/office/drawing/2014/main" id="{BC0F5C72-352D-82C4-9E1F-9AB1306EB989}"/>
                    </a:ext>
                  </a:extLst>
                </p:cNvPr>
                <p:cNvSpPr/>
                <p:nvPr/>
              </p:nvSpPr>
              <p:spPr>
                <a:xfrm>
                  <a:off x="4065087" y="4226657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5887674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5973E76-EC0D-84BA-F6A4-A1C519A4D14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574447" y="6634666"/>
            <a:ext cx="692497" cy="153888"/>
          </a:xfrm>
        </p:spPr>
        <p:txBody>
          <a:bodyPr/>
          <a:lstStyle/>
          <a:p>
            <a:fld id="{0B4FCF17-48A0-4939-9B86-4A0E590241E6}" type="datetime4">
              <a:rPr lang="de-DE" sz="1000" smtClean="0"/>
              <a:t>9. Juni 2024</a:t>
            </a:fld>
            <a:endParaRPr lang="de-DE" sz="1000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0B4611C-2B45-913B-14B0-B574DCB31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8319" y="6634666"/>
            <a:ext cx="5469732" cy="153888"/>
          </a:xfrm>
        </p:spPr>
        <p:txBody>
          <a:bodyPr/>
          <a:lstStyle/>
          <a:p>
            <a:r>
              <a:rPr lang="de-DE" sz="1000"/>
              <a:t>Technische Fakultät</a:t>
            </a:r>
            <a:endParaRPr lang="de-DE" sz="10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7B05C4C-AA2F-5815-6802-65D4D1C63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05531" y="6634666"/>
            <a:ext cx="70532" cy="153888"/>
          </a:xfrm>
        </p:spPr>
        <p:txBody>
          <a:bodyPr/>
          <a:lstStyle/>
          <a:p>
            <a:fld id="{D949F9DF-37BD-4CD6-BF49-65BA579E1D7A}" type="slidenum">
              <a:rPr lang="de-DE" sz="1000" smtClean="0"/>
              <a:pPr/>
              <a:t>4</a:t>
            </a:fld>
            <a:endParaRPr lang="de-DE" sz="100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E730828-FF25-ADA5-1946-72137AD07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138499"/>
          </a:xfrm>
        </p:spPr>
        <p:txBody>
          <a:bodyPr/>
          <a:lstStyle/>
          <a:p>
            <a:r>
              <a:rPr lang="en-GB" sz="1000" dirty="0"/>
              <a:t>Generator 1</a:t>
            </a:r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3AF924C1-B113-25EA-9044-5CEB285C0E9C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/>
        <p:txBody>
          <a:bodyPr>
            <a:normAutofit/>
          </a:bodyPr>
          <a:lstStyle/>
          <a:p>
            <a:endParaRPr lang="en-GB" sz="1000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32AC9C3-90DE-FA52-6EA9-DE1DA14E8F73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156133"/>
          </a:xfrm>
        </p:spPr>
        <p:txBody>
          <a:bodyPr/>
          <a:lstStyle/>
          <a:p>
            <a:r>
              <a:rPr lang="en-GB" sz="1000" dirty="0" err="1">
                <a:solidFill>
                  <a:srgbClr val="FF0000"/>
                </a:solidFill>
              </a:rPr>
              <a:t>Residua´l</a:t>
            </a:r>
            <a:r>
              <a:rPr lang="en-GB" sz="1000" dirty="0">
                <a:solidFill>
                  <a:srgbClr val="FF0000"/>
                </a:solidFill>
              </a:rPr>
              <a:t> connections </a:t>
            </a:r>
            <a:r>
              <a:rPr lang="en-GB" sz="1000" dirty="0" err="1">
                <a:solidFill>
                  <a:srgbClr val="FF0000"/>
                </a:solidFill>
              </a:rPr>
              <a:t>fehlen</a:t>
            </a:r>
            <a:r>
              <a:rPr lang="en-GB" sz="1000" dirty="0">
                <a:solidFill>
                  <a:srgbClr val="FF0000"/>
                </a:solidFill>
              </a:rPr>
              <a:t> </a:t>
            </a:r>
            <a:r>
              <a:rPr lang="en-GB" sz="1000" dirty="0" err="1">
                <a:solidFill>
                  <a:srgbClr val="FF0000"/>
                </a:solidFill>
              </a:rPr>
              <a:t>noch</a:t>
            </a:r>
            <a:r>
              <a:rPr lang="en-GB" sz="1000" dirty="0">
                <a:solidFill>
                  <a:srgbClr val="FF0000"/>
                </a:solidFill>
              </a:rPr>
              <a:t>!!!!!!!! + </a:t>
            </a:r>
            <a:r>
              <a:rPr lang="en-GB" sz="1000" dirty="0" err="1">
                <a:solidFill>
                  <a:srgbClr val="FF0000"/>
                </a:solidFill>
              </a:rPr>
              <a:t>inpiut</a:t>
            </a:r>
            <a:r>
              <a:rPr lang="en-GB" sz="1000" dirty="0">
                <a:solidFill>
                  <a:srgbClr val="FF0000"/>
                </a:solidFill>
              </a:rPr>
              <a:t> und output</a:t>
            </a:r>
          </a:p>
        </p:txBody>
      </p:sp>
      <p:sp>
        <p:nvSpPr>
          <p:cNvPr id="69" name="Rechteck 68">
            <a:extLst>
              <a:ext uri="{FF2B5EF4-FFF2-40B4-BE49-F238E27FC236}">
                <a16:creationId xmlns:a16="http://schemas.microsoft.com/office/drawing/2014/main" id="{C2D31750-01F1-CAC6-A670-1E8807F98562}"/>
              </a:ext>
            </a:extLst>
          </p:cNvPr>
          <p:cNvSpPr/>
          <p:nvPr/>
        </p:nvSpPr>
        <p:spPr>
          <a:xfrm>
            <a:off x="658322" y="2759566"/>
            <a:ext cx="5760000" cy="304953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189" name="Gerader Verbinder 188">
            <a:extLst>
              <a:ext uri="{FF2B5EF4-FFF2-40B4-BE49-F238E27FC236}">
                <a16:creationId xmlns:a16="http://schemas.microsoft.com/office/drawing/2014/main" id="{872139FA-363F-BEBA-BCCF-3B87C5D46E79}"/>
              </a:ext>
            </a:extLst>
          </p:cNvPr>
          <p:cNvCxnSpPr>
            <a:cxnSpLocks/>
            <a:stCxn id="217" idx="3"/>
          </p:cNvCxnSpPr>
          <p:nvPr/>
        </p:nvCxnSpPr>
        <p:spPr>
          <a:xfrm>
            <a:off x="903910" y="3750132"/>
            <a:ext cx="4413065" cy="0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453CE044-F8E0-C533-5276-CEFB9CF193E0}"/>
              </a:ext>
            </a:extLst>
          </p:cNvPr>
          <p:cNvSpPr/>
          <p:nvPr/>
        </p:nvSpPr>
        <p:spPr>
          <a:xfrm>
            <a:off x="994679" y="3104685"/>
            <a:ext cx="165445" cy="129089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36000" rIns="36000" bIns="36000" rtlCol="0" anchor="ctr"/>
          <a:lstStyle/>
          <a:p>
            <a:pPr algn="ctr"/>
            <a:r>
              <a:rPr lang="en-GB" sz="1000" dirty="0">
                <a:solidFill>
                  <a:sysClr val="windowText" lastClr="000000"/>
                </a:solidFill>
              </a:rPr>
              <a:t>2D Conv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001EE6F3-F4A3-EADC-B830-8FC606573BF8}"/>
              </a:ext>
            </a:extLst>
          </p:cNvPr>
          <p:cNvSpPr/>
          <p:nvPr/>
        </p:nvSpPr>
        <p:spPr>
          <a:xfrm>
            <a:off x="1250894" y="3104685"/>
            <a:ext cx="165445" cy="1290893"/>
          </a:xfrm>
          <a:prstGeom prst="rect">
            <a:avLst/>
          </a:prstGeom>
          <a:solidFill>
            <a:srgbClr val="FDB73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36000" rIns="36000" bIns="36000" rtlCol="0" anchor="ctr"/>
          <a:lstStyle/>
          <a:p>
            <a:pPr algn="ctr"/>
            <a:r>
              <a:rPr lang="en-GB" sz="1000" dirty="0" err="1">
                <a:solidFill>
                  <a:sysClr val="windowText" lastClr="000000"/>
                </a:solidFill>
              </a:rPr>
              <a:t>PReLU</a:t>
            </a:r>
            <a:endParaRPr lang="en-GB" sz="1000" dirty="0">
              <a:solidFill>
                <a:sysClr val="windowText" lastClr="000000"/>
              </a:solidFill>
            </a:endParaRPr>
          </a:p>
        </p:txBody>
      </p:sp>
      <p:grpSp>
        <p:nvGrpSpPr>
          <p:cNvPr id="80" name="Gruppieren 79">
            <a:extLst>
              <a:ext uri="{FF2B5EF4-FFF2-40B4-BE49-F238E27FC236}">
                <a16:creationId xmlns:a16="http://schemas.microsoft.com/office/drawing/2014/main" id="{11C49906-80B3-4518-1087-7EC1C35A98BA}"/>
              </a:ext>
            </a:extLst>
          </p:cNvPr>
          <p:cNvGrpSpPr/>
          <p:nvPr/>
        </p:nvGrpSpPr>
        <p:grpSpPr>
          <a:xfrm>
            <a:off x="1507109" y="3104685"/>
            <a:ext cx="1187168" cy="1290893"/>
            <a:chOff x="2404116" y="2967524"/>
            <a:chExt cx="1291608" cy="1548000"/>
          </a:xfrm>
        </p:grpSpPr>
        <p:sp>
          <p:nvSpPr>
            <p:cNvPr id="62" name="Rechteck 61">
              <a:extLst>
                <a:ext uri="{FF2B5EF4-FFF2-40B4-BE49-F238E27FC236}">
                  <a16:creationId xmlns:a16="http://schemas.microsoft.com/office/drawing/2014/main" id="{0F62EF03-0A69-23E9-9F65-528CAD462C47}"/>
                </a:ext>
              </a:extLst>
            </p:cNvPr>
            <p:cNvSpPr/>
            <p:nvPr/>
          </p:nvSpPr>
          <p:spPr>
            <a:xfrm>
              <a:off x="2404116" y="2967524"/>
              <a:ext cx="1291608" cy="154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algn="ctr"/>
              <a:endParaRPr lang="en-GB" sz="1000" dirty="0"/>
            </a:p>
          </p:txBody>
        </p:sp>
        <p:grpSp>
          <p:nvGrpSpPr>
            <p:cNvPr id="79" name="Gruppieren 78">
              <a:extLst>
                <a:ext uri="{FF2B5EF4-FFF2-40B4-BE49-F238E27FC236}">
                  <a16:creationId xmlns:a16="http://schemas.microsoft.com/office/drawing/2014/main" id="{D97957FD-47FE-5953-48D0-4B53A9AA35D6}"/>
                </a:ext>
              </a:extLst>
            </p:cNvPr>
            <p:cNvGrpSpPr/>
            <p:nvPr/>
          </p:nvGrpSpPr>
          <p:grpSpPr>
            <a:xfrm>
              <a:off x="2442095" y="3037888"/>
              <a:ext cx="1215650" cy="1407273"/>
              <a:chOff x="2445761" y="3037888"/>
              <a:chExt cx="1215650" cy="1407273"/>
            </a:xfrm>
          </p:grpSpPr>
          <p:sp>
            <p:nvSpPr>
              <p:cNvPr id="63" name="Rechteck 62">
                <a:extLst>
                  <a:ext uri="{FF2B5EF4-FFF2-40B4-BE49-F238E27FC236}">
                    <a16:creationId xmlns:a16="http://schemas.microsoft.com/office/drawing/2014/main" id="{9ADCD265-FAF7-9AE8-C86E-8CC995D3EC85}"/>
                  </a:ext>
                </a:extLst>
              </p:cNvPr>
              <p:cNvSpPr/>
              <p:nvPr/>
            </p:nvSpPr>
            <p:spPr>
              <a:xfrm>
                <a:off x="2445761" y="3037888"/>
                <a:ext cx="180000" cy="140727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en-GB" sz="1000" dirty="0">
                    <a:solidFill>
                      <a:sysClr val="windowText" lastClr="000000"/>
                    </a:solidFill>
                  </a:rPr>
                  <a:t>2D Conv</a:t>
                </a:r>
              </a:p>
            </p:txBody>
          </p:sp>
          <p:sp>
            <p:nvSpPr>
              <p:cNvPr id="64" name="Rechteck 63">
                <a:extLst>
                  <a:ext uri="{FF2B5EF4-FFF2-40B4-BE49-F238E27FC236}">
                    <a16:creationId xmlns:a16="http://schemas.microsoft.com/office/drawing/2014/main" id="{E742D3C8-1149-3CE3-FDA6-A708BE7D5075}"/>
                  </a:ext>
                </a:extLst>
              </p:cNvPr>
              <p:cNvSpPr/>
              <p:nvPr/>
            </p:nvSpPr>
            <p:spPr>
              <a:xfrm>
                <a:off x="2860021" y="3037888"/>
                <a:ext cx="180000" cy="1407273"/>
              </a:xfrm>
              <a:prstGeom prst="rect">
                <a:avLst/>
              </a:prstGeom>
              <a:solidFill>
                <a:srgbClr val="FDB73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en-GB" sz="1000" dirty="0" err="1">
                    <a:solidFill>
                      <a:sysClr val="windowText" lastClr="000000"/>
                    </a:solidFill>
                  </a:rPr>
                  <a:t>PReLU</a:t>
                </a:r>
                <a:endParaRPr lang="en-GB" sz="100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65" name="Rechteck 64">
                <a:extLst>
                  <a:ext uri="{FF2B5EF4-FFF2-40B4-BE49-F238E27FC236}">
                    <a16:creationId xmlns:a16="http://schemas.microsoft.com/office/drawing/2014/main" id="{6DF7B22D-0DD9-0078-0B41-B1F7607383F3}"/>
                  </a:ext>
                </a:extLst>
              </p:cNvPr>
              <p:cNvSpPr/>
              <p:nvPr/>
            </p:nvSpPr>
            <p:spPr>
              <a:xfrm>
                <a:off x="2652891" y="3037888"/>
                <a:ext cx="180000" cy="1407273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en-GB" sz="1000" dirty="0">
                    <a:solidFill>
                      <a:schemeClr val="tx1"/>
                    </a:solidFill>
                  </a:rPr>
                  <a:t>Batch norm</a:t>
                </a:r>
              </a:p>
            </p:txBody>
          </p:sp>
          <p:sp>
            <p:nvSpPr>
              <p:cNvPr id="66" name="Rechteck 65">
                <a:extLst>
                  <a:ext uri="{FF2B5EF4-FFF2-40B4-BE49-F238E27FC236}">
                    <a16:creationId xmlns:a16="http://schemas.microsoft.com/office/drawing/2014/main" id="{6F160F2D-ED92-4E57-4904-FA2271CA3C75}"/>
                  </a:ext>
                </a:extLst>
              </p:cNvPr>
              <p:cNvSpPr/>
              <p:nvPr/>
            </p:nvSpPr>
            <p:spPr>
              <a:xfrm>
                <a:off x="3067151" y="3037888"/>
                <a:ext cx="180000" cy="140727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en-GB" sz="1000" dirty="0">
                    <a:solidFill>
                      <a:sysClr val="windowText" lastClr="000000"/>
                    </a:solidFill>
                  </a:rPr>
                  <a:t>2D Conv</a:t>
                </a:r>
              </a:p>
            </p:txBody>
          </p:sp>
          <p:sp>
            <p:nvSpPr>
              <p:cNvPr id="67" name="Rechteck 66">
                <a:extLst>
                  <a:ext uri="{FF2B5EF4-FFF2-40B4-BE49-F238E27FC236}">
                    <a16:creationId xmlns:a16="http://schemas.microsoft.com/office/drawing/2014/main" id="{CDE48A2E-359F-3389-3073-4CE7F32C81F3}"/>
                  </a:ext>
                </a:extLst>
              </p:cNvPr>
              <p:cNvSpPr/>
              <p:nvPr/>
            </p:nvSpPr>
            <p:spPr>
              <a:xfrm>
                <a:off x="3274281" y="3037888"/>
                <a:ext cx="180000" cy="1407273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en-GB" sz="1000" dirty="0">
                    <a:solidFill>
                      <a:schemeClr val="tx1"/>
                    </a:solidFill>
                  </a:rPr>
                  <a:t>Batch norm</a:t>
                </a:r>
              </a:p>
            </p:txBody>
          </p:sp>
          <p:sp>
            <p:nvSpPr>
              <p:cNvPr id="68" name="Rechteck 67">
                <a:extLst>
                  <a:ext uri="{FF2B5EF4-FFF2-40B4-BE49-F238E27FC236}">
                    <a16:creationId xmlns:a16="http://schemas.microsoft.com/office/drawing/2014/main" id="{5D651939-FA74-7F02-AD3B-8EEAA65B1AE1}"/>
                  </a:ext>
                </a:extLst>
              </p:cNvPr>
              <p:cNvSpPr/>
              <p:nvPr/>
            </p:nvSpPr>
            <p:spPr>
              <a:xfrm>
                <a:off x="3481411" y="3037888"/>
                <a:ext cx="180000" cy="1407273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en-GB" sz="1000" dirty="0">
                    <a:solidFill>
                      <a:schemeClr val="tx1"/>
                    </a:solidFill>
                  </a:rPr>
                  <a:t>Elementwise Sum</a:t>
                </a:r>
              </a:p>
            </p:txBody>
          </p:sp>
        </p:grpSp>
      </p:grpSp>
      <p:grpSp>
        <p:nvGrpSpPr>
          <p:cNvPr id="99" name="Gruppieren 98">
            <a:extLst>
              <a:ext uri="{FF2B5EF4-FFF2-40B4-BE49-F238E27FC236}">
                <a16:creationId xmlns:a16="http://schemas.microsoft.com/office/drawing/2014/main" id="{19F85D97-4B95-408F-8C51-973620441062}"/>
              </a:ext>
            </a:extLst>
          </p:cNvPr>
          <p:cNvGrpSpPr/>
          <p:nvPr/>
        </p:nvGrpSpPr>
        <p:grpSpPr>
          <a:xfrm>
            <a:off x="2785046" y="3104685"/>
            <a:ext cx="328007" cy="1290893"/>
            <a:chOff x="2999113" y="2967524"/>
            <a:chExt cx="356863" cy="1548000"/>
          </a:xfrm>
        </p:grpSpPr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85BE360A-C5E9-4933-480A-9A3ED02E4350}"/>
                </a:ext>
              </a:extLst>
            </p:cNvPr>
            <p:cNvSpPr/>
            <p:nvPr/>
          </p:nvSpPr>
          <p:spPr>
            <a:xfrm>
              <a:off x="2999113" y="2967524"/>
              <a:ext cx="356863" cy="154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algn="ctr"/>
              <a:endParaRPr lang="en-GB" sz="1000" dirty="0"/>
            </a:p>
          </p:txBody>
        </p:sp>
        <p:grpSp>
          <p:nvGrpSpPr>
            <p:cNvPr id="98" name="Gruppieren 97">
              <a:extLst>
                <a:ext uri="{FF2B5EF4-FFF2-40B4-BE49-F238E27FC236}">
                  <a16:creationId xmlns:a16="http://schemas.microsoft.com/office/drawing/2014/main" id="{6D49EB5A-0D13-297E-4D0D-8D6690E11051}"/>
                </a:ext>
              </a:extLst>
            </p:cNvPr>
            <p:cNvGrpSpPr/>
            <p:nvPr/>
          </p:nvGrpSpPr>
          <p:grpSpPr>
            <a:xfrm>
              <a:off x="3022427" y="3037888"/>
              <a:ext cx="310235" cy="1407273"/>
              <a:chOff x="3023228" y="3037888"/>
              <a:chExt cx="310235" cy="1407273"/>
            </a:xfrm>
          </p:grpSpPr>
          <p:sp>
            <p:nvSpPr>
              <p:cNvPr id="56" name="Rechteck 55">
                <a:extLst>
                  <a:ext uri="{FF2B5EF4-FFF2-40B4-BE49-F238E27FC236}">
                    <a16:creationId xmlns:a16="http://schemas.microsoft.com/office/drawing/2014/main" id="{63EDC684-4431-6B33-60ED-24CD899A16CC}"/>
                  </a:ext>
                </a:extLst>
              </p:cNvPr>
              <p:cNvSpPr/>
              <p:nvPr/>
            </p:nvSpPr>
            <p:spPr>
              <a:xfrm>
                <a:off x="3023228" y="3037888"/>
                <a:ext cx="36000" cy="1407273"/>
              </a:xfrm>
              <a:prstGeom prst="rect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57" name="Rechteck 56">
                <a:extLst>
                  <a:ext uri="{FF2B5EF4-FFF2-40B4-BE49-F238E27FC236}">
                    <a16:creationId xmlns:a16="http://schemas.microsoft.com/office/drawing/2014/main" id="{CD190896-F66B-5884-FCB2-6074BD99718A}"/>
                  </a:ext>
                </a:extLst>
              </p:cNvPr>
              <p:cNvSpPr/>
              <p:nvPr/>
            </p:nvSpPr>
            <p:spPr>
              <a:xfrm>
                <a:off x="3132922" y="3037888"/>
                <a:ext cx="36000" cy="1407273"/>
              </a:xfrm>
              <a:prstGeom prst="rect">
                <a:avLst/>
              </a:prstGeom>
              <a:solidFill>
                <a:srgbClr val="FDB73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58" name="Rechteck 57">
                <a:extLst>
                  <a:ext uri="{FF2B5EF4-FFF2-40B4-BE49-F238E27FC236}">
                    <a16:creationId xmlns:a16="http://schemas.microsoft.com/office/drawing/2014/main" id="{47EA9E93-C216-7BAA-6DCB-5BD4485203D0}"/>
                  </a:ext>
                </a:extLst>
              </p:cNvPr>
              <p:cNvSpPr/>
              <p:nvPr/>
            </p:nvSpPr>
            <p:spPr>
              <a:xfrm>
                <a:off x="3078075" y="3037888"/>
                <a:ext cx="36000" cy="1407273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9" name="Rechteck 58">
                <a:extLst>
                  <a:ext uri="{FF2B5EF4-FFF2-40B4-BE49-F238E27FC236}">
                    <a16:creationId xmlns:a16="http://schemas.microsoft.com/office/drawing/2014/main" id="{BAF58418-FB95-C913-CDCC-6EB9B65B8F79}"/>
                  </a:ext>
                </a:extLst>
              </p:cNvPr>
              <p:cNvSpPr/>
              <p:nvPr/>
            </p:nvSpPr>
            <p:spPr>
              <a:xfrm>
                <a:off x="3187769" y="3037888"/>
                <a:ext cx="36000" cy="1407273"/>
              </a:xfrm>
              <a:prstGeom prst="rect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>
                  <a:solidFill>
                    <a:sysClr val="windowText" lastClr="000000"/>
                  </a:solidFill>
                </a:endParaRPr>
              </a:p>
              <a:p>
                <a:pPr algn="ctr"/>
                <a:endParaRPr lang="en-GB" sz="100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60" name="Rechteck 59">
                <a:extLst>
                  <a:ext uri="{FF2B5EF4-FFF2-40B4-BE49-F238E27FC236}">
                    <a16:creationId xmlns:a16="http://schemas.microsoft.com/office/drawing/2014/main" id="{FAA35B8E-71EC-E300-602C-007C8510CBE8}"/>
                  </a:ext>
                </a:extLst>
              </p:cNvPr>
              <p:cNvSpPr/>
              <p:nvPr/>
            </p:nvSpPr>
            <p:spPr>
              <a:xfrm>
                <a:off x="3242616" y="3037888"/>
                <a:ext cx="36000" cy="1407273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1" name="Rechteck 60">
                <a:extLst>
                  <a:ext uri="{FF2B5EF4-FFF2-40B4-BE49-F238E27FC236}">
                    <a16:creationId xmlns:a16="http://schemas.microsoft.com/office/drawing/2014/main" id="{438D6DD6-B4CC-C4ED-2F9F-D72A59BE4986}"/>
                  </a:ext>
                </a:extLst>
              </p:cNvPr>
              <p:cNvSpPr/>
              <p:nvPr/>
            </p:nvSpPr>
            <p:spPr>
              <a:xfrm>
                <a:off x="3297463" y="3037888"/>
                <a:ext cx="36000" cy="1407273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3" name="Rechteck 22">
            <a:extLst>
              <a:ext uri="{FF2B5EF4-FFF2-40B4-BE49-F238E27FC236}">
                <a16:creationId xmlns:a16="http://schemas.microsoft.com/office/drawing/2014/main" id="{71C5EADF-6427-851C-7D08-3EA6BEBE2467}"/>
              </a:ext>
            </a:extLst>
          </p:cNvPr>
          <p:cNvSpPr/>
          <p:nvPr/>
        </p:nvSpPr>
        <p:spPr>
          <a:xfrm>
            <a:off x="3622598" y="3104685"/>
            <a:ext cx="165445" cy="129089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36000" rIns="36000" bIns="36000" rtlCol="0" anchor="ctr"/>
          <a:lstStyle/>
          <a:p>
            <a:pPr algn="ctr"/>
            <a:r>
              <a:rPr lang="en-GB" sz="1000" dirty="0">
                <a:solidFill>
                  <a:sysClr val="windowText" lastClr="000000"/>
                </a:solidFill>
              </a:rPr>
              <a:t>2D Conv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34F7ECBE-989B-1F18-A432-A5D264E15AF6}"/>
              </a:ext>
            </a:extLst>
          </p:cNvPr>
          <p:cNvSpPr/>
          <p:nvPr/>
        </p:nvSpPr>
        <p:spPr>
          <a:xfrm>
            <a:off x="3878813" y="3104685"/>
            <a:ext cx="165445" cy="129089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36000" rIns="36000" bIns="36000" rtlCol="0" anchor="ctr"/>
          <a:lstStyle/>
          <a:p>
            <a:pPr algn="ctr"/>
            <a:r>
              <a:rPr lang="en-GB" sz="1000" dirty="0">
                <a:solidFill>
                  <a:schemeClr val="tx1"/>
                </a:solidFill>
              </a:rPr>
              <a:t>Batch norm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E05F3272-5B66-CA96-46E3-3DD977B5FAC6}"/>
              </a:ext>
            </a:extLst>
          </p:cNvPr>
          <p:cNvSpPr/>
          <p:nvPr/>
        </p:nvSpPr>
        <p:spPr>
          <a:xfrm>
            <a:off x="4135028" y="3104685"/>
            <a:ext cx="165445" cy="129089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36000" rIns="36000" bIns="36000" rtlCol="0" anchor="ctr"/>
          <a:lstStyle/>
          <a:p>
            <a:pPr algn="ctr"/>
            <a:r>
              <a:rPr lang="en-GB" sz="1000" dirty="0">
                <a:solidFill>
                  <a:schemeClr val="tx1"/>
                </a:solidFill>
              </a:rPr>
              <a:t>Elementwise Sum</a:t>
            </a:r>
          </a:p>
        </p:txBody>
      </p:sp>
      <p:grpSp>
        <p:nvGrpSpPr>
          <p:cNvPr id="93" name="Gruppieren 92">
            <a:extLst>
              <a:ext uri="{FF2B5EF4-FFF2-40B4-BE49-F238E27FC236}">
                <a16:creationId xmlns:a16="http://schemas.microsoft.com/office/drawing/2014/main" id="{43D38B46-B9DA-5A14-D918-A2A519BEA3A2}"/>
              </a:ext>
            </a:extLst>
          </p:cNvPr>
          <p:cNvGrpSpPr/>
          <p:nvPr/>
        </p:nvGrpSpPr>
        <p:grpSpPr>
          <a:xfrm>
            <a:off x="4391242" y="3104685"/>
            <a:ext cx="631906" cy="1290893"/>
            <a:chOff x="7513187" y="2967524"/>
            <a:chExt cx="687498" cy="1548000"/>
          </a:xfrm>
        </p:grpSpPr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35E15619-1EA6-71EC-C096-7B9107054F6D}"/>
                </a:ext>
              </a:extLst>
            </p:cNvPr>
            <p:cNvSpPr/>
            <p:nvPr/>
          </p:nvSpPr>
          <p:spPr>
            <a:xfrm>
              <a:off x="7513187" y="2967524"/>
              <a:ext cx="687498" cy="1548000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algn="ctr"/>
              <a:endParaRPr lang="en-GB" sz="1000" dirty="0">
                <a:solidFill>
                  <a:schemeClr val="tx1"/>
                </a:solidFill>
              </a:endParaRPr>
            </a:p>
          </p:txBody>
        </p:sp>
        <p:grpSp>
          <p:nvGrpSpPr>
            <p:cNvPr id="92" name="Gruppieren 91">
              <a:extLst>
                <a:ext uri="{FF2B5EF4-FFF2-40B4-BE49-F238E27FC236}">
                  <a16:creationId xmlns:a16="http://schemas.microsoft.com/office/drawing/2014/main" id="{9C75830A-D03C-74E1-47BA-35C7BB209675}"/>
                </a:ext>
              </a:extLst>
            </p:cNvPr>
            <p:cNvGrpSpPr/>
            <p:nvPr/>
          </p:nvGrpSpPr>
          <p:grpSpPr>
            <a:xfrm>
              <a:off x="7556758" y="3037724"/>
              <a:ext cx="600356" cy="1407600"/>
              <a:chOff x="7540699" y="3037724"/>
              <a:chExt cx="600356" cy="1407600"/>
            </a:xfrm>
          </p:grpSpPr>
          <p:sp>
            <p:nvSpPr>
              <p:cNvPr id="52" name="Rechteck 51">
                <a:extLst>
                  <a:ext uri="{FF2B5EF4-FFF2-40B4-BE49-F238E27FC236}">
                    <a16:creationId xmlns:a16="http://schemas.microsoft.com/office/drawing/2014/main" id="{B19B8086-84CF-887C-A2A8-C0A29E7DFD8B}"/>
                  </a:ext>
                </a:extLst>
              </p:cNvPr>
              <p:cNvSpPr/>
              <p:nvPr/>
            </p:nvSpPr>
            <p:spPr>
              <a:xfrm>
                <a:off x="7540699" y="3037724"/>
                <a:ext cx="180000" cy="140760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en-GB" sz="1000" dirty="0">
                    <a:solidFill>
                      <a:sysClr val="windowText" lastClr="000000"/>
                    </a:solidFill>
                  </a:rPr>
                  <a:t>2D Conv</a:t>
                </a:r>
              </a:p>
            </p:txBody>
          </p:sp>
          <p:sp>
            <p:nvSpPr>
              <p:cNvPr id="53" name="Rechteck 52">
                <a:extLst>
                  <a:ext uri="{FF2B5EF4-FFF2-40B4-BE49-F238E27FC236}">
                    <a16:creationId xmlns:a16="http://schemas.microsoft.com/office/drawing/2014/main" id="{054CB768-2585-5D24-6E58-A0818D7BBBC7}"/>
                  </a:ext>
                </a:extLst>
              </p:cNvPr>
              <p:cNvSpPr/>
              <p:nvPr/>
            </p:nvSpPr>
            <p:spPr>
              <a:xfrm>
                <a:off x="7961055" y="3037724"/>
                <a:ext cx="180000" cy="1407600"/>
              </a:xfrm>
              <a:prstGeom prst="rect">
                <a:avLst/>
              </a:prstGeom>
              <a:solidFill>
                <a:srgbClr val="FDB73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en-GB" sz="1000" dirty="0" err="1">
                    <a:solidFill>
                      <a:sysClr val="windowText" lastClr="000000"/>
                    </a:solidFill>
                  </a:rPr>
                  <a:t>PReLU</a:t>
                </a:r>
                <a:endParaRPr lang="en-GB" sz="100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54" name="Rechteck 53">
                <a:extLst>
                  <a:ext uri="{FF2B5EF4-FFF2-40B4-BE49-F238E27FC236}">
                    <a16:creationId xmlns:a16="http://schemas.microsoft.com/office/drawing/2014/main" id="{5A297018-D96C-E7A9-0B7F-5F7881D0A888}"/>
                  </a:ext>
                </a:extLst>
              </p:cNvPr>
              <p:cNvSpPr/>
              <p:nvPr/>
            </p:nvSpPr>
            <p:spPr>
              <a:xfrm>
                <a:off x="7750877" y="3037724"/>
                <a:ext cx="180000" cy="1407600"/>
              </a:xfrm>
              <a:prstGeom prst="rect">
                <a:avLst/>
              </a:prstGeom>
              <a:solidFill>
                <a:srgbClr val="C75B4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en-GB" sz="1000" dirty="0">
                    <a:solidFill>
                      <a:schemeClr val="tx1"/>
                    </a:solidFill>
                  </a:rPr>
                  <a:t>Pixel Shuffler x2</a:t>
                </a:r>
              </a:p>
            </p:txBody>
          </p:sp>
        </p:grpSp>
      </p:grpSp>
      <p:grpSp>
        <p:nvGrpSpPr>
          <p:cNvPr id="97" name="Gruppieren 96">
            <a:extLst>
              <a:ext uri="{FF2B5EF4-FFF2-40B4-BE49-F238E27FC236}">
                <a16:creationId xmlns:a16="http://schemas.microsoft.com/office/drawing/2014/main" id="{6B0116A5-E3C0-B42A-05CF-9C7C4A587A64}"/>
              </a:ext>
            </a:extLst>
          </p:cNvPr>
          <p:cNvGrpSpPr/>
          <p:nvPr/>
        </p:nvGrpSpPr>
        <p:grpSpPr>
          <a:xfrm>
            <a:off x="5113918" y="3104685"/>
            <a:ext cx="171651" cy="1290893"/>
            <a:chOff x="5675518" y="2967524"/>
            <a:chExt cx="186752" cy="1548000"/>
          </a:xfrm>
        </p:grpSpPr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7EA0C3FC-9A18-3D62-82D8-ED3FF9F2C6BE}"/>
                </a:ext>
              </a:extLst>
            </p:cNvPr>
            <p:cNvSpPr/>
            <p:nvPr/>
          </p:nvSpPr>
          <p:spPr>
            <a:xfrm>
              <a:off x="5675518" y="2967524"/>
              <a:ext cx="186752" cy="1548000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algn="ctr"/>
              <a:endParaRPr lang="en-GB" sz="1000" dirty="0">
                <a:solidFill>
                  <a:schemeClr val="tx1"/>
                </a:solidFill>
              </a:endParaRPr>
            </a:p>
          </p:txBody>
        </p:sp>
        <p:grpSp>
          <p:nvGrpSpPr>
            <p:cNvPr id="96" name="Gruppieren 95">
              <a:extLst>
                <a:ext uri="{FF2B5EF4-FFF2-40B4-BE49-F238E27FC236}">
                  <a16:creationId xmlns:a16="http://schemas.microsoft.com/office/drawing/2014/main" id="{E5D9C1C4-B2FE-C82C-620E-11C89C8BCB25}"/>
                </a:ext>
              </a:extLst>
            </p:cNvPr>
            <p:cNvGrpSpPr/>
            <p:nvPr/>
          </p:nvGrpSpPr>
          <p:grpSpPr>
            <a:xfrm>
              <a:off x="5698762" y="3037888"/>
              <a:ext cx="140264" cy="1407273"/>
              <a:chOff x="5706297" y="3037888"/>
              <a:chExt cx="140264" cy="1407273"/>
            </a:xfrm>
          </p:grpSpPr>
          <p:sp>
            <p:nvSpPr>
              <p:cNvPr id="48" name="Rechteck 47">
                <a:extLst>
                  <a:ext uri="{FF2B5EF4-FFF2-40B4-BE49-F238E27FC236}">
                    <a16:creationId xmlns:a16="http://schemas.microsoft.com/office/drawing/2014/main" id="{B16A6C1F-880C-9B26-538F-F29898C2604C}"/>
                  </a:ext>
                </a:extLst>
              </p:cNvPr>
              <p:cNvSpPr/>
              <p:nvPr/>
            </p:nvSpPr>
            <p:spPr>
              <a:xfrm>
                <a:off x="5706297" y="3037888"/>
                <a:ext cx="36000" cy="140727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49" name="Rechteck 48">
                <a:extLst>
                  <a:ext uri="{FF2B5EF4-FFF2-40B4-BE49-F238E27FC236}">
                    <a16:creationId xmlns:a16="http://schemas.microsoft.com/office/drawing/2014/main" id="{BF475CB9-0A3D-6009-6372-82E1317AD3CA}"/>
                  </a:ext>
                </a:extLst>
              </p:cNvPr>
              <p:cNvSpPr/>
              <p:nvPr/>
            </p:nvSpPr>
            <p:spPr>
              <a:xfrm>
                <a:off x="5810561" y="3037888"/>
                <a:ext cx="36000" cy="1407273"/>
              </a:xfrm>
              <a:prstGeom prst="rect">
                <a:avLst/>
              </a:prstGeom>
              <a:solidFill>
                <a:srgbClr val="FDB73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50" name="Rechteck 49">
                <a:extLst>
                  <a:ext uri="{FF2B5EF4-FFF2-40B4-BE49-F238E27FC236}">
                    <a16:creationId xmlns:a16="http://schemas.microsoft.com/office/drawing/2014/main" id="{9882AB7E-05D2-0C26-C97A-012452666FC1}"/>
                  </a:ext>
                </a:extLst>
              </p:cNvPr>
              <p:cNvSpPr/>
              <p:nvPr/>
            </p:nvSpPr>
            <p:spPr>
              <a:xfrm>
                <a:off x="5758429" y="3037888"/>
                <a:ext cx="36000" cy="1407273"/>
              </a:xfrm>
              <a:prstGeom prst="rect">
                <a:avLst/>
              </a:prstGeom>
              <a:solidFill>
                <a:srgbClr val="C75B4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8" name="Rechteck 27">
            <a:extLst>
              <a:ext uri="{FF2B5EF4-FFF2-40B4-BE49-F238E27FC236}">
                <a16:creationId xmlns:a16="http://schemas.microsoft.com/office/drawing/2014/main" id="{02555CC2-8365-106C-BD6A-10958C8295C1}"/>
              </a:ext>
            </a:extLst>
          </p:cNvPr>
          <p:cNvSpPr/>
          <p:nvPr/>
        </p:nvSpPr>
        <p:spPr>
          <a:xfrm>
            <a:off x="5376338" y="3104685"/>
            <a:ext cx="165445" cy="129089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36000" rIns="36000" bIns="36000" rtlCol="0" anchor="ctr"/>
          <a:lstStyle/>
          <a:p>
            <a:pPr algn="ctr"/>
            <a:r>
              <a:rPr lang="en-GB" sz="1000" dirty="0">
                <a:solidFill>
                  <a:sysClr val="windowText" lastClr="000000"/>
                </a:solidFill>
              </a:rPr>
              <a:t>2D Conv</a:t>
            </a:r>
          </a:p>
        </p:txBody>
      </p:sp>
      <p:sp>
        <p:nvSpPr>
          <p:cNvPr id="35" name="Geschweifte Klammer rechts 34">
            <a:extLst>
              <a:ext uri="{FF2B5EF4-FFF2-40B4-BE49-F238E27FC236}">
                <a16:creationId xmlns:a16="http://schemas.microsoft.com/office/drawing/2014/main" id="{350B80C6-11EC-F3FA-107A-3F8C883D1409}"/>
              </a:ext>
            </a:extLst>
          </p:cNvPr>
          <p:cNvSpPr/>
          <p:nvPr/>
        </p:nvSpPr>
        <p:spPr>
          <a:xfrm rot="5400000" flipV="1">
            <a:off x="2347129" y="4236100"/>
            <a:ext cx="321531" cy="1931657"/>
          </a:xfrm>
          <a:prstGeom prst="rightBrace">
            <a:avLst>
              <a:gd name="adj1" fmla="val 8672"/>
              <a:gd name="adj2" fmla="val 50000"/>
            </a:avLst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lIns="36000" tIns="36000" rIns="36000" bIns="36000" rtlCol="0" anchor="ctr"/>
          <a:lstStyle/>
          <a:p>
            <a:pPr algn="ctr"/>
            <a:endParaRPr lang="en-GB" sz="1000"/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9A435F6B-149F-DFFC-A6E2-D6AC250988A7}"/>
              </a:ext>
            </a:extLst>
          </p:cNvPr>
          <p:cNvSpPr txBox="1"/>
          <p:nvPr/>
        </p:nvSpPr>
        <p:spPr>
          <a:xfrm>
            <a:off x="1915943" y="5317164"/>
            <a:ext cx="128913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b="1" dirty="0"/>
              <a:t>16 residual blocks</a:t>
            </a:r>
          </a:p>
        </p:txBody>
      </p:sp>
      <p:cxnSp>
        <p:nvCxnSpPr>
          <p:cNvPr id="191" name="Gerade Verbindung mit Pfeil 190">
            <a:extLst>
              <a:ext uri="{FF2B5EF4-FFF2-40B4-BE49-F238E27FC236}">
                <a16:creationId xmlns:a16="http://schemas.microsoft.com/office/drawing/2014/main" id="{EFAEB1D6-781E-9901-12AE-EF4C0CFF2B37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5541784" y="3750132"/>
            <a:ext cx="90768" cy="0"/>
          </a:xfrm>
          <a:prstGeom prst="straightConnector1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Rechteck 216">
            <a:extLst>
              <a:ext uri="{FF2B5EF4-FFF2-40B4-BE49-F238E27FC236}">
                <a16:creationId xmlns:a16="http://schemas.microsoft.com/office/drawing/2014/main" id="{BC67CE10-BF2B-F4CE-9BC4-8946A7191023}"/>
              </a:ext>
            </a:extLst>
          </p:cNvPr>
          <p:cNvSpPr/>
          <p:nvPr/>
        </p:nvSpPr>
        <p:spPr>
          <a:xfrm>
            <a:off x="573020" y="3104685"/>
            <a:ext cx="330890" cy="129089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72000" tIns="72000" rIns="72000" bIns="72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kumimoji="0" lang="en-GB" sz="1000" i="0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sEMG</a:t>
            </a:r>
            <a:r>
              <a:rPr lang="en-GB" sz="1000" dirty="0">
                <a:solidFill>
                  <a:schemeClr val="tx1"/>
                </a:solidFill>
                <a:latin typeface="Arial"/>
              </a:rPr>
              <a:t>                 512 x 21</a:t>
            </a:r>
            <a:endParaRPr kumimoji="0" lang="en-GB" sz="10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19" name="Rechteck 218">
            <a:extLst>
              <a:ext uri="{FF2B5EF4-FFF2-40B4-BE49-F238E27FC236}">
                <a16:creationId xmlns:a16="http://schemas.microsoft.com/office/drawing/2014/main" id="{3871279A-1D1D-E51C-0126-B32190E0C79D}"/>
              </a:ext>
            </a:extLst>
          </p:cNvPr>
          <p:cNvSpPr/>
          <p:nvPr/>
        </p:nvSpPr>
        <p:spPr>
          <a:xfrm>
            <a:off x="5632552" y="3104683"/>
            <a:ext cx="628691" cy="129089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kumimoji="0" lang="en-GB" sz="1000" i="0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sEMG</a:t>
            </a:r>
            <a:r>
              <a:rPr lang="en-GB" sz="1000" dirty="0">
                <a:solidFill>
                  <a:schemeClr val="tx1"/>
                </a:solidFill>
                <a:latin typeface="Arial"/>
              </a:rPr>
              <a:t>                512 x 65</a:t>
            </a:r>
            <a:endParaRPr kumimoji="0" lang="en-GB" sz="10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230" name="Gruppieren 229">
            <a:extLst>
              <a:ext uri="{FF2B5EF4-FFF2-40B4-BE49-F238E27FC236}">
                <a16:creationId xmlns:a16="http://schemas.microsoft.com/office/drawing/2014/main" id="{D49901BE-9583-6D90-BD0C-80B271BF29F5}"/>
              </a:ext>
            </a:extLst>
          </p:cNvPr>
          <p:cNvGrpSpPr/>
          <p:nvPr/>
        </p:nvGrpSpPr>
        <p:grpSpPr>
          <a:xfrm>
            <a:off x="1072402" y="4432702"/>
            <a:ext cx="403957" cy="561566"/>
            <a:chOff x="1739165" y="3825608"/>
            <a:chExt cx="439495" cy="610769"/>
          </a:xfrm>
        </p:grpSpPr>
        <p:sp>
          <p:nvSpPr>
            <p:cNvPr id="226" name="Textfeld 225">
              <a:extLst>
                <a:ext uri="{FF2B5EF4-FFF2-40B4-BE49-F238E27FC236}">
                  <a16:creationId xmlns:a16="http://schemas.microsoft.com/office/drawing/2014/main" id="{5017AC8D-ACBC-F248-0FE6-ED0224A4D495}"/>
                </a:ext>
              </a:extLst>
            </p:cNvPr>
            <p:cNvSpPr txBox="1"/>
            <p:nvPr/>
          </p:nvSpPr>
          <p:spPr>
            <a:xfrm>
              <a:off x="1739165" y="3825608"/>
              <a:ext cx="432518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k: (9,3)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27" name="Textfeld 226">
              <a:extLst>
                <a:ext uri="{FF2B5EF4-FFF2-40B4-BE49-F238E27FC236}">
                  <a16:creationId xmlns:a16="http://schemas.microsoft.com/office/drawing/2014/main" id="{ED7A3B06-6A09-4820-1211-9534804C61C0}"/>
                </a:ext>
              </a:extLst>
            </p:cNvPr>
            <p:cNvSpPr txBox="1"/>
            <p:nvPr/>
          </p:nvSpPr>
          <p:spPr>
            <a:xfrm>
              <a:off x="1739165" y="3972593"/>
              <a:ext cx="306949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n: 64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28" name="Textfeld 227">
              <a:extLst>
                <a:ext uri="{FF2B5EF4-FFF2-40B4-BE49-F238E27FC236}">
                  <a16:creationId xmlns:a16="http://schemas.microsoft.com/office/drawing/2014/main" id="{E4C79E3E-B740-C222-123F-E254E344584A}"/>
                </a:ext>
              </a:extLst>
            </p:cNvPr>
            <p:cNvSpPr txBox="1"/>
            <p:nvPr/>
          </p:nvSpPr>
          <p:spPr>
            <a:xfrm>
              <a:off x="1739165" y="4119579"/>
              <a:ext cx="432519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s: (4,1)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29" name="Textfeld 228">
              <a:extLst>
                <a:ext uri="{FF2B5EF4-FFF2-40B4-BE49-F238E27FC236}">
                  <a16:creationId xmlns:a16="http://schemas.microsoft.com/office/drawing/2014/main" id="{BC6A16A0-4BD5-EDAF-4D4D-73C2233EB4AC}"/>
                </a:ext>
              </a:extLst>
            </p:cNvPr>
            <p:cNvSpPr txBox="1"/>
            <p:nvPr/>
          </p:nvSpPr>
          <p:spPr>
            <a:xfrm>
              <a:off x="1739165" y="4266564"/>
              <a:ext cx="439495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p: (4,1)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grpSp>
        <p:nvGrpSpPr>
          <p:cNvPr id="231" name="Gruppieren 230">
            <a:extLst>
              <a:ext uri="{FF2B5EF4-FFF2-40B4-BE49-F238E27FC236}">
                <a16:creationId xmlns:a16="http://schemas.microsoft.com/office/drawing/2014/main" id="{9E528FD1-D5BE-C375-86EE-99A3F6E1AC5B}"/>
              </a:ext>
            </a:extLst>
          </p:cNvPr>
          <p:cNvGrpSpPr/>
          <p:nvPr/>
        </p:nvGrpSpPr>
        <p:grpSpPr>
          <a:xfrm>
            <a:off x="1597627" y="4432702"/>
            <a:ext cx="403957" cy="561566"/>
            <a:chOff x="1739165" y="3825608"/>
            <a:chExt cx="439495" cy="610769"/>
          </a:xfrm>
        </p:grpSpPr>
        <p:sp>
          <p:nvSpPr>
            <p:cNvPr id="232" name="Textfeld 231">
              <a:extLst>
                <a:ext uri="{FF2B5EF4-FFF2-40B4-BE49-F238E27FC236}">
                  <a16:creationId xmlns:a16="http://schemas.microsoft.com/office/drawing/2014/main" id="{0D7CC34A-3B39-9BD5-4BE0-75AD97BB8E77}"/>
                </a:ext>
              </a:extLst>
            </p:cNvPr>
            <p:cNvSpPr txBox="1"/>
            <p:nvPr/>
          </p:nvSpPr>
          <p:spPr>
            <a:xfrm>
              <a:off x="1739165" y="3825608"/>
              <a:ext cx="432518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k: (3,3)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33" name="Textfeld 232">
              <a:extLst>
                <a:ext uri="{FF2B5EF4-FFF2-40B4-BE49-F238E27FC236}">
                  <a16:creationId xmlns:a16="http://schemas.microsoft.com/office/drawing/2014/main" id="{67B37058-D5D6-A86C-2BE3-AD3E1A0DDFC7}"/>
                </a:ext>
              </a:extLst>
            </p:cNvPr>
            <p:cNvSpPr txBox="1"/>
            <p:nvPr/>
          </p:nvSpPr>
          <p:spPr>
            <a:xfrm>
              <a:off x="1739165" y="3972593"/>
              <a:ext cx="306949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n: 64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34" name="Textfeld 233">
              <a:extLst>
                <a:ext uri="{FF2B5EF4-FFF2-40B4-BE49-F238E27FC236}">
                  <a16:creationId xmlns:a16="http://schemas.microsoft.com/office/drawing/2014/main" id="{E1AD7612-8CAC-0515-771E-40E37322602E}"/>
                </a:ext>
              </a:extLst>
            </p:cNvPr>
            <p:cNvSpPr txBox="1"/>
            <p:nvPr/>
          </p:nvSpPr>
          <p:spPr>
            <a:xfrm>
              <a:off x="1739165" y="4119579"/>
              <a:ext cx="432519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s: (1,1)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35" name="Textfeld 234">
              <a:extLst>
                <a:ext uri="{FF2B5EF4-FFF2-40B4-BE49-F238E27FC236}">
                  <a16:creationId xmlns:a16="http://schemas.microsoft.com/office/drawing/2014/main" id="{34697C3A-33B6-1861-DAAE-31A8E45FC677}"/>
                </a:ext>
              </a:extLst>
            </p:cNvPr>
            <p:cNvSpPr txBox="1"/>
            <p:nvPr/>
          </p:nvSpPr>
          <p:spPr>
            <a:xfrm>
              <a:off x="1739165" y="4266564"/>
              <a:ext cx="439495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p: (1,1)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grpSp>
        <p:nvGrpSpPr>
          <p:cNvPr id="236" name="Gruppieren 235">
            <a:extLst>
              <a:ext uri="{FF2B5EF4-FFF2-40B4-BE49-F238E27FC236}">
                <a16:creationId xmlns:a16="http://schemas.microsoft.com/office/drawing/2014/main" id="{DE4083D9-F87B-3286-B570-40C692543869}"/>
              </a:ext>
            </a:extLst>
          </p:cNvPr>
          <p:cNvGrpSpPr/>
          <p:nvPr/>
        </p:nvGrpSpPr>
        <p:grpSpPr>
          <a:xfrm>
            <a:off x="2181073" y="4432702"/>
            <a:ext cx="403957" cy="561566"/>
            <a:chOff x="1739165" y="3825608"/>
            <a:chExt cx="439495" cy="610769"/>
          </a:xfrm>
        </p:grpSpPr>
        <p:sp>
          <p:nvSpPr>
            <p:cNvPr id="237" name="Textfeld 236">
              <a:extLst>
                <a:ext uri="{FF2B5EF4-FFF2-40B4-BE49-F238E27FC236}">
                  <a16:creationId xmlns:a16="http://schemas.microsoft.com/office/drawing/2014/main" id="{643D79BE-8A31-12ED-6F38-8209572AE122}"/>
                </a:ext>
              </a:extLst>
            </p:cNvPr>
            <p:cNvSpPr txBox="1"/>
            <p:nvPr/>
          </p:nvSpPr>
          <p:spPr>
            <a:xfrm>
              <a:off x="1739165" y="3825608"/>
              <a:ext cx="432518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k: (3,3)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38" name="Textfeld 237">
              <a:extLst>
                <a:ext uri="{FF2B5EF4-FFF2-40B4-BE49-F238E27FC236}">
                  <a16:creationId xmlns:a16="http://schemas.microsoft.com/office/drawing/2014/main" id="{0698731C-E984-98BF-668F-698EED6B6305}"/>
                </a:ext>
              </a:extLst>
            </p:cNvPr>
            <p:cNvSpPr txBox="1"/>
            <p:nvPr/>
          </p:nvSpPr>
          <p:spPr>
            <a:xfrm>
              <a:off x="1739165" y="3972593"/>
              <a:ext cx="306949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n: 64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39" name="Textfeld 238">
              <a:extLst>
                <a:ext uri="{FF2B5EF4-FFF2-40B4-BE49-F238E27FC236}">
                  <a16:creationId xmlns:a16="http://schemas.microsoft.com/office/drawing/2014/main" id="{502AE295-9377-5717-D513-5C10CD999B48}"/>
                </a:ext>
              </a:extLst>
            </p:cNvPr>
            <p:cNvSpPr txBox="1"/>
            <p:nvPr/>
          </p:nvSpPr>
          <p:spPr>
            <a:xfrm>
              <a:off x="1739165" y="4119579"/>
              <a:ext cx="432519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s: (1,1)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40" name="Textfeld 239">
              <a:extLst>
                <a:ext uri="{FF2B5EF4-FFF2-40B4-BE49-F238E27FC236}">
                  <a16:creationId xmlns:a16="http://schemas.microsoft.com/office/drawing/2014/main" id="{01B4DA30-89D6-60EE-7B92-0456292196C9}"/>
                </a:ext>
              </a:extLst>
            </p:cNvPr>
            <p:cNvSpPr txBox="1"/>
            <p:nvPr/>
          </p:nvSpPr>
          <p:spPr>
            <a:xfrm>
              <a:off x="1739165" y="4266564"/>
              <a:ext cx="439495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p: (1,1)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grpSp>
        <p:nvGrpSpPr>
          <p:cNvPr id="241" name="Gruppieren 240">
            <a:extLst>
              <a:ext uri="{FF2B5EF4-FFF2-40B4-BE49-F238E27FC236}">
                <a16:creationId xmlns:a16="http://schemas.microsoft.com/office/drawing/2014/main" id="{91B05F7D-5DB1-E253-116A-6C94A1FEAAB4}"/>
              </a:ext>
            </a:extLst>
          </p:cNvPr>
          <p:cNvGrpSpPr/>
          <p:nvPr/>
        </p:nvGrpSpPr>
        <p:grpSpPr>
          <a:xfrm>
            <a:off x="3708270" y="4443912"/>
            <a:ext cx="403957" cy="561566"/>
            <a:chOff x="1739165" y="3825608"/>
            <a:chExt cx="439495" cy="610769"/>
          </a:xfrm>
        </p:grpSpPr>
        <p:sp>
          <p:nvSpPr>
            <p:cNvPr id="242" name="Textfeld 241">
              <a:extLst>
                <a:ext uri="{FF2B5EF4-FFF2-40B4-BE49-F238E27FC236}">
                  <a16:creationId xmlns:a16="http://schemas.microsoft.com/office/drawing/2014/main" id="{433CF402-5FB1-6918-9FCD-D1CCAA24061A}"/>
                </a:ext>
              </a:extLst>
            </p:cNvPr>
            <p:cNvSpPr txBox="1"/>
            <p:nvPr/>
          </p:nvSpPr>
          <p:spPr>
            <a:xfrm>
              <a:off x="1739165" y="3825608"/>
              <a:ext cx="432518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k: (3,3)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43" name="Textfeld 242">
              <a:extLst>
                <a:ext uri="{FF2B5EF4-FFF2-40B4-BE49-F238E27FC236}">
                  <a16:creationId xmlns:a16="http://schemas.microsoft.com/office/drawing/2014/main" id="{1400EB8E-8FB4-9D37-3436-72E7B8EF044E}"/>
                </a:ext>
              </a:extLst>
            </p:cNvPr>
            <p:cNvSpPr txBox="1"/>
            <p:nvPr/>
          </p:nvSpPr>
          <p:spPr>
            <a:xfrm>
              <a:off x="1739165" y="3972593"/>
              <a:ext cx="306949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n: 64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44" name="Textfeld 243">
              <a:extLst>
                <a:ext uri="{FF2B5EF4-FFF2-40B4-BE49-F238E27FC236}">
                  <a16:creationId xmlns:a16="http://schemas.microsoft.com/office/drawing/2014/main" id="{321FA7A8-99DC-FE92-A8DC-92AE7F84E0B6}"/>
                </a:ext>
              </a:extLst>
            </p:cNvPr>
            <p:cNvSpPr txBox="1"/>
            <p:nvPr/>
          </p:nvSpPr>
          <p:spPr>
            <a:xfrm>
              <a:off x="1739165" y="4119579"/>
              <a:ext cx="432519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s: (1,1)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45" name="Textfeld 244">
              <a:extLst>
                <a:ext uri="{FF2B5EF4-FFF2-40B4-BE49-F238E27FC236}">
                  <a16:creationId xmlns:a16="http://schemas.microsoft.com/office/drawing/2014/main" id="{D39501B3-FEB7-98E2-514D-6380388492F7}"/>
                </a:ext>
              </a:extLst>
            </p:cNvPr>
            <p:cNvSpPr txBox="1"/>
            <p:nvPr/>
          </p:nvSpPr>
          <p:spPr>
            <a:xfrm>
              <a:off x="1739165" y="4266564"/>
              <a:ext cx="439495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p: (1,1)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grpSp>
        <p:nvGrpSpPr>
          <p:cNvPr id="246" name="Gruppieren 245">
            <a:extLst>
              <a:ext uri="{FF2B5EF4-FFF2-40B4-BE49-F238E27FC236}">
                <a16:creationId xmlns:a16="http://schemas.microsoft.com/office/drawing/2014/main" id="{F2146631-BF14-C556-DC1E-2581C801E664}"/>
              </a:ext>
            </a:extLst>
          </p:cNvPr>
          <p:cNvGrpSpPr/>
          <p:nvPr/>
        </p:nvGrpSpPr>
        <p:grpSpPr>
          <a:xfrm>
            <a:off x="4434956" y="4432702"/>
            <a:ext cx="403957" cy="561566"/>
            <a:chOff x="1739165" y="3825608"/>
            <a:chExt cx="439495" cy="610769"/>
          </a:xfrm>
        </p:grpSpPr>
        <p:sp>
          <p:nvSpPr>
            <p:cNvPr id="247" name="Textfeld 246">
              <a:extLst>
                <a:ext uri="{FF2B5EF4-FFF2-40B4-BE49-F238E27FC236}">
                  <a16:creationId xmlns:a16="http://schemas.microsoft.com/office/drawing/2014/main" id="{06E96845-19DC-0FEE-2692-2534CF7C4877}"/>
                </a:ext>
              </a:extLst>
            </p:cNvPr>
            <p:cNvSpPr txBox="1"/>
            <p:nvPr/>
          </p:nvSpPr>
          <p:spPr>
            <a:xfrm>
              <a:off x="1739165" y="3825608"/>
              <a:ext cx="432518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k: (3,3)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48" name="Textfeld 247">
              <a:extLst>
                <a:ext uri="{FF2B5EF4-FFF2-40B4-BE49-F238E27FC236}">
                  <a16:creationId xmlns:a16="http://schemas.microsoft.com/office/drawing/2014/main" id="{34659329-C1D7-955A-271A-60DE7DDADF77}"/>
                </a:ext>
              </a:extLst>
            </p:cNvPr>
            <p:cNvSpPr txBox="1"/>
            <p:nvPr/>
          </p:nvSpPr>
          <p:spPr>
            <a:xfrm>
              <a:off x="1739165" y="3972593"/>
              <a:ext cx="383686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n: 256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49" name="Textfeld 248">
              <a:extLst>
                <a:ext uri="{FF2B5EF4-FFF2-40B4-BE49-F238E27FC236}">
                  <a16:creationId xmlns:a16="http://schemas.microsoft.com/office/drawing/2014/main" id="{4AE45A9A-444C-672F-DCB0-0BF41F5AC5C7}"/>
                </a:ext>
              </a:extLst>
            </p:cNvPr>
            <p:cNvSpPr txBox="1"/>
            <p:nvPr/>
          </p:nvSpPr>
          <p:spPr>
            <a:xfrm>
              <a:off x="1739165" y="4119579"/>
              <a:ext cx="432519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s: (1,1)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50" name="Textfeld 249">
              <a:extLst>
                <a:ext uri="{FF2B5EF4-FFF2-40B4-BE49-F238E27FC236}">
                  <a16:creationId xmlns:a16="http://schemas.microsoft.com/office/drawing/2014/main" id="{3C5CB7AE-B1BC-77E8-3F38-764F1B1F7475}"/>
                </a:ext>
              </a:extLst>
            </p:cNvPr>
            <p:cNvSpPr txBox="1"/>
            <p:nvPr/>
          </p:nvSpPr>
          <p:spPr>
            <a:xfrm>
              <a:off x="1739165" y="4266564"/>
              <a:ext cx="439495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p: (1,1)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grpSp>
        <p:nvGrpSpPr>
          <p:cNvPr id="251" name="Gruppieren 250">
            <a:extLst>
              <a:ext uri="{FF2B5EF4-FFF2-40B4-BE49-F238E27FC236}">
                <a16:creationId xmlns:a16="http://schemas.microsoft.com/office/drawing/2014/main" id="{3EC7D3AB-1B54-0BBF-2CE6-E0FA98472B55}"/>
              </a:ext>
            </a:extLst>
          </p:cNvPr>
          <p:cNvGrpSpPr/>
          <p:nvPr/>
        </p:nvGrpSpPr>
        <p:grpSpPr>
          <a:xfrm>
            <a:off x="5367165" y="4432702"/>
            <a:ext cx="403957" cy="561566"/>
            <a:chOff x="1739165" y="3825608"/>
            <a:chExt cx="439495" cy="610769"/>
          </a:xfrm>
        </p:grpSpPr>
        <p:sp>
          <p:nvSpPr>
            <p:cNvPr id="252" name="Textfeld 251">
              <a:extLst>
                <a:ext uri="{FF2B5EF4-FFF2-40B4-BE49-F238E27FC236}">
                  <a16:creationId xmlns:a16="http://schemas.microsoft.com/office/drawing/2014/main" id="{F99E2400-7BAC-F299-064B-A12C0478EDAE}"/>
                </a:ext>
              </a:extLst>
            </p:cNvPr>
            <p:cNvSpPr txBox="1"/>
            <p:nvPr/>
          </p:nvSpPr>
          <p:spPr>
            <a:xfrm>
              <a:off x="1739165" y="3825608"/>
              <a:ext cx="432518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k: (9,3)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53" name="Textfeld 252">
              <a:extLst>
                <a:ext uri="{FF2B5EF4-FFF2-40B4-BE49-F238E27FC236}">
                  <a16:creationId xmlns:a16="http://schemas.microsoft.com/office/drawing/2014/main" id="{F82E0B97-050F-B786-FF8B-B9A0B62CD5D8}"/>
                </a:ext>
              </a:extLst>
            </p:cNvPr>
            <p:cNvSpPr txBox="1"/>
            <p:nvPr/>
          </p:nvSpPr>
          <p:spPr>
            <a:xfrm>
              <a:off x="1739165" y="3972593"/>
              <a:ext cx="230211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n: 1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54" name="Textfeld 253">
              <a:extLst>
                <a:ext uri="{FF2B5EF4-FFF2-40B4-BE49-F238E27FC236}">
                  <a16:creationId xmlns:a16="http://schemas.microsoft.com/office/drawing/2014/main" id="{113F01C0-AE9E-0981-2574-6F1FAB9C5DF7}"/>
                </a:ext>
              </a:extLst>
            </p:cNvPr>
            <p:cNvSpPr txBox="1"/>
            <p:nvPr/>
          </p:nvSpPr>
          <p:spPr>
            <a:xfrm>
              <a:off x="1739165" y="4119579"/>
              <a:ext cx="432519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s: (1,1)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55" name="Textfeld 254">
              <a:extLst>
                <a:ext uri="{FF2B5EF4-FFF2-40B4-BE49-F238E27FC236}">
                  <a16:creationId xmlns:a16="http://schemas.microsoft.com/office/drawing/2014/main" id="{2E81422A-DF12-12AE-883E-4DAEBD8F5892}"/>
                </a:ext>
              </a:extLst>
            </p:cNvPr>
            <p:cNvSpPr txBox="1"/>
            <p:nvPr/>
          </p:nvSpPr>
          <p:spPr>
            <a:xfrm>
              <a:off x="1739165" y="4266564"/>
              <a:ext cx="439495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p: (4,1)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cxnSp>
        <p:nvCxnSpPr>
          <p:cNvPr id="9" name="Verbinder: gewinkelt 8">
            <a:extLst>
              <a:ext uri="{FF2B5EF4-FFF2-40B4-BE49-F238E27FC236}">
                <a16:creationId xmlns:a16="http://schemas.microsoft.com/office/drawing/2014/main" id="{881917CC-3603-C942-C0DE-0D59E31A7D31}"/>
              </a:ext>
            </a:extLst>
          </p:cNvPr>
          <p:cNvCxnSpPr>
            <a:cxnSpLocks/>
            <a:stCxn id="17" idx="3"/>
            <a:endCxn id="68" idx="0"/>
          </p:cNvCxnSpPr>
          <p:nvPr/>
        </p:nvCxnSpPr>
        <p:spPr>
          <a:xfrm flipV="1">
            <a:off x="1416340" y="3163362"/>
            <a:ext cx="1160307" cy="586770"/>
          </a:xfrm>
          <a:prstGeom prst="bentConnector4">
            <a:avLst>
              <a:gd name="adj1" fmla="val 5047"/>
              <a:gd name="adj2" fmla="val 1214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Verbinder: gewinkelt 10">
            <a:extLst>
              <a:ext uri="{FF2B5EF4-FFF2-40B4-BE49-F238E27FC236}">
                <a16:creationId xmlns:a16="http://schemas.microsoft.com/office/drawing/2014/main" id="{E2D2DB7B-A203-C874-060E-30545309E18D}"/>
              </a:ext>
            </a:extLst>
          </p:cNvPr>
          <p:cNvCxnSpPr>
            <a:cxnSpLocks/>
            <a:stCxn id="17" idx="3"/>
            <a:endCxn id="25" idx="0"/>
          </p:cNvCxnSpPr>
          <p:nvPr/>
        </p:nvCxnSpPr>
        <p:spPr>
          <a:xfrm flipV="1">
            <a:off x="1416340" y="3104685"/>
            <a:ext cx="2801411" cy="645447"/>
          </a:xfrm>
          <a:prstGeom prst="bentConnector4">
            <a:avLst>
              <a:gd name="adj1" fmla="val 569"/>
              <a:gd name="adj2" fmla="val 121668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Verbinder: gewinkelt 18">
            <a:extLst>
              <a:ext uri="{FF2B5EF4-FFF2-40B4-BE49-F238E27FC236}">
                <a16:creationId xmlns:a16="http://schemas.microsoft.com/office/drawing/2014/main" id="{65575B07-7447-A024-74D3-F494202AC324}"/>
              </a:ext>
            </a:extLst>
          </p:cNvPr>
          <p:cNvCxnSpPr>
            <a:cxnSpLocks/>
            <a:stCxn id="68" idx="3"/>
            <a:endCxn id="61" idx="0"/>
          </p:cNvCxnSpPr>
          <p:nvPr/>
        </p:nvCxnSpPr>
        <p:spPr>
          <a:xfrm flipV="1">
            <a:off x="2659369" y="3163362"/>
            <a:ext cx="415712" cy="586770"/>
          </a:xfrm>
          <a:prstGeom prst="bentConnector4">
            <a:avLst>
              <a:gd name="adj1" fmla="val 18764"/>
              <a:gd name="adj2" fmla="val 12279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0" name="Gruppieren 99">
            <a:extLst>
              <a:ext uri="{FF2B5EF4-FFF2-40B4-BE49-F238E27FC236}">
                <a16:creationId xmlns:a16="http://schemas.microsoft.com/office/drawing/2014/main" id="{889101FD-1745-2AB4-4054-800D37073F57}"/>
              </a:ext>
            </a:extLst>
          </p:cNvPr>
          <p:cNvGrpSpPr/>
          <p:nvPr/>
        </p:nvGrpSpPr>
        <p:grpSpPr>
          <a:xfrm>
            <a:off x="3203822" y="3104685"/>
            <a:ext cx="328007" cy="1290893"/>
            <a:chOff x="2999113" y="2967524"/>
            <a:chExt cx="356863" cy="1548000"/>
          </a:xfrm>
        </p:grpSpPr>
        <p:sp>
          <p:nvSpPr>
            <p:cNvPr id="101" name="Rechteck 100">
              <a:extLst>
                <a:ext uri="{FF2B5EF4-FFF2-40B4-BE49-F238E27FC236}">
                  <a16:creationId xmlns:a16="http://schemas.microsoft.com/office/drawing/2014/main" id="{165A7315-186F-2F09-3ACC-489592328B89}"/>
                </a:ext>
              </a:extLst>
            </p:cNvPr>
            <p:cNvSpPr/>
            <p:nvPr/>
          </p:nvSpPr>
          <p:spPr>
            <a:xfrm>
              <a:off x="2999113" y="2967524"/>
              <a:ext cx="356863" cy="154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algn="ctr"/>
              <a:endParaRPr lang="en-GB" sz="1000" dirty="0"/>
            </a:p>
          </p:txBody>
        </p:sp>
        <p:grpSp>
          <p:nvGrpSpPr>
            <p:cNvPr id="102" name="Gruppieren 101">
              <a:extLst>
                <a:ext uri="{FF2B5EF4-FFF2-40B4-BE49-F238E27FC236}">
                  <a16:creationId xmlns:a16="http://schemas.microsoft.com/office/drawing/2014/main" id="{DE7C9050-03E6-491D-812F-1938D3BDC888}"/>
                </a:ext>
              </a:extLst>
            </p:cNvPr>
            <p:cNvGrpSpPr/>
            <p:nvPr/>
          </p:nvGrpSpPr>
          <p:grpSpPr>
            <a:xfrm>
              <a:off x="3022427" y="3037888"/>
              <a:ext cx="310235" cy="1407273"/>
              <a:chOff x="3023228" y="3037888"/>
              <a:chExt cx="310235" cy="1407273"/>
            </a:xfrm>
          </p:grpSpPr>
          <p:sp>
            <p:nvSpPr>
              <p:cNvPr id="103" name="Rechteck 102">
                <a:extLst>
                  <a:ext uri="{FF2B5EF4-FFF2-40B4-BE49-F238E27FC236}">
                    <a16:creationId xmlns:a16="http://schemas.microsoft.com/office/drawing/2014/main" id="{261CE110-B738-A3BD-B4EF-3FEFD51EFDD4}"/>
                  </a:ext>
                </a:extLst>
              </p:cNvPr>
              <p:cNvSpPr/>
              <p:nvPr/>
            </p:nvSpPr>
            <p:spPr>
              <a:xfrm>
                <a:off x="3023228" y="3037888"/>
                <a:ext cx="36000" cy="1407273"/>
              </a:xfrm>
              <a:prstGeom prst="rect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04" name="Rechteck 103">
                <a:extLst>
                  <a:ext uri="{FF2B5EF4-FFF2-40B4-BE49-F238E27FC236}">
                    <a16:creationId xmlns:a16="http://schemas.microsoft.com/office/drawing/2014/main" id="{506E76DA-943D-E698-77A9-3C3ECE969316}"/>
                  </a:ext>
                </a:extLst>
              </p:cNvPr>
              <p:cNvSpPr/>
              <p:nvPr/>
            </p:nvSpPr>
            <p:spPr>
              <a:xfrm>
                <a:off x="3132922" y="3037888"/>
                <a:ext cx="36000" cy="1407273"/>
              </a:xfrm>
              <a:prstGeom prst="rect">
                <a:avLst/>
              </a:prstGeom>
              <a:solidFill>
                <a:srgbClr val="FDB73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05" name="Rechteck 104">
                <a:extLst>
                  <a:ext uri="{FF2B5EF4-FFF2-40B4-BE49-F238E27FC236}">
                    <a16:creationId xmlns:a16="http://schemas.microsoft.com/office/drawing/2014/main" id="{6036B7E3-0AEF-1BF9-C279-B873795F88AE}"/>
                  </a:ext>
                </a:extLst>
              </p:cNvPr>
              <p:cNvSpPr/>
              <p:nvPr/>
            </p:nvSpPr>
            <p:spPr>
              <a:xfrm>
                <a:off x="3078075" y="3037888"/>
                <a:ext cx="36000" cy="1407273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6" name="Rechteck 105">
                <a:extLst>
                  <a:ext uri="{FF2B5EF4-FFF2-40B4-BE49-F238E27FC236}">
                    <a16:creationId xmlns:a16="http://schemas.microsoft.com/office/drawing/2014/main" id="{3A3D1F33-52F1-19EA-32B6-2834E087FD2C}"/>
                  </a:ext>
                </a:extLst>
              </p:cNvPr>
              <p:cNvSpPr/>
              <p:nvPr/>
            </p:nvSpPr>
            <p:spPr>
              <a:xfrm>
                <a:off x="3187769" y="3037888"/>
                <a:ext cx="36000" cy="1407273"/>
              </a:xfrm>
              <a:prstGeom prst="rect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>
                  <a:solidFill>
                    <a:sysClr val="windowText" lastClr="000000"/>
                  </a:solidFill>
                </a:endParaRPr>
              </a:p>
              <a:p>
                <a:pPr algn="ctr"/>
                <a:endParaRPr lang="en-GB" sz="100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07" name="Rechteck 106">
                <a:extLst>
                  <a:ext uri="{FF2B5EF4-FFF2-40B4-BE49-F238E27FC236}">
                    <a16:creationId xmlns:a16="http://schemas.microsoft.com/office/drawing/2014/main" id="{27A4405A-B1D2-B8E4-A950-BDF7C1D7B885}"/>
                  </a:ext>
                </a:extLst>
              </p:cNvPr>
              <p:cNvSpPr/>
              <p:nvPr/>
            </p:nvSpPr>
            <p:spPr>
              <a:xfrm>
                <a:off x="3242616" y="3037888"/>
                <a:ext cx="36000" cy="1407273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Rechteck 107">
                <a:extLst>
                  <a:ext uri="{FF2B5EF4-FFF2-40B4-BE49-F238E27FC236}">
                    <a16:creationId xmlns:a16="http://schemas.microsoft.com/office/drawing/2014/main" id="{9F7A24DE-E489-9932-4EA2-33BB9EF4EAE1}"/>
                  </a:ext>
                </a:extLst>
              </p:cNvPr>
              <p:cNvSpPr/>
              <p:nvPr/>
            </p:nvSpPr>
            <p:spPr>
              <a:xfrm>
                <a:off x="3297463" y="3037888"/>
                <a:ext cx="36000" cy="1407273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123" name="Verbinder: gewinkelt 122">
            <a:extLst>
              <a:ext uri="{FF2B5EF4-FFF2-40B4-BE49-F238E27FC236}">
                <a16:creationId xmlns:a16="http://schemas.microsoft.com/office/drawing/2014/main" id="{C7DD3A77-042E-6DE1-681C-1D99EC2C2C28}"/>
              </a:ext>
            </a:extLst>
          </p:cNvPr>
          <p:cNvCxnSpPr>
            <a:cxnSpLocks/>
            <a:stCxn id="55" idx="3"/>
            <a:endCxn id="108" idx="0"/>
          </p:cNvCxnSpPr>
          <p:nvPr/>
        </p:nvCxnSpPr>
        <p:spPr>
          <a:xfrm flipV="1">
            <a:off x="3113053" y="3163362"/>
            <a:ext cx="380804" cy="586770"/>
          </a:xfrm>
          <a:prstGeom prst="bentConnector4">
            <a:avLst>
              <a:gd name="adj1" fmla="val 12709"/>
              <a:gd name="adj2" fmla="val 1214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95449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5973E76-EC0D-84BA-F6A4-A1C519A4D14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574447" y="6634666"/>
            <a:ext cx="692497" cy="153888"/>
          </a:xfrm>
        </p:spPr>
        <p:txBody>
          <a:bodyPr/>
          <a:lstStyle/>
          <a:p>
            <a:fld id="{0B4FCF17-48A0-4939-9B86-4A0E590241E6}" type="datetime4">
              <a:rPr lang="de-DE" sz="1000" smtClean="0"/>
              <a:t>9. Juni 2024</a:t>
            </a:fld>
            <a:endParaRPr lang="de-DE" sz="1000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0B4611C-2B45-913B-14B0-B574DCB31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8319" y="6634666"/>
            <a:ext cx="5469732" cy="153888"/>
          </a:xfrm>
        </p:spPr>
        <p:txBody>
          <a:bodyPr/>
          <a:lstStyle/>
          <a:p>
            <a:r>
              <a:rPr lang="de-DE" sz="1000"/>
              <a:t>Technische Fakultät</a:t>
            </a:r>
            <a:endParaRPr lang="de-DE" sz="10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7B05C4C-AA2F-5815-6802-65D4D1C63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05531" y="6634666"/>
            <a:ext cx="70532" cy="153888"/>
          </a:xfrm>
        </p:spPr>
        <p:txBody>
          <a:bodyPr/>
          <a:lstStyle/>
          <a:p>
            <a:fld id="{D949F9DF-37BD-4CD6-BF49-65BA579E1D7A}" type="slidenum">
              <a:rPr lang="de-DE" sz="1000" smtClean="0"/>
              <a:pPr/>
              <a:t>5</a:t>
            </a:fld>
            <a:endParaRPr lang="de-DE" sz="100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E730828-FF25-ADA5-1946-72137AD07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138499"/>
          </a:xfrm>
        </p:spPr>
        <p:txBody>
          <a:bodyPr/>
          <a:lstStyle/>
          <a:p>
            <a:r>
              <a:rPr lang="en-GB" sz="1000" dirty="0"/>
              <a:t>Discriminator</a:t>
            </a:r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3AF924C1-B113-25EA-9044-5CEB285C0E9C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/>
        <p:txBody>
          <a:bodyPr>
            <a:normAutofit/>
          </a:bodyPr>
          <a:lstStyle/>
          <a:p>
            <a:endParaRPr lang="en-GB" sz="1000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32AC9C3-90DE-FA52-6EA9-DE1DA14E8F73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156133"/>
          </a:xfrm>
        </p:spPr>
        <p:txBody>
          <a:bodyPr/>
          <a:lstStyle/>
          <a:p>
            <a:endParaRPr lang="en-GB" sz="1000"/>
          </a:p>
        </p:txBody>
      </p: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79A0EAB3-3127-9C2C-BBD2-14F5961698F0}"/>
              </a:ext>
            </a:extLst>
          </p:cNvPr>
          <p:cNvGrpSpPr/>
          <p:nvPr/>
        </p:nvGrpSpPr>
        <p:grpSpPr>
          <a:xfrm>
            <a:off x="3538674" y="2271968"/>
            <a:ext cx="5760000" cy="3028139"/>
            <a:chOff x="3538674" y="2271968"/>
            <a:chExt cx="5760000" cy="3028139"/>
          </a:xfrm>
        </p:grpSpPr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BB1CE5A4-FD12-F994-73AF-692B4A07A484}"/>
                </a:ext>
              </a:extLst>
            </p:cNvPr>
            <p:cNvSpPr/>
            <p:nvPr/>
          </p:nvSpPr>
          <p:spPr>
            <a:xfrm>
              <a:off x="3538674" y="2271968"/>
              <a:ext cx="5760000" cy="302813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180000" rtlCol="0" anchor="ctr"/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65ADB8EF-C796-66CF-A0B7-BBA9D4871713}"/>
                </a:ext>
              </a:extLst>
            </p:cNvPr>
            <p:cNvCxnSpPr>
              <a:cxnSpLocks/>
              <a:stCxn id="98" idx="3"/>
              <a:endCxn id="26" idx="1"/>
            </p:cNvCxnSpPr>
            <p:nvPr/>
          </p:nvCxnSpPr>
          <p:spPr>
            <a:xfrm>
              <a:off x="4081172" y="3784826"/>
              <a:ext cx="4348202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AB029C0A-C6BE-E5D4-29B1-3E337816FA02}"/>
                </a:ext>
              </a:extLst>
            </p:cNvPr>
            <p:cNvSpPr/>
            <p:nvPr/>
          </p:nvSpPr>
          <p:spPr>
            <a:xfrm>
              <a:off x="4190245" y="3082826"/>
              <a:ext cx="180000" cy="1404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algn="ctr"/>
              <a:r>
                <a:rPr lang="en-GB" sz="1000" dirty="0">
                  <a:solidFill>
                    <a:sysClr val="windowText" lastClr="000000"/>
                  </a:solidFill>
                </a:rPr>
                <a:t>Conv</a:t>
              </a:r>
            </a:p>
          </p:txBody>
        </p:sp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D29569B9-6FCD-BAD5-A35B-F9161ED2E8DF}"/>
                </a:ext>
              </a:extLst>
            </p:cNvPr>
            <p:cNvSpPr/>
            <p:nvPr/>
          </p:nvSpPr>
          <p:spPr>
            <a:xfrm>
              <a:off x="4395498" y="3082826"/>
              <a:ext cx="180000" cy="1404000"/>
            </a:xfrm>
            <a:prstGeom prst="rect">
              <a:avLst/>
            </a:prstGeom>
            <a:solidFill>
              <a:srgbClr val="EFA78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algn="ctr"/>
              <a:r>
                <a:rPr lang="en-GB" sz="1000" dirty="0" err="1">
                  <a:solidFill>
                    <a:sysClr val="windowText" lastClr="000000"/>
                  </a:solidFill>
                </a:rPr>
                <a:t>LReLU</a:t>
              </a:r>
              <a:r>
                <a:rPr lang="en-GB" sz="1000" dirty="0">
                  <a:solidFill>
                    <a:sysClr val="windowText" lastClr="000000"/>
                  </a:solidFill>
                </a:rPr>
                <a:t> (α </a:t>
              </a:r>
              <a:r>
                <a:rPr lang="de-DE" sz="1000" dirty="0">
                  <a:solidFill>
                    <a:sysClr val="windowText" lastClr="000000"/>
                  </a:solidFill>
                </a:rPr>
                <a:t>= 0.2)</a:t>
              </a:r>
              <a:endParaRPr lang="en-GB" sz="1000" dirty="0">
                <a:solidFill>
                  <a:sysClr val="windowText" lastClr="000000"/>
                </a:solidFill>
              </a:endParaRPr>
            </a:p>
          </p:txBody>
        </p:sp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8E4D13BB-94FC-AC55-6CFB-7832A176A864}"/>
                </a:ext>
              </a:extLst>
            </p:cNvPr>
            <p:cNvGrpSpPr/>
            <p:nvPr/>
          </p:nvGrpSpPr>
          <p:grpSpPr>
            <a:xfrm>
              <a:off x="4692087" y="3082826"/>
              <a:ext cx="666700" cy="1404000"/>
              <a:chOff x="3152185" y="3108358"/>
              <a:chExt cx="666700" cy="1548000"/>
            </a:xfrm>
          </p:grpSpPr>
          <p:sp>
            <p:nvSpPr>
              <p:cNvPr id="53" name="Rechteck 52">
                <a:extLst>
                  <a:ext uri="{FF2B5EF4-FFF2-40B4-BE49-F238E27FC236}">
                    <a16:creationId xmlns:a16="http://schemas.microsoft.com/office/drawing/2014/main" id="{B2B35D20-3735-FCBD-A417-B6767B1122FD}"/>
                  </a:ext>
                </a:extLst>
              </p:cNvPr>
              <p:cNvSpPr/>
              <p:nvPr/>
            </p:nvSpPr>
            <p:spPr>
              <a:xfrm>
                <a:off x="3152185" y="3108358"/>
                <a:ext cx="666700" cy="15480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/>
              </a:p>
            </p:txBody>
          </p:sp>
          <p:grpSp>
            <p:nvGrpSpPr>
              <p:cNvPr id="18" name="Gruppieren 17">
                <a:extLst>
                  <a:ext uri="{FF2B5EF4-FFF2-40B4-BE49-F238E27FC236}">
                    <a16:creationId xmlns:a16="http://schemas.microsoft.com/office/drawing/2014/main" id="{97D1DAAE-4024-212A-87D1-27780E346BEA}"/>
                  </a:ext>
                </a:extLst>
              </p:cNvPr>
              <p:cNvGrpSpPr/>
              <p:nvPr/>
            </p:nvGrpSpPr>
            <p:grpSpPr>
              <a:xfrm>
                <a:off x="3181957" y="3178558"/>
                <a:ext cx="607156" cy="1407600"/>
                <a:chOff x="3190775" y="3178558"/>
                <a:chExt cx="607156" cy="1407600"/>
              </a:xfrm>
            </p:grpSpPr>
            <p:sp>
              <p:nvSpPr>
                <p:cNvPr id="54" name="Rechteck 53">
                  <a:extLst>
                    <a:ext uri="{FF2B5EF4-FFF2-40B4-BE49-F238E27FC236}">
                      <a16:creationId xmlns:a16="http://schemas.microsoft.com/office/drawing/2014/main" id="{88510CFE-3279-A787-5787-7F4A1945B86A}"/>
                    </a:ext>
                  </a:extLst>
                </p:cNvPr>
                <p:cNvSpPr/>
                <p:nvPr/>
              </p:nvSpPr>
              <p:spPr>
                <a:xfrm>
                  <a:off x="3190775" y="3178558"/>
                  <a:ext cx="180000" cy="140760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36000" tIns="36000" rIns="36000" bIns="36000" rtlCol="0" anchor="ctr"/>
                <a:lstStyle/>
                <a:p>
                  <a:pPr algn="ctr"/>
                  <a:r>
                    <a:rPr lang="en-GB" sz="1000" dirty="0">
                      <a:solidFill>
                        <a:sysClr val="windowText" lastClr="000000"/>
                      </a:solidFill>
                    </a:rPr>
                    <a:t>Conv</a:t>
                  </a:r>
                </a:p>
              </p:txBody>
            </p:sp>
            <p:sp>
              <p:nvSpPr>
                <p:cNvPr id="55" name="Rechteck 54">
                  <a:extLst>
                    <a:ext uri="{FF2B5EF4-FFF2-40B4-BE49-F238E27FC236}">
                      <a16:creationId xmlns:a16="http://schemas.microsoft.com/office/drawing/2014/main" id="{8C4A1408-81EB-7ABD-B56C-A2184DC898BE}"/>
                    </a:ext>
                  </a:extLst>
                </p:cNvPr>
                <p:cNvSpPr/>
                <p:nvPr/>
              </p:nvSpPr>
              <p:spPr>
                <a:xfrm>
                  <a:off x="3617931" y="3178558"/>
                  <a:ext cx="180000" cy="1407600"/>
                </a:xfrm>
                <a:prstGeom prst="rect">
                  <a:avLst/>
                </a:prstGeom>
                <a:solidFill>
                  <a:srgbClr val="EFA78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36000" tIns="36000" rIns="36000" bIns="36000" rtlCol="0" anchor="ctr"/>
                <a:lstStyle/>
                <a:p>
                  <a:pPr algn="ctr"/>
                  <a:r>
                    <a:rPr lang="en-GB" sz="1000" dirty="0" err="1">
                      <a:solidFill>
                        <a:sysClr val="windowText" lastClr="000000"/>
                      </a:solidFill>
                    </a:rPr>
                    <a:t>LReLU</a:t>
                  </a:r>
                  <a:r>
                    <a:rPr lang="en-GB" sz="1000" dirty="0">
                      <a:solidFill>
                        <a:sysClr val="windowText" lastClr="000000"/>
                      </a:solidFill>
                    </a:rPr>
                    <a:t> (α </a:t>
                  </a:r>
                  <a:r>
                    <a:rPr lang="de-DE" sz="1000" dirty="0">
                      <a:solidFill>
                        <a:sysClr val="windowText" lastClr="000000"/>
                      </a:solidFill>
                    </a:rPr>
                    <a:t>= 0.2)</a:t>
                  </a:r>
                  <a:endParaRPr lang="en-GB" sz="1000" dirty="0">
                    <a:solidFill>
                      <a:sysClr val="windowText" lastClr="000000"/>
                    </a:solidFill>
                  </a:endParaRPr>
                </a:p>
              </p:txBody>
            </p:sp>
            <p:sp>
              <p:nvSpPr>
                <p:cNvPr id="56" name="Rechteck 55">
                  <a:extLst>
                    <a:ext uri="{FF2B5EF4-FFF2-40B4-BE49-F238E27FC236}">
                      <a16:creationId xmlns:a16="http://schemas.microsoft.com/office/drawing/2014/main" id="{396B299A-684F-E0E1-5EA8-9D040E4564A4}"/>
                    </a:ext>
                  </a:extLst>
                </p:cNvPr>
                <p:cNvSpPr/>
                <p:nvPr/>
              </p:nvSpPr>
              <p:spPr>
                <a:xfrm>
                  <a:off x="3404353" y="3178558"/>
                  <a:ext cx="180000" cy="1407600"/>
                </a:xfrm>
                <a:prstGeom prst="rect">
                  <a:avLst/>
                </a:prstGeom>
                <a:solidFill>
                  <a:srgbClr val="8C9FB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36000" tIns="36000" rIns="36000" bIns="36000" rtlCol="0" anchor="ctr"/>
                <a:lstStyle/>
                <a:p>
                  <a:pPr algn="ctr"/>
                  <a:r>
                    <a:rPr lang="en-GB" sz="1000" dirty="0">
                      <a:solidFill>
                        <a:schemeClr val="tx1"/>
                      </a:solidFill>
                    </a:rPr>
                    <a:t>Batch norm</a:t>
                  </a:r>
                </a:p>
              </p:txBody>
            </p:sp>
          </p:grpSp>
        </p:grp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A30E5946-DB92-7BCD-E73E-DF9393B062C1}"/>
                </a:ext>
              </a:extLst>
            </p:cNvPr>
            <p:cNvCxnSpPr>
              <a:cxnSpLocks/>
              <a:stCxn id="26" idx="3"/>
              <a:endCxn id="9" idx="1"/>
            </p:cNvCxnSpPr>
            <p:nvPr/>
          </p:nvCxnSpPr>
          <p:spPr>
            <a:xfrm>
              <a:off x="8609374" y="3784826"/>
              <a:ext cx="170423" cy="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D3A24567-818D-2839-B0D1-BCA87B11B413}"/>
                </a:ext>
              </a:extLst>
            </p:cNvPr>
            <p:cNvGrpSpPr/>
            <p:nvPr/>
          </p:nvGrpSpPr>
          <p:grpSpPr>
            <a:xfrm>
              <a:off x="5390153" y="3082826"/>
              <a:ext cx="351171" cy="1404000"/>
              <a:chOff x="4387956" y="3108358"/>
              <a:chExt cx="351171" cy="1548000"/>
            </a:xfrm>
          </p:grpSpPr>
          <p:sp>
            <p:nvSpPr>
              <p:cNvPr id="49" name="Rechteck 48">
                <a:extLst>
                  <a:ext uri="{FF2B5EF4-FFF2-40B4-BE49-F238E27FC236}">
                    <a16:creationId xmlns:a16="http://schemas.microsoft.com/office/drawing/2014/main" id="{94B670D4-6135-D226-442C-5CEB94731F12}"/>
                  </a:ext>
                </a:extLst>
              </p:cNvPr>
              <p:cNvSpPr/>
              <p:nvPr/>
            </p:nvSpPr>
            <p:spPr>
              <a:xfrm>
                <a:off x="4387956" y="3108358"/>
                <a:ext cx="351171" cy="15480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/>
              </a:p>
            </p:txBody>
          </p:sp>
          <p:grpSp>
            <p:nvGrpSpPr>
              <p:cNvPr id="20" name="Gruppieren 19">
                <a:extLst>
                  <a:ext uri="{FF2B5EF4-FFF2-40B4-BE49-F238E27FC236}">
                    <a16:creationId xmlns:a16="http://schemas.microsoft.com/office/drawing/2014/main" id="{713D1AA6-8285-161C-53D2-B4D88CCC0340}"/>
                  </a:ext>
                </a:extLst>
              </p:cNvPr>
              <p:cNvGrpSpPr/>
              <p:nvPr/>
            </p:nvGrpSpPr>
            <p:grpSpPr>
              <a:xfrm>
                <a:off x="4418541" y="3178558"/>
                <a:ext cx="290000" cy="1407600"/>
                <a:chOff x="4415811" y="3178558"/>
                <a:chExt cx="290000" cy="1407600"/>
              </a:xfrm>
            </p:grpSpPr>
            <p:sp>
              <p:nvSpPr>
                <p:cNvPr id="50" name="Rechteck 49">
                  <a:extLst>
                    <a:ext uri="{FF2B5EF4-FFF2-40B4-BE49-F238E27FC236}">
                      <a16:creationId xmlns:a16="http://schemas.microsoft.com/office/drawing/2014/main" id="{2C1992C0-77BF-1963-CE85-24D7C1902742}"/>
                    </a:ext>
                  </a:extLst>
                </p:cNvPr>
                <p:cNvSpPr/>
                <p:nvPr/>
              </p:nvSpPr>
              <p:spPr>
                <a:xfrm>
                  <a:off x="4415811" y="3178558"/>
                  <a:ext cx="180000" cy="140760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36000" tIns="36000" rIns="36000" bIns="36000" rtlCol="0" anchor="ctr"/>
                <a:lstStyle/>
                <a:p>
                  <a:pPr algn="ctr"/>
                  <a:r>
                    <a:rPr lang="en-GB" sz="1000" dirty="0">
                      <a:solidFill>
                        <a:sysClr val="windowText" lastClr="000000"/>
                      </a:solidFill>
                    </a:rPr>
                    <a:t>Conv</a:t>
                  </a:r>
                </a:p>
              </p:txBody>
            </p:sp>
            <p:sp>
              <p:nvSpPr>
                <p:cNvPr id="51" name="Rechteck 50">
                  <a:extLst>
                    <a:ext uri="{FF2B5EF4-FFF2-40B4-BE49-F238E27FC236}">
                      <a16:creationId xmlns:a16="http://schemas.microsoft.com/office/drawing/2014/main" id="{44933FFA-2D44-0A84-2A43-BB2451A88C8F}"/>
                    </a:ext>
                  </a:extLst>
                </p:cNvPr>
                <p:cNvSpPr/>
                <p:nvPr/>
              </p:nvSpPr>
              <p:spPr>
                <a:xfrm>
                  <a:off x="4669811" y="3178558"/>
                  <a:ext cx="36000" cy="1407600"/>
                </a:xfrm>
                <a:prstGeom prst="rect">
                  <a:avLst/>
                </a:prstGeom>
                <a:solidFill>
                  <a:srgbClr val="EFA78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36000" tIns="36000" rIns="36000" bIns="36000" rtlCol="0" anchor="ctr"/>
                <a:lstStyle/>
                <a:p>
                  <a:pPr algn="ctr"/>
                  <a:endParaRPr lang="en-GB" sz="1000" dirty="0">
                    <a:solidFill>
                      <a:sysClr val="windowText" lastClr="000000"/>
                    </a:solidFill>
                  </a:endParaRPr>
                </a:p>
              </p:txBody>
            </p:sp>
            <p:sp>
              <p:nvSpPr>
                <p:cNvPr id="52" name="Rechteck 51">
                  <a:extLst>
                    <a:ext uri="{FF2B5EF4-FFF2-40B4-BE49-F238E27FC236}">
                      <a16:creationId xmlns:a16="http://schemas.microsoft.com/office/drawing/2014/main" id="{D21D59B2-87AF-BA14-B00B-52DBF2790044}"/>
                    </a:ext>
                  </a:extLst>
                </p:cNvPr>
                <p:cNvSpPr/>
                <p:nvPr/>
              </p:nvSpPr>
              <p:spPr>
                <a:xfrm>
                  <a:off x="4614811" y="3178558"/>
                  <a:ext cx="36000" cy="1407600"/>
                </a:xfrm>
                <a:prstGeom prst="rect">
                  <a:avLst/>
                </a:prstGeom>
                <a:solidFill>
                  <a:srgbClr val="8C9FB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36000" tIns="36000" rIns="36000" bIns="36000" rtlCol="0" anchor="ctr"/>
                <a:lstStyle/>
                <a:p>
                  <a:pPr algn="ctr"/>
                  <a:endParaRPr lang="en-GB" sz="100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4ADF7AE4-82A3-3FEC-F255-B51DCD005469}"/>
                </a:ext>
              </a:extLst>
            </p:cNvPr>
            <p:cNvSpPr/>
            <p:nvPr/>
          </p:nvSpPr>
          <p:spPr>
            <a:xfrm>
              <a:off x="7784343" y="3082826"/>
              <a:ext cx="180000" cy="1404000"/>
            </a:xfrm>
            <a:prstGeom prst="rect">
              <a:avLst/>
            </a:prstGeom>
            <a:solidFill>
              <a:srgbClr val="5DC08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algn="ctr"/>
              <a:r>
                <a:rPr lang="de-DE" sz="1000" dirty="0" err="1">
                  <a:solidFill>
                    <a:sysClr val="windowText" lastClr="000000"/>
                  </a:solidFill>
                </a:rPr>
                <a:t>Dense</a:t>
              </a:r>
              <a:r>
                <a:rPr lang="de-DE" sz="1000" dirty="0">
                  <a:solidFill>
                    <a:sysClr val="windowText" lastClr="000000"/>
                  </a:solidFill>
                </a:rPr>
                <a:t> (1024)</a:t>
              </a:r>
              <a:endParaRPr lang="en-GB" sz="10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FA930C0E-4550-BE31-32FB-706B1CC08D64}"/>
                </a:ext>
              </a:extLst>
            </p:cNvPr>
            <p:cNvSpPr/>
            <p:nvPr/>
          </p:nvSpPr>
          <p:spPr>
            <a:xfrm>
              <a:off x="7999353" y="3082826"/>
              <a:ext cx="180000" cy="1404000"/>
            </a:xfrm>
            <a:prstGeom prst="rect">
              <a:avLst/>
            </a:prstGeom>
            <a:solidFill>
              <a:srgbClr val="EFA78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algn="ctr"/>
              <a:r>
                <a:rPr lang="en-GB" sz="1000" dirty="0" err="1">
                  <a:solidFill>
                    <a:sysClr val="windowText" lastClr="000000"/>
                  </a:solidFill>
                </a:rPr>
                <a:t>LReLU</a:t>
              </a:r>
              <a:r>
                <a:rPr lang="en-GB" sz="1000" dirty="0">
                  <a:solidFill>
                    <a:sysClr val="windowText" lastClr="000000"/>
                  </a:solidFill>
                </a:rPr>
                <a:t> (α </a:t>
              </a:r>
              <a:r>
                <a:rPr lang="de-DE" sz="1000" dirty="0">
                  <a:solidFill>
                    <a:sysClr val="windowText" lastClr="000000"/>
                  </a:solidFill>
                </a:rPr>
                <a:t>= 0.2)</a:t>
              </a:r>
              <a:endParaRPr lang="en-GB" sz="10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114F54F2-E337-2D79-310D-4440F25914C2}"/>
                </a:ext>
              </a:extLst>
            </p:cNvPr>
            <p:cNvSpPr/>
            <p:nvPr/>
          </p:nvSpPr>
          <p:spPr>
            <a:xfrm>
              <a:off x="8214363" y="3082826"/>
              <a:ext cx="180000" cy="1404000"/>
            </a:xfrm>
            <a:prstGeom prst="rect">
              <a:avLst/>
            </a:prstGeom>
            <a:solidFill>
              <a:srgbClr val="5DC08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algn="ctr"/>
              <a:r>
                <a:rPr lang="de-DE" sz="1000" dirty="0" err="1">
                  <a:solidFill>
                    <a:sysClr val="windowText" lastClr="000000"/>
                  </a:solidFill>
                </a:rPr>
                <a:t>Dense</a:t>
              </a:r>
              <a:r>
                <a:rPr lang="de-DE" sz="1000" dirty="0">
                  <a:solidFill>
                    <a:sysClr val="windowText" lastClr="000000"/>
                  </a:solidFill>
                </a:rPr>
                <a:t> (1)</a:t>
              </a:r>
              <a:endParaRPr lang="en-GB" sz="10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1A1F9CAC-F552-271C-3368-EEC336B08517}"/>
                </a:ext>
              </a:extLst>
            </p:cNvPr>
            <p:cNvSpPr/>
            <p:nvPr/>
          </p:nvSpPr>
          <p:spPr>
            <a:xfrm>
              <a:off x="8429374" y="3082826"/>
              <a:ext cx="180000" cy="1404000"/>
            </a:xfrm>
            <a:prstGeom prst="rect">
              <a:avLst/>
            </a:prstGeom>
            <a:solidFill>
              <a:srgbClr val="C75B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algn="ctr"/>
              <a:r>
                <a:rPr lang="de-DE" sz="1000" dirty="0">
                  <a:solidFill>
                    <a:sysClr val="windowText" lastClr="000000"/>
                  </a:solidFill>
                </a:rPr>
                <a:t>Sigmoid</a:t>
              </a:r>
              <a:endParaRPr lang="en-GB" sz="1000" dirty="0">
                <a:solidFill>
                  <a:sysClr val="windowText" lastClr="000000"/>
                </a:solidFill>
              </a:endParaRPr>
            </a:p>
          </p:txBody>
        </p:sp>
        <p:grpSp>
          <p:nvGrpSpPr>
            <p:cNvPr id="35" name="Gruppieren 34">
              <a:extLst>
                <a:ext uri="{FF2B5EF4-FFF2-40B4-BE49-F238E27FC236}">
                  <a16:creationId xmlns:a16="http://schemas.microsoft.com/office/drawing/2014/main" id="{398094D5-96AE-DF42-C2A5-4CB33C7464DE}"/>
                </a:ext>
              </a:extLst>
            </p:cNvPr>
            <p:cNvGrpSpPr/>
            <p:nvPr/>
          </p:nvGrpSpPr>
          <p:grpSpPr>
            <a:xfrm>
              <a:off x="5775888" y="3082826"/>
              <a:ext cx="351171" cy="1404000"/>
              <a:chOff x="5045457" y="3108358"/>
              <a:chExt cx="351171" cy="1548000"/>
            </a:xfrm>
          </p:grpSpPr>
          <p:sp>
            <p:nvSpPr>
              <p:cNvPr id="67" name="Rechteck 66">
                <a:extLst>
                  <a:ext uri="{FF2B5EF4-FFF2-40B4-BE49-F238E27FC236}">
                    <a16:creationId xmlns:a16="http://schemas.microsoft.com/office/drawing/2014/main" id="{974923F5-D3BF-76DA-4DF9-DF7E13CDC7C8}"/>
                  </a:ext>
                </a:extLst>
              </p:cNvPr>
              <p:cNvSpPr/>
              <p:nvPr/>
            </p:nvSpPr>
            <p:spPr>
              <a:xfrm>
                <a:off x="5045457" y="3108358"/>
                <a:ext cx="351171" cy="15480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/>
              </a:p>
            </p:txBody>
          </p:sp>
          <p:sp>
            <p:nvSpPr>
              <p:cNvPr id="69" name="Rechteck 68">
                <a:extLst>
                  <a:ext uri="{FF2B5EF4-FFF2-40B4-BE49-F238E27FC236}">
                    <a16:creationId xmlns:a16="http://schemas.microsoft.com/office/drawing/2014/main" id="{383680DE-531D-DF39-1C3A-4FCD54B3EB83}"/>
                  </a:ext>
                </a:extLst>
              </p:cNvPr>
              <p:cNvSpPr/>
              <p:nvPr/>
            </p:nvSpPr>
            <p:spPr>
              <a:xfrm>
                <a:off x="5076042" y="3178558"/>
                <a:ext cx="180000" cy="140760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en-GB" sz="1000" dirty="0">
                    <a:solidFill>
                      <a:sysClr val="windowText" lastClr="000000"/>
                    </a:solidFill>
                  </a:rPr>
                  <a:t>Conv</a:t>
                </a:r>
              </a:p>
            </p:txBody>
          </p:sp>
          <p:sp>
            <p:nvSpPr>
              <p:cNvPr id="70" name="Rechteck 69">
                <a:extLst>
                  <a:ext uri="{FF2B5EF4-FFF2-40B4-BE49-F238E27FC236}">
                    <a16:creationId xmlns:a16="http://schemas.microsoft.com/office/drawing/2014/main" id="{BFD28A42-5DBF-4DE3-1CC3-737C085F76B8}"/>
                  </a:ext>
                </a:extLst>
              </p:cNvPr>
              <p:cNvSpPr/>
              <p:nvPr/>
            </p:nvSpPr>
            <p:spPr>
              <a:xfrm>
                <a:off x="5330042" y="3178558"/>
                <a:ext cx="36000" cy="1407600"/>
              </a:xfrm>
              <a:prstGeom prst="rect">
                <a:avLst/>
              </a:prstGeom>
              <a:solidFill>
                <a:srgbClr val="EFA78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71" name="Rechteck 70">
                <a:extLst>
                  <a:ext uri="{FF2B5EF4-FFF2-40B4-BE49-F238E27FC236}">
                    <a16:creationId xmlns:a16="http://schemas.microsoft.com/office/drawing/2014/main" id="{230CFD08-BB83-1EF0-DBC9-D790ECB7E4CC}"/>
                  </a:ext>
                </a:extLst>
              </p:cNvPr>
              <p:cNvSpPr/>
              <p:nvPr/>
            </p:nvSpPr>
            <p:spPr>
              <a:xfrm>
                <a:off x="5275042" y="3178558"/>
                <a:ext cx="36000" cy="1407600"/>
              </a:xfrm>
              <a:prstGeom prst="rect">
                <a:avLst/>
              </a:prstGeom>
              <a:solidFill>
                <a:srgbClr val="8C9FB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467F9B4E-D3BA-2C0D-CEA5-3C9EF7BE342C}"/>
                </a:ext>
              </a:extLst>
            </p:cNvPr>
            <p:cNvGrpSpPr/>
            <p:nvPr/>
          </p:nvGrpSpPr>
          <p:grpSpPr>
            <a:xfrm>
              <a:off x="6159594" y="3082826"/>
              <a:ext cx="351171" cy="1404000"/>
              <a:chOff x="5702962" y="3108358"/>
              <a:chExt cx="351171" cy="1548000"/>
            </a:xfrm>
          </p:grpSpPr>
          <p:sp>
            <p:nvSpPr>
              <p:cNvPr id="73" name="Rechteck 72">
                <a:extLst>
                  <a:ext uri="{FF2B5EF4-FFF2-40B4-BE49-F238E27FC236}">
                    <a16:creationId xmlns:a16="http://schemas.microsoft.com/office/drawing/2014/main" id="{3BA9DCEE-DA5B-D64E-3991-EAEF066F2891}"/>
                  </a:ext>
                </a:extLst>
              </p:cNvPr>
              <p:cNvSpPr/>
              <p:nvPr/>
            </p:nvSpPr>
            <p:spPr>
              <a:xfrm>
                <a:off x="5702962" y="3108358"/>
                <a:ext cx="351171" cy="15480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/>
              </a:p>
            </p:txBody>
          </p:sp>
          <p:grpSp>
            <p:nvGrpSpPr>
              <p:cNvPr id="22" name="Gruppieren 21">
                <a:extLst>
                  <a:ext uri="{FF2B5EF4-FFF2-40B4-BE49-F238E27FC236}">
                    <a16:creationId xmlns:a16="http://schemas.microsoft.com/office/drawing/2014/main" id="{3C0B48E1-BEE2-54DA-DB42-6DD2ACA6C424}"/>
                  </a:ext>
                </a:extLst>
              </p:cNvPr>
              <p:cNvGrpSpPr/>
              <p:nvPr/>
            </p:nvGrpSpPr>
            <p:grpSpPr>
              <a:xfrm>
                <a:off x="5733547" y="3178558"/>
                <a:ext cx="290000" cy="1407600"/>
                <a:chOff x="5730817" y="3178558"/>
                <a:chExt cx="290000" cy="1407600"/>
              </a:xfrm>
            </p:grpSpPr>
            <p:sp>
              <p:nvSpPr>
                <p:cNvPr id="75" name="Rechteck 74">
                  <a:extLst>
                    <a:ext uri="{FF2B5EF4-FFF2-40B4-BE49-F238E27FC236}">
                      <a16:creationId xmlns:a16="http://schemas.microsoft.com/office/drawing/2014/main" id="{A4BC4A72-BEC6-9BA1-01DA-C23B6288D907}"/>
                    </a:ext>
                  </a:extLst>
                </p:cNvPr>
                <p:cNvSpPr/>
                <p:nvPr/>
              </p:nvSpPr>
              <p:spPr>
                <a:xfrm>
                  <a:off x="5730817" y="3178558"/>
                  <a:ext cx="180000" cy="140760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36000" tIns="36000" rIns="36000" bIns="36000" rtlCol="0" anchor="ctr"/>
                <a:lstStyle/>
                <a:p>
                  <a:pPr algn="ctr"/>
                  <a:r>
                    <a:rPr lang="en-GB" sz="1000" dirty="0">
                      <a:solidFill>
                        <a:sysClr val="windowText" lastClr="000000"/>
                      </a:solidFill>
                    </a:rPr>
                    <a:t>Conv</a:t>
                  </a:r>
                </a:p>
              </p:txBody>
            </p:sp>
            <p:sp>
              <p:nvSpPr>
                <p:cNvPr id="76" name="Rechteck 75">
                  <a:extLst>
                    <a:ext uri="{FF2B5EF4-FFF2-40B4-BE49-F238E27FC236}">
                      <a16:creationId xmlns:a16="http://schemas.microsoft.com/office/drawing/2014/main" id="{93B41BA9-72BC-98AD-D894-4CDA36E5D5B7}"/>
                    </a:ext>
                  </a:extLst>
                </p:cNvPr>
                <p:cNvSpPr/>
                <p:nvPr/>
              </p:nvSpPr>
              <p:spPr>
                <a:xfrm>
                  <a:off x="5984817" y="3178558"/>
                  <a:ext cx="36000" cy="1407600"/>
                </a:xfrm>
                <a:prstGeom prst="rect">
                  <a:avLst/>
                </a:prstGeom>
                <a:solidFill>
                  <a:srgbClr val="EFA78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36000" tIns="36000" rIns="36000" bIns="36000" rtlCol="0" anchor="ctr"/>
                <a:lstStyle/>
                <a:p>
                  <a:pPr algn="ctr"/>
                  <a:endParaRPr lang="en-GB" sz="1000" dirty="0">
                    <a:solidFill>
                      <a:sysClr val="windowText" lastClr="000000"/>
                    </a:solidFill>
                  </a:endParaRPr>
                </a:p>
              </p:txBody>
            </p:sp>
            <p:sp>
              <p:nvSpPr>
                <p:cNvPr id="77" name="Rechteck 76">
                  <a:extLst>
                    <a:ext uri="{FF2B5EF4-FFF2-40B4-BE49-F238E27FC236}">
                      <a16:creationId xmlns:a16="http://schemas.microsoft.com/office/drawing/2014/main" id="{FFF186F7-2D21-AC3D-A73A-0C1FD20C6613}"/>
                    </a:ext>
                  </a:extLst>
                </p:cNvPr>
                <p:cNvSpPr/>
                <p:nvPr/>
              </p:nvSpPr>
              <p:spPr>
                <a:xfrm>
                  <a:off x="5929817" y="3178558"/>
                  <a:ext cx="36000" cy="1407600"/>
                </a:xfrm>
                <a:prstGeom prst="rect">
                  <a:avLst/>
                </a:prstGeom>
                <a:solidFill>
                  <a:srgbClr val="8C9FB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36000" tIns="36000" rIns="36000" bIns="36000" rtlCol="0" anchor="ctr"/>
                <a:lstStyle/>
                <a:p>
                  <a:pPr algn="ctr"/>
                  <a:endParaRPr lang="en-GB" sz="100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4BBE7029-F576-96CE-6FC1-C0CB7412C8D2}"/>
                </a:ext>
              </a:extLst>
            </p:cNvPr>
            <p:cNvGrpSpPr/>
            <p:nvPr/>
          </p:nvGrpSpPr>
          <p:grpSpPr>
            <a:xfrm>
              <a:off x="6547348" y="3082826"/>
              <a:ext cx="351171" cy="1404000"/>
              <a:chOff x="6360462" y="3108358"/>
              <a:chExt cx="351171" cy="1548000"/>
            </a:xfrm>
          </p:grpSpPr>
          <p:sp>
            <p:nvSpPr>
              <p:cNvPr id="79" name="Rechteck 78">
                <a:extLst>
                  <a:ext uri="{FF2B5EF4-FFF2-40B4-BE49-F238E27FC236}">
                    <a16:creationId xmlns:a16="http://schemas.microsoft.com/office/drawing/2014/main" id="{9572C307-E734-38F4-5ACF-A662CF2DBDD6}"/>
                  </a:ext>
                </a:extLst>
              </p:cNvPr>
              <p:cNvSpPr/>
              <p:nvPr/>
            </p:nvSpPr>
            <p:spPr>
              <a:xfrm>
                <a:off x="6360462" y="3108358"/>
                <a:ext cx="351171" cy="15480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/>
              </a:p>
            </p:txBody>
          </p:sp>
          <p:grpSp>
            <p:nvGrpSpPr>
              <p:cNvPr id="27" name="Gruppieren 26">
                <a:extLst>
                  <a:ext uri="{FF2B5EF4-FFF2-40B4-BE49-F238E27FC236}">
                    <a16:creationId xmlns:a16="http://schemas.microsoft.com/office/drawing/2014/main" id="{BDD2BF60-A63B-85A3-8E1C-9899493AF16D}"/>
                  </a:ext>
                </a:extLst>
              </p:cNvPr>
              <p:cNvGrpSpPr/>
              <p:nvPr/>
            </p:nvGrpSpPr>
            <p:grpSpPr>
              <a:xfrm>
                <a:off x="6391047" y="3178558"/>
                <a:ext cx="290000" cy="1407600"/>
                <a:chOff x="6388317" y="3178558"/>
                <a:chExt cx="290000" cy="1407600"/>
              </a:xfrm>
            </p:grpSpPr>
            <p:sp>
              <p:nvSpPr>
                <p:cNvPr id="81" name="Rechteck 80">
                  <a:extLst>
                    <a:ext uri="{FF2B5EF4-FFF2-40B4-BE49-F238E27FC236}">
                      <a16:creationId xmlns:a16="http://schemas.microsoft.com/office/drawing/2014/main" id="{5BC24FAD-4687-75B8-21A3-E87D6FB56E78}"/>
                    </a:ext>
                  </a:extLst>
                </p:cNvPr>
                <p:cNvSpPr/>
                <p:nvPr/>
              </p:nvSpPr>
              <p:spPr>
                <a:xfrm>
                  <a:off x="6388317" y="3178558"/>
                  <a:ext cx="180000" cy="140760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36000" tIns="36000" rIns="36000" bIns="36000" rtlCol="0" anchor="ctr"/>
                <a:lstStyle/>
                <a:p>
                  <a:pPr algn="ctr"/>
                  <a:r>
                    <a:rPr lang="en-GB" sz="1000" dirty="0">
                      <a:solidFill>
                        <a:sysClr val="windowText" lastClr="000000"/>
                      </a:solidFill>
                    </a:rPr>
                    <a:t>Conv</a:t>
                  </a:r>
                </a:p>
              </p:txBody>
            </p:sp>
            <p:sp>
              <p:nvSpPr>
                <p:cNvPr id="82" name="Rechteck 81">
                  <a:extLst>
                    <a:ext uri="{FF2B5EF4-FFF2-40B4-BE49-F238E27FC236}">
                      <a16:creationId xmlns:a16="http://schemas.microsoft.com/office/drawing/2014/main" id="{67999B7D-0279-C5E0-4988-60BA11DF9E73}"/>
                    </a:ext>
                  </a:extLst>
                </p:cNvPr>
                <p:cNvSpPr/>
                <p:nvPr/>
              </p:nvSpPr>
              <p:spPr>
                <a:xfrm>
                  <a:off x="6642317" y="3178558"/>
                  <a:ext cx="36000" cy="1407600"/>
                </a:xfrm>
                <a:prstGeom prst="rect">
                  <a:avLst/>
                </a:prstGeom>
                <a:solidFill>
                  <a:srgbClr val="EFA78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36000" tIns="36000" rIns="36000" bIns="36000" rtlCol="0" anchor="ctr"/>
                <a:lstStyle/>
                <a:p>
                  <a:pPr algn="ctr"/>
                  <a:endParaRPr lang="en-GB" sz="1000" dirty="0">
                    <a:solidFill>
                      <a:sysClr val="windowText" lastClr="000000"/>
                    </a:solidFill>
                  </a:endParaRPr>
                </a:p>
              </p:txBody>
            </p:sp>
            <p:sp>
              <p:nvSpPr>
                <p:cNvPr id="83" name="Rechteck 82">
                  <a:extLst>
                    <a:ext uri="{FF2B5EF4-FFF2-40B4-BE49-F238E27FC236}">
                      <a16:creationId xmlns:a16="http://schemas.microsoft.com/office/drawing/2014/main" id="{192ABAFB-B9D6-5850-16D8-EF5FC355EE92}"/>
                    </a:ext>
                  </a:extLst>
                </p:cNvPr>
                <p:cNvSpPr/>
                <p:nvPr/>
              </p:nvSpPr>
              <p:spPr>
                <a:xfrm>
                  <a:off x="6587317" y="3178558"/>
                  <a:ext cx="36000" cy="1407600"/>
                </a:xfrm>
                <a:prstGeom prst="rect">
                  <a:avLst/>
                </a:prstGeom>
                <a:solidFill>
                  <a:srgbClr val="8C9FB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36000" tIns="36000" rIns="36000" bIns="36000" rtlCol="0" anchor="ctr"/>
                <a:lstStyle/>
                <a:p>
                  <a:pPr algn="ctr"/>
                  <a:endParaRPr lang="en-GB" sz="100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33" name="Gruppieren 32">
              <a:extLst>
                <a:ext uri="{FF2B5EF4-FFF2-40B4-BE49-F238E27FC236}">
                  <a16:creationId xmlns:a16="http://schemas.microsoft.com/office/drawing/2014/main" id="{AD065BBF-63D9-FFDA-CD7F-7FB5C5836530}"/>
                </a:ext>
              </a:extLst>
            </p:cNvPr>
            <p:cNvGrpSpPr/>
            <p:nvPr/>
          </p:nvGrpSpPr>
          <p:grpSpPr>
            <a:xfrm>
              <a:off x="6931126" y="3082826"/>
              <a:ext cx="351171" cy="1404000"/>
              <a:chOff x="7017963" y="3108358"/>
              <a:chExt cx="351171" cy="1548000"/>
            </a:xfrm>
          </p:grpSpPr>
          <p:sp>
            <p:nvSpPr>
              <p:cNvPr id="85" name="Rechteck 84">
                <a:extLst>
                  <a:ext uri="{FF2B5EF4-FFF2-40B4-BE49-F238E27FC236}">
                    <a16:creationId xmlns:a16="http://schemas.microsoft.com/office/drawing/2014/main" id="{43CD0C58-B93A-BFA5-A715-1B7533D18247}"/>
                  </a:ext>
                </a:extLst>
              </p:cNvPr>
              <p:cNvSpPr/>
              <p:nvPr/>
            </p:nvSpPr>
            <p:spPr>
              <a:xfrm>
                <a:off x="7017963" y="3108358"/>
                <a:ext cx="351171" cy="15480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/>
              </a:p>
            </p:txBody>
          </p:sp>
          <p:grpSp>
            <p:nvGrpSpPr>
              <p:cNvPr id="28" name="Gruppieren 27">
                <a:extLst>
                  <a:ext uri="{FF2B5EF4-FFF2-40B4-BE49-F238E27FC236}">
                    <a16:creationId xmlns:a16="http://schemas.microsoft.com/office/drawing/2014/main" id="{E39A3EA0-C053-519F-E129-D6E162FB5EC4}"/>
                  </a:ext>
                </a:extLst>
              </p:cNvPr>
              <p:cNvGrpSpPr/>
              <p:nvPr/>
            </p:nvGrpSpPr>
            <p:grpSpPr>
              <a:xfrm>
                <a:off x="7048548" y="3178558"/>
                <a:ext cx="290000" cy="1407600"/>
                <a:chOff x="7045818" y="3178558"/>
                <a:chExt cx="290000" cy="1407600"/>
              </a:xfrm>
            </p:grpSpPr>
            <p:sp>
              <p:nvSpPr>
                <p:cNvPr id="87" name="Rechteck 86">
                  <a:extLst>
                    <a:ext uri="{FF2B5EF4-FFF2-40B4-BE49-F238E27FC236}">
                      <a16:creationId xmlns:a16="http://schemas.microsoft.com/office/drawing/2014/main" id="{4D4D2977-1E85-6E2F-59BB-6065A8B998F0}"/>
                    </a:ext>
                  </a:extLst>
                </p:cNvPr>
                <p:cNvSpPr/>
                <p:nvPr/>
              </p:nvSpPr>
              <p:spPr>
                <a:xfrm>
                  <a:off x="7045818" y="3178558"/>
                  <a:ext cx="180000" cy="140760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36000" tIns="36000" rIns="36000" bIns="36000" rtlCol="0" anchor="ctr"/>
                <a:lstStyle/>
                <a:p>
                  <a:pPr algn="ctr"/>
                  <a:r>
                    <a:rPr lang="en-GB" sz="1000" dirty="0">
                      <a:solidFill>
                        <a:sysClr val="windowText" lastClr="000000"/>
                      </a:solidFill>
                    </a:rPr>
                    <a:t>Conv</a:t>
                  </a:r>
                </a:p>
              </p:txBody>
            </p:sp>
            <p:sp>
              <p:nvSpPr>
                <p:cNvPr id="88" name="Rechteck 87">
                  <a:extLst>
                    <a:ext uri="{FF2B5EF4-FFF2-40B4-BE49-F238E27FC236}">
                      <a16:creationId xmlns:a16="http://schemas.microsoft.com/office/drawing/2014/main" id="{E34B8FCC-49AA-E23A-2B57-9EE0FA0CE715}"/>
                    </a:ext>
                  </a:extLst>
                </p:cNvPr>
                <p:cNvSpPr/>
                <p:nvPr/>
              </p:nvSpPr>
              <p:spPr>
                <a:xfrm>
                  <a:off x="7299818" y="3178558"/>
                  <a:ext cx="36000" cy="1407600"/>
                </a:xfrm>
                <a:prstGeom prst="rect">
                  <a:avLst/>
                </a:prstGeom>
                <a:solidFill>
                  <a:srgbClr val="EFA78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36000" tIns="36000" rIns="36000" bIns="36000" rtlCol="0" anchor="ctr"/>
                <a:lstStyle/>
                <a:p>
                  <a:pPr algn="ctr"/>
                  <a:endParaRPr lang="en-GB" sz="1000" dirty="0">
                    <a:solidFill>
                      <a:sysClr val="windowText" lastClr="000000"/>
                    </a:solidFill>
                  </a:endParaRPr>
                </a:p>
              </p:txBody>
            </p:sp>
            <p:sp>
              <p:nvSpPr>
                <p:cNvPr id="89" name="Rechteck 88">
                  <a:extLst>
                    <a:ext uri="{FF2B5EF4-FFF2-40B4-BE49-F238E27FC236}">
                      <a16:creationId xmlns:a16="http://schemas.microsoft.com/office/drawing/2014/main" id="{706946F9-AC7C-2896-D6DB-4072CB14C276}"/>
                    </a:ext>
                  </a:extLst>
                </p:cNvPr>
                <p:cNvSpPr/>
                <p:nvPr/>
              </p:nvSpPr>
              <p:spPr>
                <a:xfrm>
                  <a:off x="7244818" y="3178558"/>
                  <a:ext cx="36000" cy="1407600"/>
                </a:xfrm>
                <a:prstGeom prst="rect">
                  <a:avLst/>
                </a:prstGeom>
                <a:solidFill>
                  <a:srgbClr val="8C9FB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36000" tIns="36000" rIns="36000" bIns="36000" rtlCol="0" anchor="ctr"/>
                <a:lstStyle/>
                <a:p>
                  <a:pPr algn="ctr"/>
                  <a:endParaRPr lang="en-GB" sz="100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34" name="Gruppieren 33">
              <a:extLst>
                <a:ext uri="{FF2B5EF4-FFF2-40B4-BE49-F238E27FC236}">
                  <a16:creationId xmlns:a16="http://schemas.microsoft.com/office/drawing/2014/main" id="{B89F23A3-71BF-A4F3-C803-658FE5D6FAB5}"/>
                </a:ext>
              </a:extLst>
            </p:cNvPr>
            <p:cNvGrpSpPr/>
            <p:nvPr/>
          </p:nvGrpSpPr>
          <p:grpSpPr>
            <a:xfrm>
              <a:off x="7314268" y="3082826"/>
              <a:ext cx="351171" cy="1404000"/>
              <a:chOff x="7681560" y="3108358"/>
              <a:chExt cx="351171" cy="1548000"/>
            </a:xfrm>
          </p:grpSpPr>
          <p:sp>
            <p:nvSpPr>
              <p:cNvPr id="91" name="Rechteck 90">
                <a:extLst>
                  <a:ext uri="{FF2B5EF4-FFF2-40B4-BE49-F238E27FC236}">
                    <a16:creationId xmlns:a16="http://schemas.microsoft.com/office/drawing/2014/main" id="{6FF769EB-9027-BAF3-345D-5EBB348F62FC}"/>
                  </a:ext>
                </a:extLst>
              </p:cNvPr>
              <p:cNvSpPr/>
              <p:nvPr/>
            </p:nvSpPr>
            <p:spPr>
              <a:xfrm>
                <a:off x="7681560" y="3108358"/>
                <a:ext cx="351171" cy="15480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/>
              </a:p>
            </p:txBody>
          </p:sp>
          <p:grpSp>
            <p:nvGrpSpPr>
              <p:cNvPr id="29" name="Gruppieren 28">
                <a:extLst>
                  <a:ext uri="{FF2B5EF4-FFF2-40B4-BE49-F238E27FC236}">
                    <a16:creationId xmlns:a16="http://schemas.microsoft.com/office/drawing/2014/main" id="{F554E887-CA25-857E-C326-8A566515031D}"/>
                  </a:ext>
                </a:extLst>
              </p:cNvPr>
              <p:cNvGrpSpPr/>
              <p:nvPr/>
            </p:nvGrpSpPr>
            <p:grpSpPr>
              <a:xfrm>
                <a:off x="7712145" y="3178558"/>
                <a:ext cx="290000" cy="1407600"/>
                <a:chOff x="7709415" y="3178558"/>
                <a:chExt cx="290000" cy="1407600"/>
              </a:xfrm>
            </p:grpSpPr>
            <p:sp>
              <p:nvSpPr>
                <p:cNvPr id="93" name="Rechteck 92">
                  <a:extLst>
                    <a:ext uri="{FF2B5EF4-FFF2-40B4-BE49-F238E27FC236}">
                      <a16:creationId xmlns:a16="http://schemas.microsoft.com/office/drawing/2014/main" id="{2478AEB5-369D-11B0-FFB2-01452F04D24A}"/>
                    </a:ext>
                  </a:extLst>
                </p:cNvPr>
                <p:cNvSpPr/>
                <p:nvPr/>
              </p:nvSpPr>
              <p:spPr>
                <a:xfrm>
                  <a:off x="7709415" y="3178558"/>
                  <a:ext cx="180000" cy="140760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36000" tIns="36000" rIns="36000" bIns="36000" rtlCol="0" anchor="ctr"/>
                <a:lstStyle/>
                <a:p>
                  <a:pPr algn="ctr"/>
                  <a:r>
                    <a:rPr lang="en-GB" sz="1000" dirty="0">
                      <a:solidFill>
                        <a:sysClr val="windowText" lastClr="000000"/>
                      </a:solidFill>
                    </a:rPr>
                    <a:t>Conv</a:t>
                  </a:r>
                </a:p>
              </p:txBody>
            </p:sp>
            <p:sp>
              <p:nvSpPr>
                <p:cNvPr id="94" name="Rechteck 93">
                  <a:extLst>
                    <a:ext uri="{FF2B5EF4-FFF2-40B4-BE49-F238E27FC236}">
                      <a16:creationId xmlns:a16="http://schemas.microsoft.com/office/drawing/2014/main" id="{E57F6A3D-86A4-FD2A-F483-F01B8DFFCEFD}"/>
                    </a:ext>
                  </a:extLst>
                </p:cNvPr>
                <p:cNvSpPr/>
                <p:nvPr/>
              </p:nvSpPr>
              <p:spPr>
                <a:xfrm>
                  <a:off x="7963415" y="3178558"/>
                  <a:ext cx="36000" cy="1407600"/>
                </a:xfrm>
                <a:prstGeom prst="rect">
                  <a:avLst/>
                </a:prstGeom>
                <a:solidFill>
                  <a:srgbClr val="EFA78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36000" tIns="36000" rIns="36000" bIns="36000" rtlCol="0" anchor="ctr"/>
                <a:lstStyle/>
                <a:p>
                  <a:pPr algn="ctr"/>
                  <a:endParaRPr lang="en-GB" sz="1000" dirty="0">
                    <a:solidFill>
                      <a:sysClr val="windowText" lastClr="000000"/>
                    </a:solidFill>
                  </a:endParaRPr>
                </a:p>
              </p:txBody>
            </p:sp>
            <p:sp>
              <p:nvSpPr>
                <p:cNvPr id="95" name="Rechteck 94">
                  <a:extLst>
                    <a:ext uri="{FF2B5EF4-FFF2-40B4-BE49-F238E27FC236}">
                      <a16:creationId xmlns:a16="http://schemas.microsoft.com/office/drawing/2014/main" id="{47E47F87-8388-C4E6-B584-9F18F696E6FE}"/>
                    </a:ext>
                  </a:extLst>
                </p:cNvPr>
                <p:cNvSpPr/>
                <p:nvPr/>
              </p:nvSpPr>
              <p:spPr>
                <a:xfrm>
                  <a:off x="7908415" y="3178558"/>
                  <a:ext cx="36000" cy="1407600"/>
                </a:xfrm>
                <a:prstGeom prst="rect">
                  <a:avLst/>
                </a:prstGeom>
                <a:solidFill>
                  <a:srgbClr val="8C9FB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36000" tIns="36000" rIns="36000" bIns="36000" rtlCol="0" anchor="ctr"/>
                <a:lstStyle/>
                <a:p>
                  <a:pPr algn="ctr"/>
                  <a:endParaRPr lang="en-GB" sz="100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98" name="Rechteck 97">
              <a:extLst>
                <a:ext uri="{FF2B5EF4-FFF2-40B4-BE49-F238E27FC236}">
                  <a16:creationId xmlns:a16="http://schemas.microsoft.com/office/drawing/2014/main" id="{971D137E-2455-44CE-7F1D-88B89047C6E1}"/>
                </a:ext>
              </a:extLst>
            </p:cNvPr>
            <p:cNvSpPr/>
            <p:nvPr/>
          </p:nvSpPr>
          <p:spPr>
            <a:xfrm>
              <a:off x="3551582" y="3082826"/>
              <a:ext cx="529590" cy="14040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i="0" u="none" strike="noStrike" kern="1200" cap="none" spc="0" normalizeH="0" baseline="0" noProof="0" dirty="0" err="1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sEMG</a:t>
              </a:r>
              <a:endParaRPr kumimoji="0" lang="en-GB" sz="10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E20CB722-BD28-FD4A-C140-11510D156B1F}"/>
                </a:ext>
              </a:extLst>
            </p:cNvPr>
            <p:cNvGrpSpPr/>
            <p:nvPr/>
          </p:nvGrpSpPr>
          <p:grpSpPr>
            <a:xfrm>
              <a:off x="4137341" y="4537054"/>
              <a:ext cx="282129" cy="597089"/>
              <a:chOff x="2043171" y="4877062"/>
              <a:chExt cx="282129" cy="597089"/>
            </a:xfrm>
          </p:grpSpPr>
          <p:sp>
            <p:nvSpPr>
              <p:cNvPr id="106" name="Textfeld 105">
                <a:extLst>
                  <a:ext uri="{FF2B5EF4-FFF2-40B4-BE49-F238E27FC236}">
                    <a16:creationId xmlns:a16="http://schemas.microsoft.com/office/drawing/2014/main" id="{2694FFB6-E8E2-F1FA-3C81-A7C41A81C8AD}"/>
                  </a:ext>
                </a:extLst>
              </p:cNvPr>
              <p:cNvSpPr txBox="1"/>
              <p:nvPr/>
            </p:nvSpPr>
            <p:spPr>
              <a:xfrm>
                <a:off x="2043171" y="4877062"/>
                <a:ext cx="282129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n: 64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07" name="Textfeld 106">
                <a:extLst>
                  <a:ext uri="{FF2B5EF4-FFF2-40B4-BE49-F238E27FC236}">
                    <a16:creationId xmlns:a16="http://schemas.microsoft.com/office/drawing/2014/main" id="{0C827571-D4FE-0F28-2FE1-B5A2D1B495C0}"/>
                  </a:ext>
                </a:extLst>
              </p:cNvPr>
              <p:cNvSpPr txBox="1"/>
              <p:nvPr/>
            </p:nvSpPr>
            <p:spPr>
              <a:xfrm>
                <a:off x="2081643" y="5024047"/>
                <a:ext cx="205184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k: 3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08" name="Textfeld 107">
                <a:extLst>
                  <a:ext uri="{FF2B5EF4-FFF2-40B4-BE49-F238E27FC236}">
                    <a16:creationId xmlns:a16="http://schemas.microsoft.com/office/drawing/2014/main" id="{5E5177E4-614A-E806-40CD-BB2E44D5B5A3}"/>
                  </a:ext>
                </a:extLst>
              </p:cNvPr>
              <p:cNvSpPr txBox="1"/>
              <p:nvPr/>
            </p:nvSpPr>
            <p:spPr>
              <a:xfrm>
                <a:off x="2081643" y="5171032"/>
                <a:ext cx="205184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s: 1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09" name="Textfeld 108">
                <a:extLst>
                  <a:ext uri="{FF2B5EF4-FFF2-40B4-BE49-F238E27FC236}">
                    <a16:creationId xmlns:a16="http://schemas.microsoft.com/office/drawing/2014/main" id="{2928294E-5875-76F5-6F35-600C58C6F418}"/>
                  </a:ext>
                </a:extLst>
              </p:cNvPr>
              <p:cNvSpPr txBox="1"/>
              <p:nvPr/>
            </p:nvSpPr>
            <p:spPr>
              <a:xfrm>
                <a:off x="2078437" y="5318018"/>
                <a:ext cx="211596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p: 1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  <p:grpSp>
          <p:nvGrpSpPr>
            <p:cNvPr id="110" name="Gruppieren 109">
              <a:extLst>
                <a:ext uri="{FF2B5EF4-FFF2-40B4-BE49-F238E27FC236}">
                  <a16:creationId xmlns:a16="http://schemas.microsoft.com/office/drawing/2014/main" id="{2139FDC4-B45E-7E0C-6DCE-532A1E995F6A}"/>
                </a:ext>
              </a:extLst>
            </p:cNvPr>
            <p:cNvGrpSpPr/>
            <p:nvPr/>
          </p:nvGrpSpPr>
          <p:grpSpPr>
            <a:xfrm>
              <a:off x="4669263" y="4537054"/>
              <a:ext cx="282129" cy="597089"/>
              <a:chOff x="1739165" y="3825608"/>
              <a:chExt cx="282129" cy="597089"/>
            </a:xfrm>
          </p:grpSpPr>
          <p:sp>
            <p:nvSpPr>
              <p:cNvPr id="111" name="Textfeld 110">
                <a:extLst>
                  <a:ext uri="{FF2B5EF4-FFF2-40B4-BE49-F238E27FC236}">
                    <a16:creationId xmlns:a16="http://schemas.microsoft.com/office/drawing/2014/main" id="{BEE9B3E3-866D-9EB3-3783-59A94AE3A3BB}"/>
                  </a:ext>
                </a:extLst>
              </p:cNvPr>
              <p:cNvSpPr txBox="1"/>
              <p:nvPr/>
            </p:nvSpPr>
            <p:spPr>
              <a:xfrm>
                <a:off x="1739165" y="3825608"/>
                <a:ext cx="282129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n: 64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12" name="Textfeld 111">
                <a:extLst>
                  <a:ext uri="{FF2B5EF4-FFF2-40B4-BE49-F238E27FC236}">
                    <a16:creationId xmlns:a16="http://schemas.microsoft.com/office/drawing/2014/main" id="{69F2A57A-E1A8-8517-D62B-E7D7AF1F0246}"/>
                  </a:ext>
                </a:extLst>
              </p:cNvPr>
              <p:cNvSpPr txBox="1"/>
              <p:nvPr/>
            </p:nvSpPr>
            <p:spPr>
              <a:xfrm>
                <a:off x="1777637" y="3972593"/>
                <a:ext cx="205184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k: 3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13" name="Textfeld 112">
                <a:extLst>
                  <a:ext uri="{FF2B5EF4-FFF2-40B4-BE49-F238E27FC236}">
                    <a16:creationId xmlns:a16="http://schemas.microsoft.com/office/drawing/2014/main" id="{783FD247-82A0-F14D-C7C6-21E270650EA8}"/>
                  </a:ext>
                </a:extLst>
              </p:cNvPr>
              <p:cNvSpPr txBox="1"/>
              <p:nvPr/>
            </p:nvSpPr>
            <p:spPr>
              <a:xfrm>
                <a:off x="1777637" y="4119578"/>
                <a:ext cx="205184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s: 2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14" name="Textfeld 113">
                <a:extLst>
                  <a:ext uri="{FF2B5EF4-FFF2-40B4-BE49-F238E27FC236}">
                    <a16:creationId xmlns:a16="http://schemas.microsoft.com/office/drawing/2014/main" id="{1CAE5ECA-9BAA-CEC8-3BE3-06336A30611F}"/>
                  </a:ext>
                </a:extLst>
              </p:cNvPr>
              <p:cNvSpPr txBox="1"/>
              <p:nvPr/>
            </p:nvSpPr>
            <p:spPr>
              <a:xfrm>
                <a:off x="1774431" y="4266564"/>
                <a:ext cx="211596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p: 1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  <p:grpSp>
          <p:nvGrpSpPr>
            <p:cNvPr id="115" name="Gruppieren 114">
              <a:extLst>
                <a:ext uri="{FF2B5EF4-FFF2-40B4-BE49-F238E27FC236}">
                  <a16:creationId xmlns:a16="http://schemas.microsoft.com/office/drawing/2014/main" id="{EEE5F5EB-7EF6-B449-7728-A0C909111ECC}"/>
                </a:ext>
              </a:extLst>
            </p:cNvPr>
            <p:cNvGrpSpPr/>
            <p:nvPr/>
          </p:nvGrpSpPr>
          <p:grpSpPr>
            <a:xfrm>
              <a:off x="5342425" y="4537054"/>
              <a:ext cx="352661" cy="597089"/>
              <a:chOff x="1739165" y="3825608"/>
              <a:chExt cx="352661" cy="597089"/>
            </a:xfrm>
          </p:grpSpPr>
          <p:sp>
            <p:nvSpPr>
              <p:cNvPr id="116" name="Textfeld 115">
                <a:extLst>
                  <a:ext uri="{FF2B5EF4-FFF2-40B4-BE49-F238E27FC236}">
                    <a16:creationId xmlns:a16="http://schemas.microsoft.com/office/drawing/2014/main" id="{4281F281-A6E7-DF29-2F77-F05B9D9D614A}"/>
                  </a:ext>
                </a:extLst>
              </p:cNvPr>
              <p:cNvSpPr txBox="1"/>
              <p:nvPr/>
            </p:nvSpPr>
            <p:spPr>
              <a:xfrm>
                <a:off x="1739165" y="3825608"/>
                <a:ext cx="352661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n: 128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17" name="Textfeld 116">
                <a:extLst>
                  <a:ext uri="{FF2B5EF4-FFF2-40B4-BE49-F238E27FC236}">
                    <a16:creationId xmlns:a16="http://schemas.microsoft.com/office/drawing/2014/main" id="{A319CD3C-2C6D-5842-9CB0-136EFE08A60F}"/>
                  </a:ext>
                </a:extLst>
              </p:cNvPr>
              <p:cNvSpPr txBox="1"/>
              <p:nvPr/>
            </p:nvSpPr>
            <p:spPr>
              <a:xfrm>
                <a:off x="1812903" y="3972593"/>
                <a:ext cx="205184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k: 3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18" name="Textfeld 117">
                <a:extLst>
                  <a:ext uri="{FF2B5EF4-FFF2-40B4-BE49-F238E27FC236}">
                    <a16:creationId xmlns:a16="http://schemas.microsoft.com/office/drawing/2014/main" id="{818414E1-9B62-76F2-954C-2C503A8B06B9}"/>
                  </a:ext>
                </a:extLst>
              </p:cNvPr>
              <p:cNvSpPr txBox="1"/>
              <p:nvPr/>
            </p:nvSpPr>
            <p:spPr>
              <a:xfrm>
                <a:off x="1812903" y="4119578"/>
                <a:ext cx="205184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s: 1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19" name="Textfeld 118">
                <a:extLst>
                  <a:ext uri="{FF2B5EF4-FFF2-40B4-BE49-F238E27FC236}">
                    <a16:creationId xmlns:a16="http://schemas.microsoft.com/office/drawing/2014/main" id="{A353A151-915E-CCE8-E107-3AA271B25605}"/>
                  </a:ext>
                </a:extLst>
              </p:cNvPr>
              <p:cNvSpPr txBox="1"/>
              <p:nvPr/>
            </p:nvSpPr>
            <p:spPr>
              <a:xfrm>
                <a:off x="1809697" y="4266564"/>
                <a:ext cx="211596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p: 1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  <p:grpSp>
          <p:nvGrpSpPr>
            <p:cNvPr id="120" name="Gruppieren 119">
              <a:extLst>
                <a:ext uri="{FF2B5EF4-FFF2-40B4-BE49-F238E27FC236}">
                  <a16:creationId xmlns:a16="http://schemas.microsoft.com/office/drawing/2014/main" id="{0DAF7E46-3A1A-0706-8F4E-7CE35896CBC5}"/>
                </a:ext>
              </a:extLst>
            </p:cNvPr>
            <p:cNvGrpSpPr/>
            <p:nvPr/>
          </p:nvGrpSpPr>
          <p:grpSpPr>
            <a:xfrm>
              <a:off x="5726938" y="2427716"/>
              <a:ext cx="352661" cy="597089"/>
              <a:chOff x="1739165" y="3825608"/>
              <a:chExt cx="352661" cy="597089"/>
            </a:xfrm>
          </p:grpSpPr>
          <p:sp>
            <p:nvSpPr>
              <p:cNvPr id="121" name="Textfeld 120">
                <a:extLst>
                  <a:ext uri="{FF2B5EF4-FFF2-40B4-BE49-F238E27FC236}">
                    <a16:creationId xmlns:a16="http://schemas.microsoft.com/office/drawing/2014/main" id="{826B3F5E-4572-6A7B-08C9-03EA397D8353}"/>
                  </a:ext>
                </a:extLst>
              </p:cNvPr>
              <p:cNvSpPr txBox="1"/>
              <p:nvPr/>
            </p:nvSpPr>
            <p:spPr>
              <a:xfrm>
                <a:off x="1739165" y="3825608"/>
                <a:ext cx="352661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n: 128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22" name="Textfeld 121">
                <a:extLst>
                  <a:ext uri="{FF2B5EF4-FFF2-40B4-BE49-F238E27FC236}">
                    <a16:creationId xmlns:a16="http://schemas.microsoft.com/office/drawing/2014/main" id="{CF12B487-6772-19AC-33ED-B1724DA22628}"/>
                  </a:ext>
                </a:extLst>
              </p:cNvPr>
              <p:cNvSpPr txBox="1"/>
              <p:nvPr/>
            </p:nvSpPr>
            <p:spPr>
              <a:xfrm>
                <a:off x="1812903" y="3972593"/>
                <a:ext cx="205184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k: 3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23" name="Textfeld 122">
                <a:extLst>
                  <a:ext uri="{FF2B5EF4-FFF2-40B4-BE49-F238E27FC236}">
                    <a16:creationId xmlns:a16="http://schemas.microsoft.com/office/drawing/2014/main" id="{0793BE09-0649-C097-13CE-CA19FD7F2D19}"/>
                  </a:ext>
                </a:extLst>
              </p:cNvPr>
              <p:cNvSpPr txBox="1"/>
              <p:nvPr/>
            </p:nvSpPr>
            <p:spPr>
              <a:xfrm>
                <a:off x="1812903" y="4119578"/>
                <a:ext cx="205184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s: 2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24" name="Textfeld 123">
                <a:extLst>
                  <a:ext uri="{FF2B5EF4-FFF2-40B4-BE49-F238E27FC236}">
                    <a16:creationId xmlns:a16="http://schemas.microsoft.com/office/drawing/2014/main" id="{454E2BFD-B88F-6BD4-9C78-23F50DE064CA}"/>
                  </a:ext>
                </a:extLst>
              </p:cNvPr>
              <p:cNvSpPr txBox="1"/>
              <p:nvPr/>
            </p:nvSpPr>
            <p:spPr>
              <a:xfrm>
                <a:off x="1809697" y="4266564"/>
                <a:ext cx="211596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p: 1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  <p:grpSp>
          <p:nvGrpSpPr>
            <p:cNvPr id="125" name="Gruppieren 124">
              <a:extLst>
                <a:ext uri="{FF2B5EF4-FFF2-40B4-BE49-F238E27FC236}">
                  <a16:creationId xmlns:a16="http://schemas.microsoft.com/office/drawing/2014/main" id="{3CBCAEA0-23C9-B0DD-3F38-53249267EA75}"/>
                </a:ext>
              </a:extLst>
            </p:cNvPr>
            <p:cNvGrpSpPr/>
            <p:nvPr/>
          </p:nvGrpSpPr>
          <p:grpSpPr>
            <a:xfrm>
              <a:off x="6104250" y="4537054"/>
              <a:ext cx="352661" cy="597089"/>
              <a:chOff x="1739165" y="3825608"/>
              <a:chExt cx="352661" cy="597089"/>
            </a:xfrm>
          </p:grpSpPr>
          <p:sp>
            <p:nvSpPr>
              <p:cNvPr id="126" name="Textfeld 125">
                <a:extLst>
                  <a:ext uri="{FF2B5EF4-FFF2-40B4-BE49-F238E27FC236}">
                    <a16:creationId xmlns:a16="http://schemas.microsoft.com/office/drawing/2014/main" id="{AA36A706-9BDD-77D3-461E-DE35C41CC6BC}"/>
                  </a:ext>
                </a:extLst>
              </p:cNvPr>
              <p:cNvSpPr txBox="1"/>
              <p:nvPr/>
            </p:nvSpPr>
            <p:spPr>
              <a:xfrm>
                <a:off x="1739165" y="3825608"/>
                <a:ext cx="352661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n: 256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27" name="Textfeld 126">
                <a:extLst>
                  <a:ext uri="{FF2B5EF4-FFF2-40B4-BE49-F238E27FC236}">
                    <a16:creationId xmlns:a16="http://schemas.microsoft.com/office/drawing/2014/main" id="{5C3072B6-DCD2-557C-2884-A98F08991946}"/>
                  </a:ext>
                </a:extLst>
              </p:cNvPr>
              <p:cNvSpPr txBox="1"/>
              <p:nvPr/>
            </p:nvSpPr>
            <p:spPr>
              <a:xfrm>
                <a:off x="1812903" y="3972593"/>
                <a:ext cx="205184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k: 3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91483404-55C7-508B-CB81-257C8426ED0C}"/>
                  </a:ext>
                </a:extLst>
              </p:cNvPr>
              <p:cNvSpPr txBox="1"/>
              <p:nvPr/>
            </p:nvSpPr>
            <p:spPr>
              <a:xfrm>
                <a:off x="1812903" y="4119578"/>
                <a:ext cx="205184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s: 1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2810416D-1F84-05E6-5098-F7D830123288}"/>
                  </a:ext>
                </a:extLst>
              </p:cNvPr>
              <p:cNvSpPr txBox="1"/>
              <p:nvPr/>
            </p:nvSpPr>
            <p:spPr>
              <a:xfrm>
                <a:off x="1809697" y="4266564"/>
                <a:ext cx="211596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p: 1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  <p:grpSp>
          <p:nvGrpSpPr>
            <p:cNvPr id="130" name="Gruppieren 129">
              <a:extLst>
                <a:ext uri="{FF2B5EF4-FFF2-40B4-BE49-F238E27FC236}">
                  <a16:creationId xmlns:a16="http://schemas.microsoft.com/office/drawing/2014/main" id="{A881C724-F6CC-5AE5-C820-F9E0B3AED4F8}"/>
                </a:ext>
              </a:extLst>
            </p:cNvPr>
            <p:cNvGrpSpPr/>
            <p:nvPr/>
          </p:nvGrpSpPr>
          <p:grpSpPr>
            <a:xfrm>
              <a:off x="6498395" y="2426490"/>
              <a:ext cx="352661" cy="597089"/>
              <a:chOff x="1739165" y="3825608"/>
              <a:chExt cx="352661" cy="597089"/>
            </a:xfrm>
          </p:grpSpPr>
          <p:sp>
            <p:nvSpPr>
              <p:cNvPr id="131" name="Textfeld 130">
                <a:extLst>
                  <a:ext uri="{FF2B5EF4-FFF2-40B4-BE49-F238E27FC236}">
                    <a16:creationId xmlns:a16="http://schemas.microsoft.com/office/drawing/2014/main" id="{C5D058B4-0B88-81C1-9F30-7753BC2C3101}"/>
                  </a:ext>
                </a:extLst>
              </p:cNvPr>
              <p:cNvSpPr txBox="1"/>
              <p:nvPr/>
            </p:nvSpPr>
            <p:spPr>
              <a:xfrm>
                <a:off x="1739165" y="3825608"/>
                <a:ext cx="352661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n: 256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32" name="Textfeld 131">
                <a:extLst>
                  <a:ext uri="{FF2B5EF4-FFF2-40B4-BE49-F238E27FC236}">
                    <a16:creationId xmlns:a16="http://schemas.microsoft.com/office/drawing/2014/main" id="{F17994CD-7378-16A2-01B0-94CA749EC48C}"/>
                  </a:ext>
                </a:extLst>
              </p:cNvPr>
              <p:cNvSpPr txBox="1"/>
              <p:nvPr/>
            </p:nvSpPr>
            <p:spPr>
              <a:xfrm>
                <a:off x="1812903" y="3972593"/>
                <a:ext cx="205184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k: 3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33" name="Textfeld 132">
                <a:extLst>
                  <a:ext uri="{FF2B5EF4-FFF2-40B4-BE49-F238E27FC236}">
                    <a16:creationId xmlns:a16="http://schemas.microsoft.com/office/drawing/2014/main" id="{109B3847-C802-3691-408F-659F210B1E51}"/>
                  </a:ext>
                </a:extLst>
              </p:cNvPr>
              <p:cNvSpPr txBox="1"/>
              <p:nvPr/>
            </p:nvSpPr>
            <p:spPr>
              <a:xfrm>
                <a:off x="1812903" y="4119578"/>
                <a:ext cx="205184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s: 2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34" name="Textfeld 133">
                <a:extLst>
                  <a:ext uri="{FF2B5EF4-FFF2-40B4-BE49-F238E27FC236}">
                    <a16:creationId xmlns:a16="http://schemas.microsoft.com/office/drawing/2014/main" id="{A9709915-C6B4-D149-68A8-8E3ECBFDD136}"/>
                  </a:ext>
                </a:extLst>
              </p:cNvPr>
              <p:cNvSpPr txBox="1"/>
              <p:nvPr/>
            </p:nvSpPr>
            <p:spPr>
              <a:xfrm>
                <a:off x="1809697" y="4266564"/>
                <a:ext cx="211596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p: 1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  <p:grpSp>
          <p:nvGrpSpPr>
            <p:cNvPr id="135" name="Gruppieren 134">
              <a:extLst>
                <a:ext uri="{FF2B5EF4-FFF2-40B4-BE49-F238E27FC236}">
                  <a16:creationId xmlns:a16="http://schemas.microsoft.com/office/drawing/2014/main" id="{0EF49A9A-61A1-BF2F-67FE-153DBECA5EC7}"/>
                </a:ext>
              </a:extLst>
            </p:cNvPr>
            <p:cNvGrpSpPr/>
            <p:nvPr/>
          </p:nvGrpSpPr>
          <p:grpSpPr>
            <a:xfrm>
              <a:off x="6888568" y="4537054"/>
              <a:ext cx="352661" cy="597089"/>
              <a:chOff x="1739165" y="3825608"/>
              <a:chExt cx="352661" cy="597089"/>
            </a:xfrm>
          </p:grpSpPr>
          <p:sp>
            <p:nvSpPr>
              <p:cNvPr id="136" name="Textfeld 135">
                <a:extLst>
                  <a:ext uri="{FF2B5EF4-FFF2-40B4-BE49-F238E27FC236}">
                    <a16:creationId xmlns:a16="http://schemas.microsoft.com/office/drawing/2014/main" id="{B7083D35-ACB1-563E-674C-E011E6E627A1}"/>
                  </a:ext>
                </a:extLst>
              </p:cNvPr>
              <p:cNvSpPr txBox="1"/>
              <p:nvPr/>
            </p:nvSpPr>
            <p:spPr>
              <a:xfrm>
                <a:off x="1739165" y="3825608"/>
                <a:ext cx="352661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n: 512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37" name="Textfeld 136">
                <a:extLst>
                  <a:ext uri="{FF2B5EF4-FFF2-40B4-BE49-F238E27FC236}">
                    <a16:creationId xmlns:a16="http://schemas.microsoft.com/office/drawing/2014/main" id="{2F3F7E01-A7B7-7330-C386-0696DF137AEA}"/>
                  </a:ext>
                </a:extLst>
              </p:cNvPr>
              <p:cNvSpPr txBox="1"/>
              <p:nvPr/>
            </p:nvSpPr>
            <p:spPr>
              <a:xfrm>
                <a:off x="1812903" y="3972593"/>
                <a:ext cx="205184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k: 3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38" name="Textfeld 137">
                <a:extLst>
                  <a:ext uri="{FF2B5EF4-FFF2-40B4-BE49-F238E27FC236}">
                    <a16:creationId xmlns:a16="http://schemas.microsoft.com/office/drawing/2014/main" id="{42C4ADDD-7799-9A7F-CAC5-997D6C8BD661}"/>
                  </a:ext>
                </a:extLst>
              </p:cNvPr>
              <p:cNvSpPr txBox="1"/>
              <p:nvPr/>
            </p:nvSpPr>
            <p:spPr>
              <a:xfrm>
                <a:off x="1812903" y="4119578"/>
                <a:ext cx="205184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s: 1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39" name="Textfeld 138">
                <a:extLst>
                  <a:ext uri="{FF2B5EF4-FFF2-40B4-BE49-F238E27FC236}">
                    <a16:creationId xmlns:a16="http://schemas.microsoft.com/office/drawing/2014/main" id="{F7DD6CB5-688F-9731-0741-C5670687670E}"/>
                  </a:ext>
                </a:extLst>
              </p:cNvPr>
              <p:cNvSpPr txBox="1"/>
              <p:nvPr/>
            </p:nvSpPr>
            <p:spPr>
              <a:xfrm>
                <a:off x="1809697" y="4266564"/>
                <a:ext cx="211596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p: 1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  <p:grpSp>
          <p:nvGrpSpPr>
            <p:cNvPr id="140" name="Gruppieren 139">
              <a:extLst>
                <a:ext uri="{FF2B5EF4-FFF2-40B4-BE49-F238E27FC236}">
                  <a16:creationId xmlns:a16="http://schemas.microsoft.com/office/drawing/2014/main" id="{954B6297-D998-C2ED-600F-7FB121D61E98}"/>
                </a:ext>
              </a:extLst>
            </p:cNvPr>
            <p:cNvGrpSpPr/>
            <p:nvPr/>
          </p:nvGrpSpPr>
          <p:grpSpPr>
            <a:xfrm>
              <a:off x="7270483" y="2427716"/>
              <a:ext cx="352661" cy="597089"/>
              <a:chOff x="1739165" y="3825608"/>
              <a:chExt cx="352661" cy="597089"/>
            </a:xfrm>
          </p:grpSpPr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85C47BDF-87E9-1FCD-E45D-67F1057E0BE0}"/>
                  </a:ext>
                </a:extLst>
              </p:cNvPr>
              <p:cNvSpPr txBox="1"/>
              <p:nvPr/>
            </p:nvSpPr>
            <p:spPr>
              <a:xfrm>
                <a:off x="1739165" y="3825608"/>
                <a:ext cx="352661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n: 512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493FC0A2-1959-A949-E125-C3B919203E1A}"/>
                  </a:ext>
                </a:extLst>
              </p:cNvPr>
              <p:cNvSpPr txBox="1"/>
              <p:nvPr/>
            </p:nvSpPr>
            <p:spPr>
              <a:xfrm>
                <a:off x="1812903" y="3972593"/>
                <a:ext cx="205184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k: 3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43" name="Textfeld 142">
                <a:extLst>
                  <a:ext uri="{FF2B5EF4-FFF2-40B4-BE49-F238E27FC236}">
                    <a16:creationId xmlns:a16="http://schemas.microsoft.com/office/drawing/2014/main" id="{07219AEB-E4FF-0F9A-9DE4-695533B65A37}"/>
                  </a:ext>
                </a:extLst>
              </p:cNvPr>
              <p:cNvSpPr txBox="1"/>
              <p:nvPr/>
            </p:nvSpPr>
            <p:spPr>
              <a:xfrm>
                <a:off x="1812903" y="4119578"/>
                <a:ext cx="205184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s: 2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D0C6B277-2E20-927B-D150-7A67FF9656C6}"/>
                  </a:ext>
                </a:extLst>
              </p:cNvPr>
              <p:cNvSpPr txBox="1"/>
              <p:nvPr/>
            </p:nvSpPr>
            <p:spPr>
              <a:xfrm>
                <a:off x="1809697" y="4266564"/>
                <a:ext cx="211596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p: 1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  <p:grpSp>
          <p:nvGrpSpPr>
            <p:cNvPr id="42" name="Gruppieren 41">
              <a:extLst>
                <a:ext uri="{FF2B5EF4-FFF2-40B4-BE49-F238E27FC236}">
                  <a16:creationId xmlns:a16="http://schemas.microsoft.com/office/drawing/2014/main" id="{1E6D8AC8-39F7-63AA-2D7A-EBD5815F664E}"/>
                </a:ext>
              </a:extLst>
            </p:cNvPr>
            <p:cNvGrpSpPr/>
            <p:nvPr/>
          </p:nvGrpSpPr>
          <p:grpSpPr>
            <a:xfrm>
              <a:off x="8765150" y="3146495"/>
              <a:ext cx="529200" cy="1276660"/>
              <a:chOff x="7481280" y="3302971"/>
              <a:chExt cx="529200" cy="1276660"/>
            </a:xfrm>
          </p:grpSpPr>
          <p:sp>
            <p:nvSpPr>
              <p:cNvPr id="100" name="Rechteck 99">
                <a:extLst>
                  <a:ext uri="{FF2B5EF4-FFF2-40B4-BE49-F238E27FC236}">
                    <a16:creationId xmlns:a16="http://schemas.microsoft.com/office/drawing/2014/main" id="{548D1E20-8CCC-A987-6B93-F03D68A82BDD}"/>
                  </a:ext>
                </a:extLst>
              </p:cNvPr>
              <p:cNvSpPr/>
              <p:nvPr/>
            </p:nvSpPr>
            <p:spPr>
              <a:xfrm>
                <a:off x="7481280" y="3302971"/>
                <a:ext cx="529200" cy="45412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i="0" u="none" strike="noStrike" kern="1200" cap="none" spc="0" normalizeH="0" baseline="0" noProof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sEMG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schemeClr val="tx1"/>
                    </a:solidFill>
                    <a:latin typeface="Arial"/>
                  </a:rPr>
                  <a:t>real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01" name="Rechteck 100">
                <a:extLst>
                  <a:ext uri="{FF2B5EF4-FFF2-40B4-BE49-F238E27FC236}">
                    <a16:creationId xmlns:a16="http://schemas.microsoft.com/office/drawing/2014/main" id="{35873B49-27D0-A15A-67A1-04BD2EBDCFBC}"/>
                  </a:ext>
                </a:extLst>
              </p:cNvPr>
              <p:cNvSpPr/>
              <p:nvPr/>
            </p:nvSpPr>
            <p:spPr>
              <a:xfrm>
                <a:off x="7481280" y="4125506"/>
                <a:ext cx="529200" cy="45412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i="0" u="none" strike="noStrike" kern="1200" cap="none" spc="0" normalizeH="0" baseline="0" noProof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sEMG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schemeClr val="tx1"/>
                    </a:solidFill>
                    <a:latin typeface="Arial"/>
                  </a:rPr>
                  <a:t>fake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68D83B49-BB34-B6E9-5DAC-2412C9D91109}"/>
                  </a:ext>
                </a:extLst>
              </p:cNvPr>
              <p:cNvSpPr txBox="1"/>
              <p:nvPr/>
            </p:nvSpPr>
            <p:spPr>
              <a:xfrm>
                <a:off x="7495927" y="3863236"/>
                <a:ext cx="499906" cy="15613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b="1" dirty="0">
                    <a:solidFill>
                      <a:prstClr val="black"/>
                    </a:solidFill>
                    <a:latin typeface="Arial"/>
                  </a:rPr>
                  <a:t>o</a:t>
                </a:r>
                <a:r>
                  <a:rPr kumimoji="0" lang="en-GB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r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467711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5973E76-EC0D-84BA-F6A4-A1C519A4D14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effectLst/>
        </p:spPr>
        <p:txBody>
          <a:bodyPr/>
          <a:lstStyle/>
          <a:p>
            <a:fld id="{0B4FCF17-48A0-4939-9B86-4A0E590241E6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7B05C4C-AA2F-5815-6802-65D4D1C63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fld id="{D949F9DF-37BD-4CD6-BF49-65BA579E1D7A}" type="slidenum">
              <a:rPr lang="de-DE" smtClean="0"/>
              <a:pPr/>
              <a:t>6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E730828-FF25-ADA5-1946-72137AD07A36}"/>
              </a:ext>
            </a:extLst>
          </p:cNvPr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lang="en-GB" dirty="0" err="1"/>
              <a:t>Unet</a:t>
            </a:r>
            <a:endParaRPr lang="en-GB" dirty="0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3AF924C1-B113-25EA-9044-5CEB285C0E9C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effectLst/>
        </p:spPr>
        <p:txBody>
          <a:bodyPr/>
          <a:lstStyle/>
          <a:p>
            <a:endParaRPr lang="en-GB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32AC9C3-90DE-FA52-6EA9-DE1DA14E8F73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effectLst/>
        </p:spPr>
        <p:txBody>
          <a:bodyPr/>
          <a:lstStyle/>
          <a:p>
            <a:endParaRPr lang="en-GB"/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1D5B82A0-6187-1207-B587-857557BED58F}"/>
              </a:ext>
            </a:extLst>
          </p:cNvPr>
          <p:cNvSpPr/>
          <p:nvPr/>
        </p:nvSpPr>
        <p:spPr>
          <a:xfrm>
            <a:off x="2023071" y="1274321"/>
            <a:ext cx="8145858" cy="528888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A2DB41DF-BD8C-A372-8172-DC77B3AC9942}"/>
              </a:ext>
            </a:extLst>
          </p:cNvPr>
          <p:cNvGrpSpPr/>
          <p:nvPr/>
        </p:nvGrpSpPr>
        <p:grpSpPr>
          <a:xfrm>
            <a:off x="2133177" y="1350796"/>
            <a:ext cx="7449407" cy="5174163"/>
            <a:chOff x="2133177" y="1350796"/>
            <a:chExt cx="7449407" cy="5174163"/>
          </a:xfrm>
        </p:grpSpPr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A5DDDFEE-338F-45D1-33BF-6C3D9993C2D7}"/>
                </a:ext>
              </a:extLst>
            </p:cNvPr>
            <p:cNvSpPr/>
            <p:nvPr/>
          </p:nvSpPr>
          <p:spPr>
            <a:xfrm>
              <a:off x="4375372" y="5968445"/>
              <a:ext cx="90000" cy="360000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889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2796AE07-8ED2-9997-B0CF-0800A3681526}"/>
                </a:ext>
              </a:extLst>
            </p:cNvPr>
            <p:cNvSpPr/>
            <p:nvPr/>
          </p:nvSpPr>
          <p:spPr>
            <a:xfrm>
              <a:off x="5686786" y="5968445"/>
              <a:ext cx="90000" cy="360000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889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56" name="Gerade Verbindung mit Pfeil 55">
              <a:extLst>
                <a:ext uri="{FF2B5EF4-FFF2-40B4-BE49-F238E27FC236}">
                  <a16:creationId xmlns:a16="http://schemas.microsoft.com/office/drawing/2014/main" id="{4EB91807-5337-AA2B-07D7-02B207223C16}"/>
                </a:ext>
              </a:extLst>
            </p:cNvPr>
            <p:cNvCxnSpPr>
              <a:cxnSpLocks/>
            </p:cNvCxnSpPr>
            <p:nvPr/>
          </p:nvCxnSpPr>
          <p:spPr>
            <a:xfrm>
              <a:off x="4499025" y="6148445"/>
              <a:ext cx="1080000" cy="0"/>
            </a:xfrm>
            <a:prstGeom prst="straightConnector1">
              <a:avLst/>
            </a:prstGeom>
            <a:ln w="57150">
              <a:solidFill>
                <a:schemeClr val="accent3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hteck 27">
              <a:extLst>
                <a:ext uri="{FF2B5EF4-FFF2-40B4-BE49-F238E27FC236}">
                  <a16:creationId xmlns:a16="http://schemas.microsoft.com/office/drawing/2014/main" id="{6A26C9EA-55A3-CB19-5911-131133EA81CB}"/>
                </a:ext>
              </a:extLst>
            </p:cNvPr>
            <p:cNvSpPr/>
            <p:nvPr/>
          </p:nvSpPr>
          <p:spPr>
            <a:xfrm>
              <a:off x="4948476" y="4519850"/>
              <a:ext cx="180000" cy="720000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1A8B245E-6DFE-13A6-E88B-35E8355CD188}"/>
                </a:ext>
              </a:extLst>
            </p:cNvPr>
            <p:cNvSpPr/>
            <p:nvPr/>
          </p:nvSpPr>
          <p:spPr>
            <a:xfrm>
              <a:off x="3904029" y="4699850"/>
              <a:ext cx="180000" cy="360000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889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AD444749-88DD-A3EB-0A5C-D30B56CF8E91}"/>
                </a:ext>
              </a:extLst>
            </p:cNvPr>
            <p:cNvSpPr/>
            <p:nvPr/>
          </p:nvSpPr>
          <p:spPr>
            <a:xfrm>
              <a:off x="4359068" y="4699850"/>
              <a:ext cx="180000" cy="360000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889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45" name="Gerade Verbindung mit Pfeil 44">
              <a:extLst>
                <a:ext uri="{FF2B5EF4-FFF2-40B4-BE49-F238E27FC236}">
                  <a16:creationId xmlns:a16="http://schemas.microsoft.com/office/drawing/2014/main" id="{EFDF74B7-353B-CFA0-F24D-AED8E5330D22}"/>
                </a:ext>
              </a:extLst>
            </p:cNvPr>
            <p:cNvCxnSpPr>
              <a:cxnSpLocks/>
            </p:cNvCxnSpPr>
            <p:nvPr/>
          </p:nvCxnSpPr>
          <p:spPr>
            <a:xfrm>
              <a:off x="4052730" y="4879850"/>
              <a:ext cx="252000" cy="0"/>
            </a:xfrm>
            <a:prstGeom prst="straightConnector1">
              <a:avLst/>
            </a:prstGeom>
            <a:ln w="57150">
              <a:solidFill>
                <a:schemeClr val="accent3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 Verbindung mit Pfeil 54">
              <a:extLst>
                <a:ext uri="{FF2B5EF4-FFF2-40B4-BE49-F238E27FC236}">
                  <a16:creationId xmlns:a16="http://schemas.microsoft.com/office/drawing/2014/main" id="{9E4851CE-8A41-3293-97FD-123701161CFA}"/>
                </a:ext>
              </a:extLst>
            </p:cNvPr>
            <p:cNvCxnSpPr>
              <a:cxnSpLocks/>
            </p:cNvCxnSpPr>
            <p:nvPr/>
          </p:nvCxnSpPr>
          <p:spPr>
            <a:xfrm>
              <a:off x="4486418" y="4879850"/>
              <a:ext cx="324000" cy="0"/>
            </a:xfrm>
            <a:prstGeom prst="straightConnector1">
              <a:avLst/>
            </a:prstGeom>
            <a:ln w="57150">
              <a:solidFill>
                <a:srgbClr val="C75B4C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 Verbindung mit Pfeil 57">
              <a:extLst>
                <a:ext uri="{FF2B5EF4-FFF2-40B4-BE49-F238E27FC236}">
                  <a16:creationId xmlns:a16="http://schemas.microsoft.com/office/drawing/2014/main" id="{B75432AB-5611-0000-A324-38DF6CD609E0}"/>
                </a:ext>
              </a:extLst>
            </p:cNvPr>
            <p:cNvCxnSpPr>
              <a:cxnSpLocks/>
            </p:cNvCxnSpPr>
            <p:nvPr/>
          </p:nvCxnSpPr>
          <p:spPr>
            <a:xfrm>
              <a:off x="5068553" y="4879850"/>
              <a:ext cx="324000" cy="0"/>
            </a:xfrm>
            <a:prstGeom prst="straightConnector1">
              <a:avLst/>
            </a:prstGeom>
            <a:ln w="57150">
              <a:solidFill>
                <a:srgbClr val="FDB735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4" name="Gruppieren 113">
              <a:extLst>
                <a:ext uri="{FF2B5EF4-FFF2-40B4-BE49-F238E27FC236}">
                  <a16:creationId xmlns:a16="http://schemas.microsoft.com/office/drawing/2014/main" id="{AC7D9B83-8065-ECAC-FD50-5BE207589DD7}"/>
                </a:ext>
              </a:extLst>
            </p:cNvPr>
            <p:cNvGrpSpPr/>
            <p:nvPr/>
          </p:nvGrpSpPr>
          <p:grpSpPr>
            <a:xfrm>
              <a:off x="5522051" y="4515093"/>
              <a:ext cx="356296" cy="728289"/>
              <a:chOff x="6036090" y="4592945"/>
              <a:chExt cx="356296" cy="728289"/>
            </a:xfrm>
          </p:grpSpPr>
          <p:sp>
            <p:nvSpPr>
              <p:cNvPr id="19" name="Rechteck 18">
                <a:extLst>
                  <a:ext uri="{FF2B5EF4-FFF2-40B4-BE49-F238E27FC236}">
                    <a16:creationId xmlns:a16="http://schemas.microsoft.com/office/drawing/2014/main" id="{030D0E1C-7A5E-D8DE-7BC3-B3D1FE90D222}"/>
                  </a:ext>
                </a:extLst>
              </p:cNvPr>
              <p:cNvSpPr/>
              <p:nvPr/>
            </p:nvSpPr>
            <p:spPr>
              <a:xfrm>
                <a:off x="6036090" y="4592945"/>
                <a:ext cx="180000" cy="7200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20" name="Rechteck 19">
                <a:extLst>
                  <a:ext uri="{FF2B5EF4-FFF2-40B4-BE49-F238E27FC236}">
                    <a16:creationId xmlns:a16="http://schemas.microsoft.com/office/drawing/2014/main" id="{823221E3-A2A3-58FE-3AC5-0CC7A73FB9C6}"/>
                  </a:ext>
                </a:extLst>
              </p:cNvPr>
              <p:cNvSpPr/>
              <p:nvPr/>
            </p:nvSpPr>
            <p:spPr>
              <a:xfrm>
                <a:off x="6212386" y="4601234"/>
                <a:ext cx="180000" cy="7200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225818A1-E92E-C8E1-A7B0-93507AD0F96D}"/>
                </a:ext>
              </a:extLst>
            </p:cNvPr>
            <p:cNvSpPr/>
            <p:nvPr/>
          </p:nvSpPr>
          <p:spPr>
            <a:xfrm>
              <a:off x="6213756" y="4519850"/>
              <a:ext cx="180000" cy="720000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62" name="Gerade Verbindung mit Pfeil 61">
              <a:extLst>
                <a:ext uri="{FF2B5EF4-FFF2-40B4-BE49-F238E27FC236}">
                  <a16:creationId xmlns:a16="http://schemas.microsoft.com/office/drawing/2014/main" id="{32228ABE-B89E-D6EA-5812-17E3007FD3F9}"/>
                </a:ext>
              </a:extLst>
            </p:cNvPr>
            <p:cNvCxnSpPr>
              <a:cxnSpLocks/>
            </p:cNvCxnSpPr>
            <p:nvPr/>
          </p:nvCxnSpPr>
          <p:spPr>
            <a:xfrm>
              <a:off x="5826254" y="4879850"/>
              <a:ext cx="252000" cy="0"/>
            </a:xfrm>
            <a:prstGeom prst="straightConnector1">
              <a:avLst/>
            </a:prstGeom>
            <a:ln w="57150">
              <a:solidFill>
                <a:schemeClr val="accent2">
                  <a:lumMod val="20000"/>
                  <a:lumOff val="80000"/>
                </a:schemeClr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 Verbindung mit Pfeil 50">
              <a:extLst>
                <a:ext uri="{FF2B5EF4-FFF2-40B4-BE49-F238E27FC236}">
                  <a16:creationId xmlns:a16="http://schemas.microsoft.com/office/drawing/2014/main" id="{48FF9760-CEDB-BD87-D009-E335C58595C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240002" y="5485470"/>
              <a:ext cx="288000" cy="0"/>
            </a:xfrm>
            <a:prstGeom prst="straightConnector1">
              <a:avLst/>
            </a:prstGeom>
            <a:ln w="57150">
              <a:solidFill>
                <a:srgbClr val="5DC08A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Gerade Verbindung mit Pfeil 62">
              <a:extLst>
                <a:ext uri="{FF2B5EF4-FFF2-40B4-BE49-F238E27FC236}">
                  <a16:creationId xmlns:a16="http://schemas.microsoft.com/office/drawing/2014/main" id="{C4971E34-203B-4F0F-005B-E044929B440E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533527" y="5593471"/>
              <a:ext cx="288000" cy="0"/>
            </a:xfrm>
            <a:prstGeom prst="straightConnector1">
              <a:avLst/>
            </a:prstGeom>
            <a:ln w="57150">
              <a:solidFill>
                <a:srgbClr val="C75B4C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Gerade Verbindung mit Pfeil 49">
              <a:extLst>
                <a:ext uri="{FF2B5EF4-FFF2-40B4-BE49-F238E27FC236}">
                  <a16:creationId xmlns:a16="http://schemas.microsoft.com/office/drawing/2014/main" id="{D2DB01BF-F6BA-3DD7-D640-B67F90B3508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85154" y="4023990"/>
              <a:ext cx="288000" cy="0"/>
            </a:xfrm>
            <a:prstGeom prst="straightConnector1">
              <a:avLst/>
            </a:prstGeom>
            <a:ln w="57150">
              <a:solidFill>
                <a:srgbClr val="5DC08A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Gerade Verbindung mit Pfeil 67">
              <a:extLst>
                <a:ext uri="{FF2B5EF4-FFF2-40B4-BE49-F238E27FC236}">
                  <a16:creationId xmlns:a16="http://schemas.microsoft.com/office/drawing/2014/main" id="{BB7D8DAE-7EC6-1E7C-5981-45B6817ED2E1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6058781" y="4131991"/>
              <a:ext cx="288000" cy="0"/>
            </a:xfrm>
            <a:prstGeom prst="straightConnector1">
              <a:avLst/>
            </a:prstGeom>
            <a:ln w="57150">
              <a:solidFill>
                <a:srgbClr val="C75B4C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AF20EF9F-C9F3-999D-9C95-B679A2E2A8E4}"/>
                </a:ext>
              </a:extLst>
            </p:cNvPr>
            <p:cNvSpPr/>
            <p:nvPr/>
          </p:nvSpPr>
          <p:spPr>
            <a:xfrm>
              <a:off x="4858476" y="3058127"/>
              <a:ext cx="360000" cy="720000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54B1DBB9-C6C1-7C29-76FC-A919CEA42B63}"/>
                </a:ext>
              </a:extLst>
            </p:cNvPr>
            <p:cNvSpPr/>
            <p:nvPr/>
          </p:nvSpPr>
          <p:spPr>
            <a:xfrm>
              <a:off x="3355988" y="3238127"/>
              <a:ext cx="360000" cy="360000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889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A3FEBB81-15A3-D475-696E-BB0F4F09494D}"/>
                </a:ext>
              </a:extLst>
            </p:cNvPr>
            <p:cNvSpPr/>
            <p:nvPr/>
          </p:nvSpPr>
          <p:spPr>
            <a:xfrm>
              <a:off x="3822797" y="3238127"/>
              <a:ext cx="360000" cy="360000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889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35" name="Gerade Verbindung mit Pfeil 34">
              <a:extLst>
                <a:ext uri="{FF2B5EF4-FFF2-40B4-BE49-F238E27FC236}">
                  <a16:creationId xmlns:a16="http://schemas.microsoft.com/office/drawing/2014/main" id="{0BED228C-C35A-605A-D553-7FDEE0F1F331}"/>
                </a:ext>
              </a:extLst>
            </p:cNvPr>
            <p:cNvCxnSpPr>
              <a:cxnSpLocks/>
            </p:cNvCxnSpPr>
            <p:nvPr/>
          </p:nvCxnSpPr>
          <p:spPr>
            <a:xfrm>
              <a:off x="3598393" y="3418127"/>
              <a:ext cx="252000" cy="0"/>
            </a:xfrm>
            <a:prstGeom prst="straightConnector1">
              <a:avLst/>
            </a:prstGeom>
            <a:ln w="57150">
              <a:solidFill>
                <a:schemeClr val="accent3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Gerade Verbindung mit Pfeil 53">
              <a:extLst>
                <a:ext uri="{FF2B5EF4-FFF2-40B4-BE49-F238E27FC236}">
                  <a16:creationId xmlns:a16="http://schemas.microsoft.com/office/drawing/2014/main" id="{ED02B88A-3D9B-FE37-D1ED-D409B8D466F7}"/>
                </a:ext>
              </a:extLst>
            </p:cNvPr>
            <p:cNvCxnSpPr>
              <a:cxnSpLocks/>
            </p:cNvCxnSpPr>
            <p:nvPr/>
          </p:nvCxnSpPr>
          <p:spPr>
            <a:xfrm>
              <a:off x="4059197" y="3418127"/>
              <a:ext cx="720000" cy="0"/>
            </a:xfrm>
            <a:prstGeom prst="straightConnector1">
              <a:avLst/>
            </a:prstGeom>
            <a:ln w="57150">
              <a:solidFill>
                <a:srgbClr val="C75B4C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 Verbindung mit Pfeil 59">
              <a:extLst>
                <a:ext uri="{FF2B5EF4-FFF2-40B4-BE49-F238E27FC236}">
                  <a16:creationId xmlns:a16="http://schemas.microsoft.com/office/drawing/2014/main" id="{7C06053A-3FC3-4BED-CA35-261C13D50B2E}"/>
                </a:ext>
              </a:extLst>
            </p:cNvPr>
            <p:cNvCxnSpPr>
              <a:cxnSpLocks/>
            </p:cNvCxnSpPr>
            <p:nvPr/>
          </p:nvCxnSpPr>
          <p:spPr>
            <a:xfrm>
              <a:off x="5099185" y="3418127"/>
              <a:ext cx="792000" cy="0"/>
            </a:xfrm>
            <a:prstGeom prst="straightConnector1">
              <a:avLst/>
            </a:prstGeom>
            <a:ln w="57150">
              <a:solidFill>
                <a:srgbClr val="FDB735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5" name="Gruppieren 114">
              <a:extLst>
                <a:ext uri="{FF2B5EF4-FFF2-40B4-BE49-F238E27FC236}">
                  <a16:creationId xmlns:a16="http://schemas.microsoft.com/office/drawing/2014/main" id="{5329E8C7-E790-1199-721A-165A236D8111}"/>
                </a:ext>
              </a:extLst>
            </p:cNvPr>
            <p:cNvGrpSpPr/>
            <p:nvPr/>
          </p:nvGrpSpPr>
          <p:grpSpPr>
            <a:xfrm>
              <a:off x="5942758" y="3053127"/>
              <a:ext cx="533187" cy="726191"/>
              <a:chOff x="6625760" y="3130979"/>
              <a:chExt cx="533187" cy="726191"/>
            </a:xfrm>
          </p:grpSpPr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CF0DAEC7-EB0F-6608-61F6-B1A12A7C4B65}"/>
                  </a:ext>
                </a:extLst>
              </p:cNvPr>
              <p:cNvSpPr/>
              <p:nvPr/>
            </p:nvSpPr>
            <p:spPr>
              <a:xfrm>
                <a:off x="6625760" y="3130979"/>
                <a:ext cx="360000" cy="7200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23" name="Rechteck 22">
                <a:extLst>
                  <a:ext uri="{FF2B5EF4-FFF2-40B4-BE49-F238E27FC236}">
                    <a16:creationId xmlns:a16="http://schemas.microsoft.com/office/drawing/2014/main" id="{F22A75E2-4DAB-8EBF-C6DB-E19F5DD4F6AA}"/>
                  </a:ext>
                </a:extLst>
              </p:cNvPr>
              <p:cNvSpPr/>
              <p:nvPr/>
            </p:nvSpPr>
            <p:spPr>
              <a:xfrm>
                <a:off x="6798947" y="3137170"/>
                <a:ext cx="360000" cy="7200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23412105-F4C8-9F3B-BD6F-6D750435C021}"/>
                </a:ext>
              </a:extLst>
            </p:cNvPr>
            <p:cNvSpPr/>
            <p:nvPr/>
          </p:nvSpPr>
          <p:spPr>
            <a:xfrm>
              <a:off x="6688573" y="3058127"/>
              <a:ext cx="360000" cy="720000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70" name="Gerade Verbindung mit Pfeil 69">
              <a:extLst>
                <a:ext uri="{FF2B5EF4-FFF2-40B4-BE49-F238E27FC236}">
                  <a16:creationId xmlns:a16="http://schemas.microsoft.com/office/drawing/2014/main" id="{243BBF99-BC02-CE80-0ECA-7AD6BAEDA261}"/>
                </a:ext>
              </a:extLst>
            </p:cNvPr>
            <p:cNvCxnSpPr>
              <a:cxnSpLocks/>
            </p:cNvCxnSpPr>
            <p:nvPr/>
          </p:nvCxnSpPr>
          <p:spPr>
            <a:xfrm>
              <a:off x="6374850" y="3418127"/>
              <a:ext cx="252000" cy="0"/>
            </a:xfrm>
            <a:prstGeom prst="straightConnector1">
              <a:avLst/>
            </a:prstGeom>
            <a:ln w="57150">
              <a:solidFill>
                <a:schemeClr val="accent2">
                  <a:lumMod val="20000"/>
                  <a:lumOff val="80000"/>
                </a:schemeClr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B568EAEE-F117-1619-83ED-F52CD7573E1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293976" y="2551864"/>
              <a:ext cx="288000" cy="0"/>
            </a:xfrm>
            <a:prstGeom prst="straightConnector1">
              <a:avLst/>
            </a:prstGeom>
            <a:ln w="57150">
              <a:solidFill>
                <a:srgbClr val="5DC08A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Gerade Verbindung mit Pfeil 70">
              <a:extLst>
                <a:ext uri="{FF2B5EF4-FFF2-40B4-BE49-F238E27FC236}">
                  <a16:creationId xmlns:a16="http://schemas.microsoft.com/office/drawing/2014/main" id="{8CE99197-772B-E15E-36DE-EEA477E1F190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6614515" y="2659865"/>
              <a:ext cx="288000" cy="0"/>
            </a:xfrm>
            <a:prstGeom prst="straightConnector1">
              <a:avLst/>
            </a:prstGeom>
            <a:ln w="57150">
              <a:solidFill>
                <a:srgbClr val="C75B4C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7045555A-A857-D387-12F2-FED0666FE21A}"/>
                </a:ext>
              </a:extLst>
            </p:cNvPr>
            <p:cNvSpPr/>
            <p:nvPr/>
          </p:nvSpPr>
          <p:spPr>
            <a:xfrm>
              <a:off x="4678476" y="1586001"/>
              <a:ext cx="720000" cy="720000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FDD90BEB-B905-FB93-2AB1-8C3D102AD03B}"/>
                </a:ext>
              </a:extLst>
            </p:cNvPr>
            <p:cNvSpPr/>
            <p:nvPr/>
          </p:nvSpPr>
          <p:spPr>
            <a:xfrm>
              <a:off x="2173329" y="1766001"/>
              <a:ext cx="720000" cy="360000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889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5DC00873-2D97-3F87-686C-A25CF1F01FB2}"/>
                </a:ext>
              </a:extLst>
            </p:cNvPr>
            <p:cNvSpPr/>
            <p:nvPr/>
          </p:nvSpPr>
          <p:spPr>
            <a:xfrm>
              <a:off x="2697580" y="1766001"/>
              <a:ext cx="720000" cy="360000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889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7CF97457-70FF-D05A-90D6-A22A23AE3CF8}"/>
                </a:ext>
              </a:extLst>
            </p:cNvPr>
            <p:cNvSpPr/>
            <p:nvPr/>
          </p:nvSpPr>
          <p:spPr>
            <a:xfrm>
              <a:off x="3196360" y="1766001"/>
              <a:ext cx="720000" cy="360000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889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33" name="Gerade Verbindung mit Pfeil 32">
              <a:extLst>
                <a:ext uri="{FF2B5EF4-FFF2-40B4-BE49-F238E27FC236}">
                  <a16:creationId xmlns:a16="http://schemas.microsoft.com/office/drawing/2014/main" id="{CBADC613-9A5E-3E36-201C-7BDF95C8A499}"/>
                </a:ext>
              </a:extLst>
            </p:cNvPr>
            <p:cNvCxnSpPr>
              <a:cxnSpLocks/>
            </p:cNvCxnSpPr>
            <p:nvPr/>
          </p:nvCxnSpPr>
          <p:spPr>
            <a:xfrm>
              <a:off x="2623491" y="1946001"/>
              <a:ext cx="252000" cy="0"/>
            </a:xfrm>
            <a:prstGeom prst="straightConnector1">
              <a:avLst/>
            </a:prstGeom>
            <a:ln w="57150">
              <a:solidFill>
                <a:schemeClr val="accent2">
                  <a:lumMod val="20000"/>
                  <a:lumOff val="80000"/>
                </a:schemeClr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 Verbindung mit Pfeil 43">
              <a:extLst>
                <a:ext uri="{FF2B5EF4-FFF2-40B4-BE49-F238E27FC236}">
                  <a16:creationId xmlns:a16="http://schemas.microsoft.com/office/drawing/2014/main" id="{DAAC43EE-6322-A8C4-591C-F82645D928B1}"/>
                </a:ext>
              </a:extLst>
            </p:cNvPr>
            <p:cNvCxnSpPr>
              <a:cxnSpLocks/>
            </p:cNvCxnSpPr>
            <p:nvPr/>
          </p:nvCxnSpPr>
          <p:spPr>
            <a:xfrm>
              <a:off x="3132610" y="1946001"/>
              <a:ext cx="252000" cy="0"/>
            </a:xfrm>
            <a:prstGeom prst="straightConnector1">
              <a:avLst/>
            </a:prstGeom>
            <a:ln w="57150">
              <a:solidFill>
                <a:schemeClr val="accent3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Gerade Verbindung mit Pfeil 52">
              <a:extLst>
                <a:ext uri="{FF2B5EF4-FFF2-40B4-BE49-F238E27FC236}">
                  <a16:creationId xmlns:a16="http://schemas.microsoft.com/office/drawing/2014/main" id="{61F12E1A-D722-9103-8D5C-D6BB15DD0122}"/>
                </a:ext>
              </a:extLst>
            </p:cNvPr>
            <p:cNvCxnSpPr>
              <a:cxnSpLocks/>
            </p:cNvCxnSpPr>
            <p:nvPr/>
          </p:nvCxnSpPr>
          <p:spPr>
            <a:xfrm>
              <a:off x="3647177" y="1946001"/>
              <a:ext cx="1116000" cy="0"/>
            </a:xfrm>
            <a:prstGeom prst="straightConnector1">
              <a:avLst/>
            </a:prstGeom>
            <a:ln w="57150">
              <a:solidFill>
                <a:srgbClr val="C75B4C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6" name="Gruppieren 115">
              <a:extLst>
                <a:ext uri="{FF2B5EF4-FFF2-40B4-BE49-F238E27FC236}">
                  <a16:creationId xmlns:a16="http://schemas.microsoft.com/office/drawing/2014/main" id="{EFC3C959-4F4A-8DC0-34D7-AB891690C7EC}"/>
                </a:ext>
              </a:extLst>
            </p:cNvPr>
            <p:cNvGrpSpPr/>
            <p:nvPr/>
          </p:nvGrpSpPr>
          <p:grpSpPr>
            <a:xfrm>
              <a:off x="6326044" y="1581001"/>
              <a:ext cx="898396" cy="726191"/>
              <a:chOff x="7187950" y="1658853"/>
              <a:chExt cx="898396" cy="726191"/>
            </a:xfrm>
          </p:grpSpPr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4F0DE78D-713F-C631-E57E-D755DDF45A25}"/>
                  </a:ext>
                </a:extLst>
              </p:cNvPr>
              <p:cNvSpPr/>
              <p:nvPr/>
            </p:nvSpPr>
            <p:spPr>
              <a:xfrm>
                <a:off x="7187950" y="1658853"/>
                <a:ext cx="720000" cy="7200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26" name="Rechteck 25">
                <a:extLst>
                  <a:ext uri="{FF2B5EF4-FFF2-40B4-BE49-F238E27FC236}">
                    <a16:creationId xmlns:a16="http://schemas.microsoft.com/office/drawing/2014/main" id="{CC2B545C-CB13-DC3A-A722-BD9F438BCAF7}"/>
                  </a:ext>
                </a:extLst>
              </p:cNvPr>
              <p:cNvSpPr/>
              <p:nvPr/>
            </p:nvSpPr>
            <p:spPr>
              <a:xfrm>
                <a:off x="7366346" y="1665044"/>
                <a:ext cx="720000" cy="7200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3B72BF58-AE03-AF36-5800-25FD05D4F2C8}"/>
                </a:ext>
              </a:extLst>
            </p:cNvPr>
            <p:cNvSpPr/>
            <p:nvPr/>
          </p:nvSpPr>
          <p:spPr>
            <a:xfrm>
              <a:off x="7095197" y="1586001"/>
              <a:ext cx="720000" cy="720000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396C01A7-6B71-12C5-7AF9-F51C0B4E219B}"/>
                </a:ext>
              </a:extLst>
            </p:cNvPr>
            <p:cNvSpPr/>
            <p:nvPr/>
          </p:nvSpPr>
          <p:spPr>
            <a:xfrm>
              <a:off x="7688196" y="1586001"/>
              <a:ext cx="720000" cy="720000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72" name="Gerade Verbindung mit Pfeil 71">
              <a:extLst>
                <a:ext uri="{FF2B5EF4-FFF2-40B4-BE49-F238E27FC236}">
                  <a16:creationId xmlns:a16="http://schemas.microsoft.com/office/drawing/2014/main" id="{608F7309-F81E-5F0F-9A7E-4BC48C4359A2}"/>
                </a:ext>
              </a:extLst>
            </p:cNvPr>
            <p:cNvCxnSpPr>
              <a:cxnSpLocks/>
            </p:cNvCxnSpPr>
            <p:nvPr/>
          </p:nvCxnSpPr>
          <p:spPr>
            <a:xfrm>
              <a:off x="6950548" y="1946001"/>
              <a:ext cx="252000" cy="0"/>
            </a:xfrm>
            <a:prstGeom prst="straightConnector1">
              <a:avLst/>
            </a:prstGeom>
            <a:ln w="57150">
              <a:solidFill>
                <a:schemeClr val="accent2">
                  <a:lumMod val="20000"/>
                  <a:lumOff val="80000"/>
                </a:schemeClr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7B7D4A0A-D4AF-FC0D-DBC4-CEC2BBB2E566}"/>
                </a:ext>
              </a:extLst>
            </p:cNvPr>
            <p:cNvCxnSpPr>
              <a:cxnSpLocks/>
            </p:cNvCxnSpPr>
            <p:nvPr/>
          </p:nvCxnSpPr>
          <p:spPr>
            <a:xfrm>
              <a:off x="7548661" y="1946001"/>
              <a:ext cx="252000" cy="0"/>
            </a:xfrm>
            <a:prstGeom prst="straightConnector1">
              <a:avLst/>
            </a:prstGeom>
            <a:ln w="57150">
              <a:solidFill>
                <a:schemeClr val="accent2">
                  <a:lumMod val="20000"/>
                  <a:lumOff val="80000"/>
                </a:schemeClr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Gerade Verbindung mit Pfeil 78">
              <a:extLst>
                <a:ext uri="{FF2B5EF4-FFF2-40B4-BE49-F238E27FC236}">
                  <a16:creationId xmlns:a16="http://schemas.microsoft.com/office/drawing/2014/main" id="{FF66AB1E-306C-A0B1-E5C1-43E0C6B2AED5}"/>
                </a:ext>
              </a:extLst>
            </p:cNvPr>
            <p:cNvCxnSpPr>
              <a:cxnSpLocks/>
            </p:cNvCxnSpPr>
            <p:nvPr/>
          </p:nvCxnSpPr>
          <p:spPr>
            <a:xfrm>
              <a:off x="5105585" y="1946001"/>
              <a:ext cx="1296000" cy="0"/>
            </a:xfrm>
            <a:prstGeom prst="straightConnector1">
              <a:avLst/>
            </a:prstGeom>
            <a:ln w="57150">
              <a:solidFill>
                <a:srgbClr val="FDB735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F999C215-D02A-7AD0-62A6-AF7BC2A05A51}"/>
                </a:ext>
              </a:extLst>
            </p:cNvPr>
            <p:cNvSpPr txBox="1"/>
            <p:nvPr/>
          </p:nvSpPr>
          <p:spPr>
            <a:xfrm>
              <a:off x="2476493" y="1525921"/>
              <a:ext cx="137117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545B188D-FEA1-D293-DA92-02BD560A9174}"/>
                </a:ext>
              </a:extLst>
            </p:cNvPr>
            <p:cNvSpPr txBox="1"/>
            <p:nvPr/>
          </p:nvSpPr>
          <p:spPr>
            <a:xfrm>
              <a:off x="2935979" y="1525921"/>
              <a:ext cx="243201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64</a:t>
              </a:r>
            </a:p>
          </p:txBody>
        </p: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47784DD6-C803-25A3-5D2C-1DD3E2E39392}"/>
                </a:ext>
              </a:extLst>
            </p:cNvPr>
            <p:cNvSpPr txBox="1"/>
            <p:nvPr/>
          </p:nvSpPr>
          <p:spPr>
            <a:xfrm>
              <a:off x="3389774" y="1525921"/>
              <a:ext cx="243201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64</a:t>
              </a:r>
            </a:p>
          </p:txBody>
        </p: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55A357DE-3F92-1152-41A0-B6582DC98D19}"/>
                </a:ext>
              </a:extLst>
            </p:cNvPr>
            <p:cNvSpPr txBox="1"/>
            <p:nvPr/>
          </p:nvSpPr>
          <p:spPr>
            <a:xfrm>
              <a:off x="4827425" y="1350796"/>
              <a:ext cx="243201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64</a:t>
              </a:r>
            </a:p>
          </p:txBody>
        </p: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536B6DBD-26AC-EA03-45D1-C128875B437A}"/>
                </a:ext>
              </a:extLst>
            </p:cNvPr>
            <p:cNvSpPr txBox="1"/>
            <p:nvPr/>
          </p:nvSpPr>
          <p:spPr>
            <a:xfrm>
              <a:off x="3397719" y="3031281"/>
              <a:ext cx="243201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128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A52F1753-DB81-4F36-1F09-7B3E3041B4C3}"/>
                </a:ext>
              </a:extLst>
            </p:cNvPr>
            <p:cNvSpPr txBox="1"/>
            <p:nvPr/>
          </p:nvSpPr>
          <p:spPr>
            <a:xfrm>
              <a:off x="3865459" y="3031281"/>
              <a:ext cx="243201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128</a:t>
              </a:r>
            </a:p>
          </p:txBody>
        </p:sp>
        <p:sp>
          <p:nvSpPr>
            <p:cNvPr id="40" name="Textfeld 39">
              <a:extLst>
                <a:ext uri="{FF2B5EF4-FFF2-40B4-BE49-F238E27FC236}">
                  <a16:creationId xmlns:a16="http://schemas.microsoft.com/office/drawing/2014/main" id="{7418F8B9-E195-6B60-0B62-4EDBCECB339A}"/>
                </a:ext>
              </a:extLst>
            </p:cNvPr>
            <p:cNvSpPr txBox="1"/>
            <p:nvPr/>
          </p:nvSpPr>
          <p:spPr>
            <a:xfrm>
              <a:off x="4827425" y="2853953"/>
              <a:ext cx="243201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128</a:t>
              </a:r>
            </a:p>
          </p:txBody>
        </p: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ABBFE49C-F327-7423-8BAA-37BA07E4A065}"/>
                </a:ext>
              </a:extLst>
            </p:cNvPr>
            <p:cNvSpPr txBox="1"/>
            <p:nvPr/>
          </p:nvSpPr>
          <p:spPr>
            <a:xfrm>
              <a:off x="4827425" y="4329235"/>
              <a:ext cx="243201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256</a:t>
              </a:r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C6041618-84F9-D838-A78C-152D871EC19F}"/>
                </a:ext>
              </a:extLst>
            </p:cNvPr>
            <p:cNvSpPr txBox="1"/>
            <p:nvPr/>
          </p:nvSpPr>
          <p:spPr>
            <a:xfrm>
              <a:off x="3851541" y="4511649"/>
              <a:ext cx="243201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256</a:t>
              </a:r>
            </a:p>
          </p:txBody>
        </p: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04488364-9FB3-35D3-4DD4-193475A8402E}"/>
                </a:ext>
              </a:extLst>
            </p:cNvPr>
            <p:cNvSpPr txBox="1"/>
            <p:nvPr/>
          </p:nvSpPr>
          <p:spPr>
            <a:xfrm>
              <a:off x="4279633" y="4511649"/>
              <a:ext cx="243201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256</a:t>
              </a:r>
            </a:p>
          </p:txBody>
        </p: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FE41D679-37C0-14E8-A856-3F170DAB7194}"/>
                </a:ext>
              </a:extLst>
            </p:cNvPr>
            <p:cNvSpPr txBox="1"/>
            <p:nvPr/>
          </p:nvSpPr>
          <p:spPr>
            <a:xfrm>
              <a:off x="4240540" y="5785697"/>
              <a:ext cx="243201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512</a:t>
              </a:r>
            </a:p>
          </p:txBody>
        </p: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61311806-D6A1-3245-7C5A-8A5B31A2F621}"/>
                </a:ext>
              </a:extLst>
            </p:cNvPr>
            <p:cNvSpPr txBox="1"/>
            <p:nvPr/>
          </p:nvSpPr>
          <p:spPr>
            <a:xfrm>
              <a:off x="5564649" y="5785697"/>
              <a:ext cx="243201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512</a:t>
              </a:r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AD06A4AC-2C07-FE0D-1CEE-D8694C2377CD}"/>
                </a:ext>
              </a:extLst>
            </p:cNvPr>
            <p:cNvSpPr txBox="1"/>
            <p:nvPr/>
          </p:nvSpPr>
          <p:spPr>
            <a:xfrm>
              <a:off x="5485640" y="4329235"/>
              <a:ext cx="243201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512</a:t>
              </a:r>
            </a:p>
          </p:txBody>
        </p:sp>
        <p:sp>
          <p:nvSpPr>
            <p:cNvPr id="52" name="Textfeld 51">
              <a:extLst>
                <a:ext uri="{FF2B5EF4-FFF2-40B4-BE49-F238E27FC236}">
                  <a16:creationId xmlns:a16="http://schemas.microsoft.com/office/drawing/2014/main" id="{59F88278-5A4D-51AF-3064-748794789C55}"/>
                </a:ext>
              </a:extLst>
            </p:cNvPr>
            <p:cNvSpPr txBox="1"/>
            <p:nvPr/>
          </p:nvSpPr>
          <p:spPr>
            <a:xfrm>
              <a:off x="6101058" y="4329235"/>
              <a:ext cx="243201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256</a:t>
              </a: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21AAC464-04B4-D787-FEAE-5233D035F6F6}"/>
                </a:ext>
              </a:extLst>
            </p:cNvPr>
            <p:cNvSpPr txBox="1"/>
            <p:nvPr/>
          </p:nvSpPr>
          <p:spPr>
            <a:xfrm>
              <a:off x="6001157" y="2853953"/>
              <a:ext cx="243201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256</a:t>
              </a:r>
            </a:p>
          </p:txBody>
        </p: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6B8D95AE-88C2-165B-B1A7-E492056544A1}"/>
                </a:ext>
              </a:extLst>
            </p:cNvPr>
            <p:cNvSpPr txBox="1"/>
            <p:nvPr/>
          </p:nvSpPr>
          <p:spPr>
            <a:xfrm>
              <a:off x="6676670" y="2853953"/>
              <a:ext cx="243201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128</a:t>
              </a:r>
            </a:p>
          </p:txBody>
        </p:sp>
        <p:sp>
          <p:nvSpPr>
            <p:cNvPr id="61" name="Textfeld 60">
              <a:extLst>
                <a:ext uri="{FF2B5EF4-FFF2-40B4-BE49-F238E27FC236}">
                  <a16:creationId xmlns:a16="http://schemas.microsoft.com/office/drawing/2014/main" id="{D70AA8A8-E032-9FC2-EB29-000E6C7B71D8}"/>
                </a:ext>
              </a:extLst>
            </p:cNvPr>
            <p:cNvSpPr txBox="1"/>
            <p:nvPr/>
          </p:nvSpPr>
          <p:spPr>
            <a:xfrm>
              <a:off x="6621753" y="1350796"/>
              <a:ext cx="243201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128</a:t>
              </a:r>
            </a:p>
          </p:txBody>
        </p:sp>
        <p:sp>
          <p:nvSpPr>
            <p:cNvPr id="64" name="Textfeld 63">
              <a:extLst>
                <a:ext uri="{FF2B5EF4-FFF2-40B4-BE49-F238E27FC236}">
                  <a16:creationId xmlns:a16="http://schemas.microsoft.com/office/drawing/2014/main" id="{7F6B1E86-B3CB-53A5-05E0-2A7AFB2863FF}"/>
                </a:ext>
              </a:extLst>
            </p:cNvPr>
            <p:cNvSpPr txBox="1"/>
            <p:nvPr/>
          </p:nvSpPr>
          <p:spPr>
            <a:xfrm>
              <a:off x="7301447" y="1350796"/>
              <a:ext cx="243201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64</a:t>
              </a:r>
            </a:p>
          </p:txBody>
        </p: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F1B06632-DA8D-9E58-293A-5391B1645F76}"/>
                </a:ext>
              </a:extLst>
            </p:cNvPr>
            <p:cNvSpPr txBox="1"/>
            <p:nvPr/>
          </p:nvSpPr>
          <p:spPr>
            <a:xfrm>
              <a:off x="7894301" y="1350796"/>
              <a:ext cx="243201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6" name="Textfeld 65">
              <a:extLst>
                <a:ext uri="{FF2B5EF4-FFF2-40B4-BE49-F238E27FC236}">
                  <a16:creationId xmlns:a16="http://schemas.microsoft.com/office/drawing/2014/main" id="{AECF58CB-D956-3CB4-F03C-0275E889B24B}"/>
                </a:ext>
              </a:extLst>
            </p:cNvPr>
            <p:cNvSpPr txBox="1"/>
            <p:nvPr/>
          </p:nvSpPr>
          <p:spPr>
            <a:xfrm>
              <a:off x="2133177" y="2207256"/>
              <a:ext cx="800304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7 x 3 x 2048</a:t>
              </a:r>
            </a:p>
          </p:txBody>
        </p:sp>
        <p:sp>
          <p:nvSpPr>
            <p:cNvPr id="67" name="Textfeld 66">
              <a:extLst>
                <a:ext uri="{FF2B5EF4-FFF2-40B4-BE49-F238E27FC236}">
                  <a16:creationId xmlns:a16="http://schemas.microsoft.com/office/drawing/2014/main" id="{70E98469-C219-AE9C-5D96-3DF7628F154E}"/>
                </a:ext>
              </a:extLst>
            </p:cNvPr>
            <p:cNvSpPr txBox="1"/>
            <p:nvPr/>
          </p:nvSpPr>
          <p:spPr>
            <a:xfrm>
              <a:off x="3135836" y="3642767"/>
              <a:ext cx="800304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7 x 3 x 1024</a:t>
              </a:r>
            </a:p>
          </p:txBody>
        </p:sp>
        <p:sp>
          <p:nvSpPr>
            <p:cNvPr id="69" name="Textfeld 68">
              <a:extLst>
                <a:ext uri="{FF2B5EF4-FFF2-40B4-BE49-F238E27FC236}">
                  <a16:creationId xmlns:a16="http://schemas.microsoft.com/office/drawing/2014/main" id="{100960BB-60AA-F2E1-4E0A-D850720FC224}"/>
                </a:ext>
              </a:extLst>
            </p:cNvPr>
            <p:cNvSpPr txBox="1"/>
            <p:nvPr/>
          </p:nvSpPr>
          <p:spPr>
            <a:xfrm>
              <a:off x="3593877" y="5093643"/>
              <a:ext cx="800304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7 x 3 x 512</a:t>
              </a:r>
            </a:p>
          </p:txBody>
        </p: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5076C666-8B81-5F53-14CB-09FE69ECE774}"/>
                </a:ext>
              </a:extLst>
            </p:cNvPr>
            <p:cNvSpPr txBox="1"/>
            <p:nvPr/>
          </p:nvSpPr>
          <p:spPr>
            <a:xfrm>
              <a:off x="4020220" y="6368508"/>
              <a:ext cx="800304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7 x 3 x 256</a:t>
              </a:r>
            </a:p>
          </p:txBody>
        </p: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6DA7BAB4-E0C9-1C5D-E4D4-64D75217302B}"/>
                </a:ext>
              </a:extLst>
            </p:cNvPr>
            <p:cNvSpPr txBox="1"/>
            <p:nvPr/>
          </p:nvSpPr>
          <p:spPr>
            <a:xfrm>
              <a:off x="5331634" y="6368508"/>
              <a:ext cx="800304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7 x 3 x 256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62F265B6-D16F-0C64-5530-CA4E9465A058}"/>
                </a:ext>
              </a:extLst>
            </p:cNvPr>
            <p:cNvSpPr txBox="1"/>
            <p:nvPr/>
          </p:nvSpPr>
          <p:spPr>
            <a:xfrm>
              <a:off x="5903604" y="5264554"/>
              <a:ext cx="800304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13 x 5 x 512</a:t>
              </a:r>
            </a:p>
          </p:txBody>
        </p: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B3B41653-0779-9649-BF5C-6D51AFA25F63}"/>
                </a:ext>
              </a:extLst>
            </p:cNvPr>
            <p:cNvSpPr txBox="1"/>
            <p:nvPr/>
          </p:nvSpPr>
          <p:spPr>
            <a:xfrm>
              <a:off x="6468421" y="3823436"/>
              <a:ext cx="800304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13 x 5 x 1024</a:t>
              </a:r>
            </a:p>
          </p:txBody>
        </p:sp>
        <p:sp>
          <p:nvSpPr>
            <p:cNvPr id="78" name="Textfeld 77">
              <a:extLst>
                <a:ext uri="{FF2B5EF4-FFF2-40B4-BE49-F238E27FC236}">
                  <a16:creationId xmlns:a16="http://schemas.microsoft.com/office/drawing/2014/main" id="{BD8D35F8-8B6F-3202-9484-9FFE544D74A3}"/>
                </a:ext>
              </a:extLst>
            </p:cNvPr>
            <p:cNvSpPr txBox="1"/>
            <p:nvPr/>
          </p:nvSpPr>
          <p:spPr>
            <a:xfrm>
              <a:off x="7648044" y="2387986"/>
              <a:ext cx="800304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13 x 5 x 2048</a:t>
              </a:r>
            </a:p>
          </p:txBody>
        </p:sp>
        <p:grpSp>
          <p:nvGrpSpPr>
            <p:cNvPr id="113" name="Gruppieren 112">
              <a:extLst>
                <a:ext uri="{FF2B5EF4-FFF2-40B4-BE49-F238E27FC236}">
                  <a16:creationId xmlns:a16="http://schemas.microsoft.com/office/drawing/2014/main" id="{B2106854-733B-EBBA-AE27-A326A6E68301}"/>
                </a:ext>
              </a:extLst>
            </p:cNvPr>
            <p:cNvGrpSpPr/>
            <p:nvPr/>
          </p:nvGrpSpPr>
          <p:grpSpPr>
            <a:xfrm>
              <a:off x="6763150" y="4240771"/>
              <a:ext cx="2819434" cy="2284188"/>
              <a:chOff x="8627340" y="3901766"/>
              <a:chExt cx="2819434" cy="2284188"/>
            </a:xfrm>
          </p:grpSpPr>
          <p:sp>
            <p:nvSpPr>
              <p:cNvPr id="80" name="Rechteck: abgerundete Ecken 79">
                <a:extLst>
                  <a:ext uri="{FF2B5EF4-FFF2-40B4-BE49-F238E27FC236}">
                    <a16:creationId xmlns:a16="http://schemas.microsoft.com/office/drawing/2014/main" id="{3E7D6A03-70BD-9793-5F02-96834CD38C3F}"/>
                  </a:ext>
                </a:extLst>
              </p:cNvPr>
              <p:cNvSpPr/>
              <p:nvPr/>
            </p:nvSpPr>
            <p:spPr>
              <a:xfrm>
                <a:off x="8627340" y="3901766"/>
                <a:ext cx="2819434" cy="2284188"/>
              </a:xfrm>
              <a:prstGeom prst="roundRect">
                <a:avLst>
                  <a:gd name="adj" fmla="val 5962"/>
                </a:avLst>
              </a:prstGeom>
              <a:noFill/>
              <a:ln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180000" bIns="180000" rtlCol="0" anchor="t"/>
              <a:lstStyle/>
              <a:p>
                <a:pPr marL="0" marR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Legend:</a:t>
                </a:r>
              </a:p>
            </p:txBody>
          </p:sp>
          <p:grpSp>
            <p:nvGrpSpPr>
              <p:cNvPr id="108" name="Gruppieren 107">
                <a:extLst>
                  <a:ext uri="{FF2B5EF4-FFF2-40B4-BE49-F238E27FC236}">
                    <a16:creationId xmlns:a16="http://schemas.microsoft.com/office/drawing/2014/main" id="{97668144-0517-CCB6-32E1-7EF01F8A9BFD}"/>
                  </a:ext>
                </a:extLst>
              </p:cNvPr>
              <p:cNvGrpSpPr/>
              <p:nvPr/>
            </p:nvGrpSpPr>
            <p:grpSpPr>
              <a:xfrm>
                <a:off x="8732954" y="4958563"/>
                <a:ext cx="2688910" cy="1149047"/>
                <a:chOff x="8732954" y="4958563"/>
                <a:chExt cx="2688910" cy="1149047"/>
              </a:xfrm>
            </p:grpSpPr>
            <p:grpSp>
              <p:nvGrpSpPr>
                <p:cNvPr id="103" name="Gruppieren 102">
                  <a:extLst>
                    <a:ext uri="{FF2B5EF4-FFF2-40B4-BE49-F238E27FC236}">
                      <a16:creationId xmlns:a16="http://schemas.microsoft.com/office/drawing/2014/main" id="{8B962299-AA8B-9835-B933-E19A3A82AC0D}"/>
                    </a:ext>
                  </a:extLst>
                </p:cNvPr>
                <p:cNvGrpSpPr/>
                <p:nvPr/>
              </p:nvGrpSpPr>
              <p:grpSpPr>
                <a:xfrm>
                  <a:off x="8732954" y="4958563"/>
                  <a:ext cx="2688910" cy="156133"/>
                  <a:chOff x="8732954" y="4958563"/>
                  <a:chExt cx="2688910" cy="156133"/>
                </a:xfrm>
              </p:grpSpPr>
              <p:cxnSp>
                <p:nvCxnSpPr>
                  <p:cNvPr id="82" name="Gerade Verbindung mit Pfeil 81">
                    <a:extLst>
                      <a:ext uri="{FF2B5EF4-FFF2-40B4-BE49-F238E27FC236}">
                        <a16:creationId xmlns:a16="http://schemas.microsoft.com/office/drawing/2014/main" id="{2D45CCD9-CFFD-0E3E-F5CB-1945B46C077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732954" y="5036629"/>
                    <a:ext cx="252000" cy="0"/>
                  </a:xfrm>
                  <a:prstGeom prst="straightConnector1">
                    <a:avLst/>
                  </a:prstGeom>
                  <a:ln w="57150">
                    <a:solidFill>
                      <a:schemeClr val="accent2">
                        <a:lumMod val="20000"/>
                        <a:lumOff val="80000"/>
                      </a:schemeClr>
                    </a:solidFill>
                    <a:tailEnd type="triangle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97" name="Textfeld 96">
                    <a:extLst>
                      <a:ext uri="{FF2B5EF4-FFF2-40B4-BE49-F238E27FC236}">
                        <a16:creationId xmlns:a16="http://schemas.microsoft.com/office/drawing/2014/main" id="{87F43507-8855-0ABD-F017-16172DC7030A}"/>
                      </a:ext>
                    </a:extLst>
                  </p:cNvPr>
                  <p:cNvSpPr txBox="1"/>
                  <p:nvPr/>
                </p:nvSpPr>
                <p:spPr>
                  <a:xfrm>
                    <a:off x="9009864" y="4958563"/>
                    <a:ext cx="2412000" cy="15613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Conv + Batch norm + </a:t>
                    </a:r>
                    <a:r>
                      <a:rPr kumimoji="0" lang="en-GB" sz="1000" b="0" i="0" u="none" strike="noStrike" kern="1200" cap="none" spc="0" normalizeH="0" baseline="0" noProof="0" dirty="0" err="1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PReLU</a:t>
                    </a:r>
                    <a:endParaRPr kumimoji="0" lang="en-GB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104" name="Gruppieren 103">
                  <a:extLst>
                    <a:ext uri="{FF2B5EF4-FFF2-40B4-BE49-F238E27FC236}">
                      <a16:creationId xmlns:a16="http://schemas.microsoft.com/office/drawing/2014/main" id="{C0674F25-A566-BD6C-E358-8B8DB50B953A}"/>
                    </a:ext>
                  </a:extLst>
                </p:cNvPr>
                <p:cNvGrpSpPr/>
                <p:nvPr/>
              </p:nvGrpSpPr>
              <p:grpSpPr>
                <a:xfrm>
                  <a:off x="8732954" y="5206792"/>
                  <a:ext cx="2688910" cy="156133"/>
                  <a:chOff x="8732954" y="5205653"/>
                  <a:chExt cx="2688910" cy="156133"/>
                </a:xfrm>
              </p:grpSpPr>
              <p:cxnSp>
                <p:nvCxnSpPr>
                  <p:cNvPr id="91" name="Gerade Verbindung mit Pfeil 90">
                    <a:extLst>
                      <a:ext uri="{FF2B5EF4-FFF2-40B4-BE49-F238E27FC236}">
                        <a16:creationId xmlns:a16="http://schemas.microsoft.com/office/drawing/2014/main" id="{C868DE4B-6DF7-447C-0490-4981CAA09DB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732954" y="5283719"/>
                    <a:ext cx="252000" cy="0"/>
                  </a:xfrm>
                  <a:prstGeom prst="straightConnector1">
                    <a:avLst/>
                  </a:prstGeom>
                  <a:ln w="57150">
                    <a:solidFill>
                      <a:srgbClr val="5DC08A"/>
                    </a:solidFill>
                    <a:tailEnd type="triangle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98" name="Textfeld 97">
                    <a:extLst>
                      <a:ext uri="{FF2B5EF4-FFF2-40B4-BE49-F238E27FC236}">
                        <a16:creationId xmlns:a16="http://schemas.microsoft.com/office/drawing/2014/main" id="{3A9174F3-21C6-C608-48C4-A19EDD79CFC7}"/>
                      </a:ext>
                    </a:extLst>
                  </p:cNvPr>
                  <p:cNvSpPr txBox="1"/>
                  <p:nvPr/>
                </p:nvSpPr>
                <p:spPr>
                  <a:xfrm>
                    <a:off x="9009864" y="5205653"/>
                    <a:ext cx="2412000" cy="15613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1000" b="0" i="0" u="none" strike="noStrike" kern="1200" cap="none" spc="0" normalizeH="0" baseline="0" noProof="0" dirty="0" err="1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Strided</a:t>
                    </a:r>
                    <a:r>
                      <a: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 Conv + Batch norm + </a:t>
                    </a:r>
                    <a:r>
                      <a:rPr kumimoji="0" lang="en-GB" sz="1000" b="0" i="0" u="none" strike="noStrike" kern="1200" cap="none" spc="0" normalizeH="0" baseline="0" noProof="0" dirty="0" err="1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PReLU</a:t>
                    </a:r>
                    <a:endParaRPr kumimoji="0" lang="en-GB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105" name="Gruppieren 104">
                  <a:extLst>
                    <a:ext uri="{FF2B5EF4-FFF2-40B4-BE49-F238E27FC236}">
                      <a16:creationId xmlns:a16="http://schemas.microsoft.com/office/drawing/2014/main" id="{101122EB-5745-AD47-4220-26DB011C0FF1}"/>
                    </a:ext>
                  </a:extLst>
                </p:cNvPr>
                <p:cNvGrpSpPr/>
                <p:nvPr/>
              </p:nvGrpSpPr>
              <p:grpSpPr>
                <a:xfrm>
                  <a:off x="8732954" y="5455020"/>
                  <a:ext cx="2688910" cy="156133"/>
                  <a:chOff x="8732954" y="5459054"/>
                  <a:chExt cx="2688910" cy="156133"/>
                </a:xfrm>
              </p:grpSpPr>
              <p:cxnSp>
                <p:nvCxnSpPr>
                  <p:cNvPr id="92" name="Gerade Verbindung mit Pfeil 91">
                    <a:extLst>
                      <a:ext uri="{FF2B5EF4-FFF2-40B4-BE49-F238E27FC236}">
                        <a16:creationId xmlns:a16="http://schemas.microsoft.com/office/drawing/2014/main" id="{BFA9751A-262C-6338-9BD5-09E2E735383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732954" y="5537120"/>
                    <a:ext cx="252000" cy="0"/>
                  </a:xfrm>
                  <a:prstGeom prst="straightConnector1">
                    <a:avLst/>
                  </a:prstGeom>
                  <a:ln w="57150">
                    <a:solidFill>
                      <a:schemeClr val="accent3"/>
                    </a:solidFill>
                    <a:tailEnd type="triangle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99" name="Textfeld 98">
                    <a:extLst>
                      <a:ext uri="{FF2B5EF4-FFF2-40B4-BE49-F238E27FC236}">
                        <a16:creationId xmlns:a16="http://schemas.microsoft.com/office/drawing/2014/main" id="{B712E9CE-2842-878B-3BF6-2D53BCA31925}"/>
                      </a:ext>
                    </a:extLst>
                  </p:cNvPr>
                  <p:cNvSpPr txBox="1"/>
                  <p:nvPr/>
                </p:nvSpPr>
                <p:spPr>
                  <a:xfrm>
                    <a:off x="9009864" y="5459054"/>
                    <a:ext cx="2412000" cy="15613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lang="en-GB" sz="1000" dirty="0">
                        <a:solidFill>
                          <a:prstClr val="black"/>
                        </a:solidFill>
                        <a:latin typeface="Arial"/>
                      </a:rPr>
                      <a:t>5x Residual block</a:t>
                    </a:r>
                    <a:endParaRPr kumimoji="0" lang="en-GB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107" name="Gruppieren 106">
                  <a:extLst>
                    <a:ext uri="{FF2B5EF4-FFF2-40B4-BE49-F238E27FC236}">
                      <a16:creationId xmlns:a16="http://schemas.microsoft.com/office/drawing/2014/main" id="{6BBD3B98-6E03-208F-BD13-6B8289F9B7B4}"/>
                    </a:ext>
                  </a:extLst>
                </p:cNvPr>
                <p:cNvGrpSpPr/>
                <p:nvPr/>
              </p:nvGrpSpPr>
              <p:grpSpPr>
                <a:xfrm>
                  <a:off x="8732954" y="5951477"/>
                  <a:ext cx="2688910" cy="156133"/>
                  <a:chOff x="8732954" y="5951477"/>
                  <a:chExt cx="2688910" cy="156133"/>
                </a:xfrm>
              </p:grpSpPr>
              <p:cxnSp>
                <p:nvCxnSpPr>
                  <p:cNvPr id="95" name="Gerade Verbindung mit Pfeil 94">
                    <a:extLst>
                      <a:ext uri="{FF2B5EF4-FFF2-40B4-BE49-F238E27FC236}">
                        <a16:creationId xmlns:a16="http://schemas.microsoft.com/office/drawing/2014/main" id="{8CE63CF2-1D23-9541-4E57-1AC8B775868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732954" y="6029543"/>
                    <a:ext cx="252000" cy="0"/>
                  </a:xfrm>
                  <a:prstGeom prst="straightConnector1">
                    <a:avLst/>
                  </a:prstGeom>
                  <a:ln w="57150">
                    <a:solidFill>
                      <a:srgbClr val="C75B4C"/>
                    </a:solidFill>
                    <a:tailEnd type="triangle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675A4B27-B6E5-27DA-111A-7EEA6996E09F}"/>
                      </a:ext>
                    </a:extLst>
                  </p:cNvPr>
                  <p:cNvSpPr txBox="1"/>
                  <p:nvPr/>
                </p:nvSpPr>
                <p:spPr>
                  <a:xfrm>
                    <a:off x="9009864" y="5951477"/>
                    <a:ext cx="2412000" cy="15613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Transposed Conv + Batch norm + </a:t>
                    </a:r>
                    <a:r>
                      <a:rPr kumimoji="0" lang="en-GB" sz="1000" b="0" i="0" u="none" strike="noStrike" kern="1200" cap="none" spc="0" normalizeH="0" baseline="0" noProof="0" dirty="0" err="1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PReLU</a:t>
                    </a:r>
                    <a:endParaRPr kumimoji="0" lang="en-GB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106" name="Gruppieren 105">
                  <a:extLst>
                    <a:ext uri="{FF2B5EF4-FFF2-40B4-BE49-F238E27FC236}">
                      <a16:creationId xmlns:a16="http://schemas.microsoft.com/office/drawing/2014/main" id="{A660F7BC-6980-454B-C79B-20438289820B}"/>
                    </a:ext>
                  </a:extLst>
                </p:cNvPr>
                <p:cNvGrpSpPr/>
                <p:nvPr/>
              </p:nvGrpSpPr>
              <p:grpSpPr>
                <a:xfrm>
                  <a:off x="8732954" y="5703248"/>
                  <a:ext cx="2688910" cy="156133"/>
                  <a:chOff x="8732954" y="5710606"/>
                  <a:chExt cx="2688910" cy="156133"/>
                </a:xfrm>
              </p:grpSpPr>
              <p:cxnSp>
                <p:nvCxnSpPr>
                  <p:cNvPr id="93" name="Gerade Verbindung mit Pfeil 92">
                    <a:extLst>
                      <a:ext uri="{FF2B5EF4-FFF2-40B4-BE49-F238E27FC236}">
                        <a16:creationId xmlns:a16="http://schemas.microsoft.com/office/drawing/2014/main" id="{B194E8BB-3908-EEA9-0E25-5C4E30D7585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732954" y="5788672"/>
                    <a:ext cx="252000" cy="0"/>
                  </a:xfrm>
                  <a:prstGeom prst="straightConnector1">
                    <a:avLst/>
                  </a:prstGeom>
                  <a:ln w="57150">
                    <a:solidFill>
                      <a:srgbClr val="FFC000"/>
                    </a:solidFill>
                    <a:tailEnd type="triangle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3CCA06AF-911A-5C2D-E4CB-DE3DA93C9EE1}"/>
                      </a:ext>
                    </a:extLst>
                  </p:cNvPr>
                  <p:cNvSpPr txBox="1"/>
                  <p:nvPr/>
                </p:nvSpPr>
                <p:spPr>
                  <a:xfrm>
                    <a:off x="9009864" y="5710606"/>
                    <a:ext cx="2412000" cy="15613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lang="en-GB" sz="1000" dirty="0">
                        <a:solidFill>
                          <a:prstClr val="black"/>
                        </a:solidFill>
                        <a:latin typeface="Arial"/>
                      </a:rPr>
                      <a:t>Concatenation</a:t>
                    </a:r>
                    <a:endParaRPr kumimoji="0" lang="en-GB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</p:grpSp>
          </p:grpSp>
          <p:sp>
            <p:nvSpPr>
              <p:cNvPr id="109" name="Rechteck 108">
                <a:extLst>
                  <a:ext uri="{FF2B5EF4-FFF2-40B4-BE49-F238E27FC236}">
                    <a16:creationId xmlns:a16="http://schemas.microsoft.com/office/drawing/2014/main" id="{E3AD7D31-615C-6A5A-EFDE-11BDF685BE6C}"/>
                  </a:ext>
                </a:extLst>
              </p:cNvPr>
              <p:cNvSpPr/>
              <p:nvPr/>
            </p:nvSpPr>
            <p:spPr>
              <a:xfrm>
                <a:off x="8968514" y="4236486"/>
                <a:ext cx="720000" cy="3600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889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10" name="Textfeld 109">
                <a:extLst>
                  <a:ext uri="{FF2B5EF4-FFF2-40B4-BE49-F238E27FC236}">
                    <a16:creationId xmlns:a16="http://schemas.microsoft.com/office/drawing/2014/main" id="{7791D5D7-D5A5-B800-ECFD-7BE0DAE4AA52}"/>
                  </a:ext>
                </a:extLst>
              </p:cNvPr>
              <p:cNvSpPr txBox="1"/>
              <p:nvPr/>
            </p:nvSpPr>
            <p:spPr>
              <a:xfrm>
                <a:off x="9259956" y="3996406"/>
                <a:ext cx="137117" cy="15613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F</a:t>
                </a:r>
              </a:p>
            </p:txBody>
          </p:sp>
          <p:sp>
            <p:nvSpPr>
              <p:cNvPr id="111" name="Textfeld 110">
                <a:extLst>
                  <a:ext uri="{FF2B5EF4-FFF2-40B4-BE49-F238E27FC236}">
                    <a16:creationId xmlns:a16="http://schemas.microsoft.com/office/drawing/2014/main" id="{E15FBEBD-EFAF-8B10-8758-F10CD3912A0C}"/>
                  </a:ext>
                </a:extLst>
              </p:cNvPr>
              <p:cNvSpPr txBox="1"/>
              <p:nvPr/>
            </p:nvSpPr>
            <p:spPr>
              <a:xfrm>
                <a:off x="8928362" y="4672754"/>
                <a:ext cx="800304" cy="15613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R x C x S</a:t>
                </a:r>
              </a:p>
            </p:txBody>
          </p:sp>
          <p:sp>
            <p:nvSpPr>
              <p:cNvPr id="112" name="Textfeld 111">
                <a:extLst>
                  <a:ext uri="{FF2B5EF4-FFF2-40B4-BE49-F238E27FC236}">
                    <a16:creationId xmlns:a16="http://schemas.microsoft.com/office/drawing/2014/main" id="{383CB16E-33A6-CE4D-9444-DF680131EB24}"/>
                  </a:ext>
                </a:extLst>
              </p:cNvPr>
              <p:cNvSpPr txBox="1"/>
              <p:nvPr/>
            </p:nvSpPr>
            <p:spPr>
              <a:xfrm>
                <a:off x="9795691" y="4094162"/>
                <a:ext cx="1338446" cy="6639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R: rows of channels</a:t>
                </a:r>
              </a:p>
              <a:p>
                <a:pPr marL="0" marR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</a:rPr>
                  <a:t>C: columns of channels</a:t>
                </a:r>
              </a:p>
              <a:p>
                <a:pPr marL="0" marR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S</a:t>
                </a:r>
                <a:r>
                  <a:rPr lang="en-GB" sz="1000" dirty="0">
                    <a:solidFill>
                      <a:prstClr val="black"/>
                    </a:solidFill>
                    <a:latin typeface="Arial"/>
                  </a:rPr>
                  <a:t>: time in samples</a:t>
                </a:r>
              </a:p>
              <a:p>
                <a:pPr marL="0" marR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F: number of filters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43582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5973E76-EC0D-84BA-F6A4-A1C519A4D14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effectLst/>
        </p:spPr>
        <p:txBody>
          <a:bodyPr/>
          <a:lstStyle/>
          <a:p>
            <a:fld id="{0B4FCF17-48A0-4939-9B86-4A0E590241E6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7B05C4C-AA2F-5815-6802-65D4D1C63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fld id="{D949F9DF-37BD-4CD6-BF49-65BA579E1D7A}" type="slidenum">
              <a:rPr lang="de-DE" smtClean="0"/>
              <a:pPr/>
              <a:t>7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E730828-FF25-ADA5-1946-72137AD07A36}"/>
              </a:ext>
            </a:extLst>
          </p:cNvPr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lang="en-GB" dirty="0" err="1"/>
              <a:t>Unet</a:t>
            </a:r>
            <a:r>
              <a:rPr lang="en-GB" dirty="0"/>
              <a:t> - Fourier</a:t>
            </a:r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3AF924C1-B113-25EA-9044-5CEB285C0E9C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effectLst/>
        </p:spPr>
        <p:txBody>
          <a:bodyPr/>
          <a:lstStyle/>
          <a:p>
            <a:endParaRPr lang="en-GB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32AC9C3-90DE-FA52-6EA9-DE1DA14E8F73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effectLst/>
        </p:spPr>
        <p:txBody>
          <a:bodyPr/>
          <a:lstStyle/>
          <a:p>
            <a:endParaRPr lang="en-GB"/>
          </a:p>
        </p:txBody>
      </p:sp>
      <p:grpSp>
        <p:nvGrpSpPr>
          <p:cNvPr id="130" name="Gruppieren 129">
            <a:extLst>
              <a:ext uri="{FF2B5EF4-FFF2-40B4-BE49-F238E27FC236}">
                <a16:creationId xmlns:a16="http://schemas.microsoft.com/office/drawing/2014/main" id="{2E72392D-F3AA-BDE7-810A-296340797352}"/>
              </a:ext>
            </a:extLst>
          </p:cNvPr>
          <p:cNvGrpSpPr/>
          <p:nvPr/>
        </p:nvGrpSpPr>
        <p:grpSpPr>
          <a:xfrm>
            <a:off x="2133177" y="1308819"/>
            <a:ext cx="7568782" cy="5148631"/>
            <a:chOff x="2133177" y="1308819"/>
            <a:chExt cx="7568782" cy="5148631"/>
          </a:xfrm>
        </p:grpSpPr>
        <p:grpSp>
          <p:nvGrpSpPr>
            <p:cNvPr id="126" name="Gruppieren 125">
              <a:extLst>
                <a:ext uri="{FF2B5EF4-FFF2-40B4-BE49-F238E27FC236}">
                  <a16:creationId xmlns:a16="http://schemas.microsoft.com/office/drawing/2014/main" id="{671FE947-CED4-E405-B01C-00E5D1CE94F0}"/>
                </a:ext>
              </a:extLst>
            </p:cNvPr>
            <p:cNvGrpSpPr/>
            <p:nvPr/>
          </p:nvGrpSpPr>
          <p:grpSpPr>
            <a:xfrm>
              <a:off x="6933294" y="3731500"/>
              <a:ext cx="2768665" cy="2725950"/>
              <a:chOff x="8843291" y="2844476"/>
              <a:chExt cx="2819434" cy="2775930"/>
            </a:xfrm>
          </p:grpSpPr>
          <p:sp>
            <p:nvSpPr>
              <p:cNvPr id="80" name="Rechteck: abgerundete Ecken 79">
                <a:extLst>
                  <a:ext uri="{FF2B5EF4-FFF2-40B4-BE49-F238E27FC236}">
                    <a16:creationId xmlns:a16="http://schemas.microsoft.com/office/drawing/2014/main" id="{3E7D6A03-70BD-9793-5F02-96834CD38C3F}"/>
                  </a:ext>
                </a:extLst>
              </p:cNvPr>
              <p:cNvSpPr/>
              <p:nvPr/>
            </p:nvSpPr>
            <p:spPr>
              <a:xfrm>
                <a:off x="8843291" y="2844476"/>
                <a:ext cx="2819434" cy="2775930"/>
              </a:xfrm>
              <a:prstGeom prst="roundRect">
                <a:avLst>
                  <a:gd name="adj" fmla="val 5933"/>
                </a:avLst>
              </a:prstGeom>
              <a:noFill/>
              <a:ln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180000" bIns="180000" rtlCol="0" anchor="t"/>
              <a:lstStyle/>
              <a:p>
                <a:pPr marL="0" marR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Legend:</a:t>
                </a:r>
              </a:p>
            </p:txBody>
          </p:sp>
          <p:grpSp>
            <p:nvGrpSpPr>
              <p:cNvPr id="125" name="Gruppieren 124">
                <a:extLst>
                  <a:ext uri="{FF2B5EF4-FFF2-40B4-BE49-F238E27FC236}">
                    <a16:creationId xmlns:a16="http://schemas.microsoft.com/office/drawing/2014/main" id="{C55960E1-C7B1-17D8-6D6B-6C9F4C0AA09F}"/>
                  </a:ext>
                </a:extLst>
              </p:cNvPr>
              <p:cNvGrpSpPr/>
              <p:nvPr/>
            </p:nvGrpSpPr>
            <p:grpSpPr>
              <a:xfrm>
                <a:off x="8948904" y="3904338"/>
                <a:ext cx="2688910" cy="156133"/>
                <a:chOff x="8948903" y="3942447"/>
                <a:chExt cx="2688910" cy="156133"/>
              </a:xfrm>
            </p:grpSpPr>
            <p:cxnSp>
              <p:nvCxnSpPr>
                <p:cNvPr id="82" name="Gerade Verbindung mit Pfeil 81">
                  <a:extLst>
                    <a:ext uri="{FF2B5EF4-FFF2-40B4-BE49-F238E27FC236}">
                      <a16:creationId xmlns:a16="http://schemas.microsoft.com/office/drawing/2014/main" id="{2D45CCD9-CFFD-0E3E-F5CB-1945B46C077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48903" y="4020513"/>
                  <a:ext cx="252000" cy="0"/>
                </a:xfrm>
                <a:prstGeom prst="straightConnector1">
                  <a:avLst/>
                </a:prstGeom>
                <a:ln w="57150">
                  <a:solidFill>
                    <a:schemeClr val="accent2">
                      <a:lumMod val="20000"/>
                      <a:lumOff val="80000"/>
                    </a:schemeClr>
                  </a:solidFill>
                  <a:tailEnd type="triangle"/>
                </a:ln>
                <a:effectLst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7" name="Textfeld 96">
                  <a:extLst>
                    <a:ext uri="{FF2B5EF4-FFF2-40B4-BE49-F238E27FC236}">
                      <a16:creationId xmlns:a16="http://schemas.microsoft.com/office/drawing/2014/main" id="{87F43507-8855-0ABD-F017-16172DC7030A}"/>
                    </a:ext>
                  </a:extLst>
                </p:cNvPr>
                <p:cNvSpPr txBox="1"/>
                <p:nvPr/>
              </p:nvSpPr>
              <p:spPr>
                <a:xfrm>
                  <a:off x="9225813" y="3942447"/>
                  <a:ext cx="2412000" cy="1561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indent="0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Conv + Batch norm + </a:t>
                  </a:r>
                  <a:r>
                    <a:rPr kumimoji="0" lang="en-GB" sz="10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PReLU</a:t>
                  </a:r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4" name="Gruppieren 123">
                <a:extLst>
                  <a:ext uri="{FF2B5EF4-FFF2-40B4-BE49-F238E27FC236}">
                    <a16:creationId xmlns:a16="http://schemas.microsoft.com/office/drawing/2014/main" id="{89C461D3-81C2-FDAE-4042-F519D0AF6477}"/>
                  </a:ext>
                </a:extLst>
              </p:cNvPr>
              <p:cNvGrpSpPr/>
              <p:nvPr/>
            </p:nvGrpSpPr>
            <p:grpSpPr>
              <a:xfrm>
                <a:off x="8948904" y="4152858"/>
                <a:ext cx="2688910" cy="156133"/>
                <a:chOff x="8948903" y="4190676"/>
                <a:chExt cx="2688910" cy="156133"/>
              </a:xfrm>
            </p:grpSpPr>
            <p:cxnSp>
              <p:nvCxnSpPr>
                <p:cNvPr id="91" name="Gerade Verbindung mit Pfeil 90">
                  <a:extLst>
                    <a:ext uri="{FF2B5EF4-FFF2-40B4-BE49-F238E27FC236}">
                      <a16:creationId xmlns:a16="http://schemas.microsoft.com/office/drawing/2014/main" id="{C868DE4B-6DF7-447C-0490-4981CAA09DB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48903" y="4268742"/>
                  <a:ext cx="252000" cy="0"/>
                </a:xfrm>
                <a:prstGeom prst="straightConnector1">
                  <a:avLst/>
                </a:prstGeom>
                <a:ln w="57150">
                  <a:solidFill>
                    <a:srgbClr val="5DC08A"/>
                  </a:solidFill>
                  <a:tailEnd type="triangle"/>
                </a:ln>
                <a:effectLst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8" name="Textfeld 97">
                  <a:extLst>
                    <a:ext uri="{FF2B5EF4-FFF2-40B4-BE49-F238E27FC236}">
                      <a16:creationId xmlns:a16="http://schemas.microsoft.com/office/drawing/2014/main" id="{3A9174F3-21C6-C608-48C4-A19EDD79CFC7}"/>
                    </a:ext>
                  </a:extLst>
                </p:cNvPr>
                <p:cNvSpPr txBox="1"/>
                <p:nvPr/>
              </p:nvSpPr>
              <p:spPr>
                <a:xfrm>
                  <a:off x="9225813" y="4190676"/>
                  <a:ext cx="2412000" cy="1561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indent="0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10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Strided</a:t>
                  </a:r>
                  <a:r>
                    <a:rPr kumimoji="0" lang="en-GB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 Conv + Batch norm + </a:t>
                  </a:r>
                  <a:r>
                    <a:rPr kumimoji="0" lang="en-GB" sz="10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PReLU</a:t>
                  </a:r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3" name="Gruppieren 122">
                <a:extLst>
                  <a:ext uri="{FF2B5EF4-FFF2-40B4-BE49-F238E27FC236}">
                    <a16:creationId xmlns:a16="http://schemas.microsoft.com/office/drawing/2014/main" id="{0F8AC937-415C-B5B1-57F9-4F8E5B785A27}"/>
                  </a:ext>
                </a:extLst>
              </p:cNvPr>
              <p:cNvGrpSpPr/>
              <p:nvPr/>
            </p:nvGrpSpPr>
            <p:grpSpPr>
              <a:xfrm>
                <a:off x="8948904" y="4401378"/>
                <a:ext cx="2688910" cy="156133"/>
                <a:chOff x="8948903" y="4438904"/>
                <a:chExt cx="2688910" cy="156133"/>
              </a:xfrm>
            </p:grpSpPr>
            <p:cxnSp>
              <p:nvCxnSpPr>
                <p:cNvPr id="92" name="Gerade Verbindung mit Pfeil 91">
                  <a:extLst>
                    <a:ext uri="{FF2B5EF4-FFF2-40B4-BE49-F238E27FC236}">
                      <a16:creationId xmlns:a16="http://schemas.microsoft.com/office/drawing/2014/main" id="{BFA9751A-262C-6338-9BD5-09E2E73538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48903" y="4516970"/>
                  <a:ext cx="252000" cy="0"/>
                </a:xfrm>
                <a:prstGeom prst="straightConnector1">
                  <a:avLst/>
                </a:prstGeom>
                <a:ln w="57150">
                  <a:solidFill>
                    <a:schemeClr val="accent3"/>
                  </a:solidFill>
                  <a:tailEnd type="triangle"/>
                </a:ln>
                <a:effectLst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9" name="Textfeld 98">
                  <a:extLst>
                    <a:ext uri="{FF2B5EF4-FFF2-40B4-BE49-F238E27FC236}">
                      <a16:creationId xmlns:a16="http://schemas.microsoft.com/office/drawing/2014/main" id="{B712E9CE-2842-878B-3BF6-2D53BCA31925}"/>
                    </a:ext>
                  </a:extLst>
                </p:cNvPr>
                <p:cNvSpPr txBox="1"/>
                <p:nvPr/>
              </p:nvSpPr>
              <p:spPr>
                <a:xfrm>
                  <a:off x="9225813" y="4438904"/>
                  <a:ext cx="2412000" cy="1561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indent="0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lang="en-GB" sz="1000" dirty="0">
                      <a:solidFill>
                        <a:prstClr val="black"/>
                      </a:solidFill>
                      <a:latin typeface="Arial"/>
                    </a:rPr>
                    <a:t>3x Residual block</a:t>
                  </a:r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1" name="Gruppieren 120">
                <a:extLst>
                  <a:ext uri="{FF2B5EF4-FFF2-40B4-BE49-F238E27FC236}">
                    <a16:creationId xmlns:a16="http://schemas.microsoft.com/office/drawing/2014/main" id="{B15A90A5-73D4-73A2-FF1D-2CBB62789D20}"/>
                  </a:ext>
                </a:extLst>
              </p:cNvPr>
              <p:cNvGrpSpPr/>
              <p:nvPr/>
            </p:nvGrpSpPr>
            <p:grpSpPr>
              <a:xfrm>
                <a:off x="8948904" y="4898417"/>
                <a:ext cx="2688910" cy="156133"/>
                <a:chOff x="8948903" y="4935361"/>
                <a:chExt cx="2688910" cy="156133"/>
              </a:xfrm>
            </p:grpSpPr>
            <p:cxnSp>
              <p:nvCxnSpPr>
                <p:cNvPr id="95" name="Gerade Verbindung mit Pfeil 94">
                  <a:extLst>
                    <a:ext uri="{FF2B5EF4-FFF2-40B4-BE49-F238E27FC236}">
                      <a16:creationId xmlns:a16="http://schemas.microsoft.com/office/drawing/2014/main" id="{8CE63CF2-1D23-9541-4E57-1AC8B77586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48903" y="5013427"/>
                  <a:ext cx="252000" cy="0"/>
                </a:xfrm>
                <a:prstGeom prst="straightConnector1">
                  <a:avLst/>
                </a:prstGeom>
                <a:ln w="57150">
                  <a:solidFill>
                    <a:srgbClr val="C75B4C"/>
                  </a:solidFill>
                  <a:tailEnd type="triangle"/>
                </a:ln>
                <a:effectLst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675A4B27-B6E5-27DA-111A-7EEA6996E09F}"/>
                    </a:ext>
                  </a:extLst>
                </p:cNvPr>
                <p:cNvSpPr txBox="1"/>
                <p:nvPr/>
              </p:nvSpPr>
              <p:spPr>
                <a:xfrm>
                  <a:off x="9225813" y="4935361"/>
                  <a:ext cx="2412000" cy="1561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indent="0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Transposed Conv + Batch norm + </a:t>
                  </a:r>
                  <a:r>
                    <a:rPr kumimoji="0" lang="en-GB" sz="10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PReLU</a:t>
                  </a:r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2" name="Gruppieren 121">
                <a:extLst>
                  <a:ext uri="{FF2B5EF4-FFF2-40B4-BE49-F238E27FC236}">
                    <a16:creationId xmlns:a16="http://schemas.microsoft.com/office/drawing/2014/main" id="{499E9066-B37D-9CD2-D053-97645CAF6B8C}"/>
                  </a:ext>
                </a:extLst>
              </p:cNvPr>
              <p:cNvGrpSpPr/>
              <p:nvPr/>
            </p:nvGrpSpPr>
            <p:grpSpPr>
              <a:xfrm>
                <a:off x="8948904" y="4649897"/>
                <a:ext cx="2688910" cy="156133"/>
                <a:chOff x="8948903" y="4687132"/>
                <a:chExt cx="2688910" cy="156133"/>
              </a:xfrm>
            </p:grpSpPr>
            <p:cxnSp>
              <p:nvCxnSpPr>
                <p:cNvPr id="93" name="Gerade Verbindung mit Pfeil 92">
                  <a:extLst>
                    <a:ext uri="{FF2B5EF4-FFF2-40B4-BE49-F238E27FC236}">
                      <a16:creationId xmlns:a16="http://schemas.microsoft.com/office/drawing/2014/main" id="{B194E8BB-3908-EEA9-0E25-5C4E30D758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48903" y="4765198"/>
                  <a:ext cx="252000" cy="0"/>
                </a:xfrm>
                <a:prstGeom prst="straightConnector1">
                  <a:avLst/>
                </a:prstGeom>
                <a:ln w="57150">
                  <a:solidFill>
                    <a:srgbClr val="FFC000"/>
                  </a:solidFill>
                  <a:tailEnd type="triangle"/>
                </a:ln>
                <a:effectLst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3CCA06AF-911A-5C2D-E4CB-DE3DA93C9EE1}"/>
                    </a:ext>
                  </a:extLst>
                </p:cNvPr>
                <p:cNvSpPr txBox="1"/>
                <p:nvPr/>
              </p:nvSpPr>
              <p:spPr>
                <a:xfrm>
                  <a:off x="9225813" y="4687132"/>
                  <a:ext cx="2412000" cy="1561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indent="0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lang="en-GB" sz="1000" dirty="0">
                      <a:solidFill>
                        <a:prstClr val="black"/>
                      </a:solidFill>
                      <a:latin typeface="Arial"/>
                    </a:rPr>
                    <a:t>Concatenation</a:t>
                  </a:r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09" name="Rechteck 108">
                <a:extLst>
                  <a:ext uri="{FF2B5EF4-FFF2-40B4-BE49-F238E27FC236}">
                    <a16:creationId xmlns:a16="http://schemas.microsoft.com/office/drawing/2014/main" id="{E3AD7D31-615C-6A5A-EFDE-11BDF685BE6C}"/>
                  </a:ext>
                </a:extLst>
              </p:cNvPr>
              <p:cNvSpPr/>
              <p:nvPr/>
            </p:nvSpPr>
            <p:spPr>
              <a:xfrm>
                <a:off x="9184465" y="3220363"/>
                <a:ext cx="720000" cy="3600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889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10" name="Textfeld 109">
                <a:extLst>
                  <a:ext uri="{FF2B5EF4-FFF2-40B4-BE49-F238E27FC236}">
                    <a16:creationId xmlns:a16="http://schemas.microsoft.com/office/drawing/2014/main" id="{7791D5D7-D5A5-B800-ECFD-7BE0DAE4AA52}"/>
                  </a:ext>
                </a:extLst>
              </p:cNvPr>
              <p:cNvSpPr txBox="1"/>
              <p:nvPr/>
            </p:nvSpPr>
            <p:spPr>
              <a:xfrm>
                <a:off x="9475907" y="2980284"/>
                <a:ext cx="137117" cy="15613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F</a:t>
                </a:r>
              </a:p>
            </p:txBody>
          </p:sp>
          <p:sp>
            <p:nvSpPr>
              <p:cNvPr id="111" name="Textfeld 110">
                <a:extLst>
                  <a:ext uri="{FF2B5EF4-FFF2-40B4-BE49-F238E27FC236}">
                    <a16:creationId xmlns:a16="http://schemas.microsoft.com/office/drawing/2014/main" id="{E15FBEBD-EFAF-8B10-8758-F10CD3912A0C}"/>
                  </a:ext>
                </a:extLst>
              </p:cNvPr>
              <p:cNvSpPr txBox="1"/>
              <p:nvPr/>
            </p:nvSpPr>
            <p:spPr>
              <a:xfrm>
                <a:off x="9144313" y="3656630"/>
                <a:ext cx="800304" cy="15613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R x C x S</a:t>
                </a:r>
              </a:p>
            </p:txBody>
          </p:sp>
          <p:sp>
            <p:nvSpPr>
              <p:cNvPr id="112" name="Textfeld 111">
                <a:extLst>
                  <a:ext uri="{FF2B5EF4-FFF2-40B4-BE49-F238E27FC236}">
                    <a16:creationId xmlns:a16="http://schemas.microsoft.com/office/drawing/2014/main" id="{383CB16E-33A6-CE4D-9444-DF680131EB24}"/>
                  </a:ext>
                </a:extLst>
              </p:cNvPr>
              <p:cNvSpPr txBox="1"/>
              <p:nvPr/>
            </p:nvSpPr>
            <p:spPr>
              <a:xfrm>
                <a:off x="10011642" y="3078040"/>
                <a:ext cx="1338446" cy="66396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R: rows of channels</a:t>
                </a:r>
              </a:p>
              <a:p>
                <a:pPr marL="0" marR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</a:rPr>
                  <a:t>C: columns of channels</a:t>
                </a:r>
              </a:p>
              <a:p>
                <a:pPr marL="0" marR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S</a:t>
                </a:r>
                <a:r>
                  <a:rPr lang="en-GB" sz="1000" dirty="0">
                    <a:solidFill>
                      <a:prstClr val="black"/>
                    </a:solidFill>
                    <a:latin typeface="Arial"/>
                  </a:rPr>
                  <a:t>: time in samples</a:t>
                </a:r>
              </a:p>
              <a:p>
                <a:pPr marL="0" marR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F: number of filters</a:t>
                </a:r>
              </a:p>
            </p:txBody>
          </p:sp>
          <p:grpSp>
            <p:nvGrpSpPr>
              <p:cNvPr id="120" name="Gruppieren 119">
                <a:extLst>
                  <a:ext uri="{FF2B5EF4-FFF2-40B4-BE49-F238E27FC236}">
                    <a16:creationId xmlns:a16="http://schemas.microsoft.com/office/drawing/2014/main" id="{C45AD888-2F30-C4FA-5D95-DC315E871492}"/>
                  </a:ext>
                </a:extLst>
              </p:cNvPr>
              <p:cNvGrpSpPr/>
              <p:nvPr/>
            </p:nvGrpSpPr>
            <p:grpSpPr>
              <a:xfrm>
                <a:off x="8948904" y="5146931"/>
                <a:ext cx="2688910" cy="156133"/>
                <a:chOff x="8948903" y="5185337"/>
                <a:chExt cx="2688910" cy="156133"/>
              </a:xfrm>
            </p:grpSpPr>
            <p:sp>
              <p:nvSpPr>
                <p:cNvPr id="85" name="Textfeld 84">
                  <a:extLst>
                    <a:ext uri="{FF2B5EF4-FFF2-40B4-BE49-F238E27FC236}">
                      <a16:creationId xmlns:a16="http://schemas.microsoft.com/office/drawing/2014/main" id="{2D468E0F-4566-0A14-AE22-124543E22172}"/>
                    </a:ext>
                  </a:extLst>
                </p:cNvPr>
                <p:cNvSpPr txBox="1"/>
                <p:nvPr/>
              </p:nvSpPr>
              <p:spPr>
                <a:xfrm>
                  <a:off x="9225813" y="5185337"/>
                  <a:ext cx="2412000" cy="1561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indent="0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FFT</a:t>
                  </a:r>
                </a:p>
              </p:txBody>
            </p:sp>
            <p:cxnSp>
              <p:nvCxnSpPr>
                <p:cNvPr id="84" name="Gerade Verbindung mit Pfeil 83">
                  <a:extLst>
                    <a:ext uri="{FF2B5EF4-FFF2-40B4-BE49-F238E27FC236}">
                      <a16:creationId xmlns:a16="http://schemas.microsoft.com/office/drawing/2014/main" id="{6AFE41F1-0F3E-CFBF-10C6-FA349FB1E3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48903" y="5263403"/>
                  <a:ext cx="239668" cy="0"/>
                </a:xfrm>
                <a:prstGeom prst="straightConnector1">
                  <a:avLst/>
                </a:prstGeom>
                <a:ln w="57150">
                  <a:solidFill>
                    <a:srgbClr val="7030A0"/>
                  </a:solidFill>
                  <a:tailEnd type="triangle"/>
                </a:ln>
                <a:effectLst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9" name="Gruppieren 118">
                <a:extLst>
                  <a:ext uri="{FF2B5EF4-FFF2-40B4-BE49-F238E27FC236}">
                    <a16:creationId xmlns:a16="http://schemas.microsoft.com/office/drawing/2014/main" id="{C7EF918F-5975-3863-44EA-25301540A24D}"/>
                  </a:ext>
                </a:extLst>
              </p:cNvPr>
              <p:cNvGrpSpPr/>
              <p:nvPr/>
            </p:nvGrpSpPr>
            <p:grpSpPr>
              <a:xfrm>
                <a:off x="8948903" y="5395465"/>
                <a:ext cx="2688910" cy="156133"/>
                <a:chOff x="8948903" y="5433565"/>
                <a:chExt cx="2688910" cy="156133"/>
              </a:xfrm>
            </p:grpSpPr>
            <p:sp>
              <p:nvSpPr>
                <p:cNvPr id="87" name="Textfeld 86">
                  <a:extLst>
                    <a:ext uri="{FF2B5EF4-FFF2-40B4-BE49-F238E27FC236}">
                      <a16:creationId xmlns:a16="http://schemas.microsoft.com/office/drawing/2014/main" id="{E2AF71F8-483E-E14C-B07E-F381EF4C031D}"/>
                    </a:ext>
                  </a:extLst>
                </p:cNvPr>
                <p:cNvSpPr txBox="1"/>
                <p:nvPr/>
              </p:nvSpPr>
              <p:spPr>
                <a:xfrm>
                  <a:off x="9225813" y="5433565"/>
                  <a:ext cx="2412000" cy="1561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indent="0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10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iFFT</a:t>
                  </a:r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cxnSp>
              <p:nvCxnSpPr>
                <p:cNvPr id="86" name="Gerade Verbindung mit Pfeil 85">
                  <a:extLst>
                    <a:ext uri="{FF2B5EF4-FFF2-40B4-BE49-F238E27FC236}">
                      <a16:creationId xmlns:a16="http://schemas.microsoft.com/office/drawing/2014/main" id="{BECF36C8-5A7C-ECA0-2C75-AAB56302B7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48903" y="5511631"/>
                  <a:ext cx="239668" cy="0"/>
                </a:xfrm>
                <a:prstGeom prst="straightConnector1">
                  <a:avLst/>
                </a:prstGeom>
                <a:ln w="57150">
                  <a:solidFill>
                    <a:srgbClr val="00B0F0"/>
                  </a:solidFill>
                  <a:tailEnd type="triangle"/>
                </a:ln>
                <a:effectLst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27" name="Gruppieren 126">
              <a:extLst>
                <a:ext uri="{FF2B5EF4-FFF2-40B4-BE49-F238E27FC236}">
                  <a16:creationId xmlns:a16="http://schemas.microsoft.com/office/drawing/2014/main" id="{9C3E5F17-3CB6-BA0E-FF1F-26C672FEBFA4}"/>
                </a:ext>
              </a:extLst>
            </p:cNvPr>
            <p:cNvGrpSpPr/>
            <p:nvPr/>
          </p:nvGrpSpPr>
          <p:grpSpPr>
            <a:xfrm>
              <a:off x="2133177" y="1308819"/>
              <a:ext cx="6984481" cy="4924338"/>
              <a:chOff x="2133177" y="1308819"/>
              <a:chExt cx="6984481" cy="4924338"/>
            </a:xfrm>
          </p:grpSpPr>
          <p:sp>
            <p:nvSpPr>
              <p:cNvPr id="17" name="Rechteck 16">
                <a:extLst>
                  <a:ext uri="{FF2B5EF4-FFF2-40B4-BE49-F238E27FC236}">
                    <a16:creationId xmlns:a16="http://schemas.microsoft.com/office/drawing/2014/main" id="{A5DDDFEE-338F-45D1-33BF-6C3D9993C2D7}"/>
                  </a:ext>
                </a:extLst>
              </p:cNvPr>
              <p:cNvSpPr/>
              <p:nvPr/>
            </p:nvSpPr>
            <p:spPr>
              <a:xfrm>
                <a:off x="5088704" y="5385307"/>
                <a:ext cx="85596" cy="684765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8" name="Rechteck 17">
                <a:extLst>
                  <a:ext uri="{FF2B5EF4-FFF2-40B4-BE49-F238E27FC236}">
                    <a16:creationId xmlns:a16="http://schemas.microsoft.com/office/drawing/2014/main" id="{2796AE07-8ED2-9997-B0CF-0800A3681526}"/>
                  </a:ext>
                </a:extLst>
              </p:cNvPr>
              <p:cNvSpPr/>
              <p:nvPr/>
            </p:nvSpPr>
            <p:spPr>
              <a:xfrm>
                <a:off x="5918719" y="5385307"/>
                <a:ext cx="85596" cy="684765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cxnSp>
            <p:nvCxnSpPr>
              <p:cNvPr id="56" name="Gerade Verbindung mit Pfeil 55">
                <a:extLst>
                  <a:ext uri="{FF2B5EF4-FFF2-40B4-BE49-F238E27FC236}">
                    <a16:creationId xmlns:a16="http://schemas.microsoft.com/office/drawing/2014/main" id="{4EB91807-5337-AA2B-07D7-02B207223C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06306" y="5727690"/>
                <a:ext cx="513574" cy="0"/>
              </a:xfrm>
              <a:prstGeom prst="straightConnector1">
                <a:avLst/>
              </a:prstGeom>
              <a:ln w="57150">
                <a:solidFill>
                  <a:schemeClr val="accent3"/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hteck 14">
                <a:extLst>
                  <a:ext uri="{FF2B5EF4-FFF2-40B4-BE49-F238E27FC236}">
                    <a16:creationId xmlns:a16="http://schemas.microsoft.com/office/drawing/2014/main" id="{1A8B245E-6DFE-13A6-E88B-35E8355CD188}"/>
                  </a:ext>
                </a:extLst>
              </p:cNvPr>
              <p:cNvSpPr/>
              <p:nvPr/>
            </p:nvSpPr>
            <p:spPr>
              <a:xfrm>
                <a:off x="4567956" y="4054700"/>
                <a:ext cx="171191" cy="684765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6" name="Rechteck 15">
                <a:extLst>
                  <a:ext uri="{FF2B5EF4-FFF2-40B4-BE49-F238E27FC236}">
                    <a16:creationId xmlns:a16="http://schemas.microsoft.com/office/drawing/2014/main" id="{AD444749-88DD-A3EB-0A5C-D30B56CF8E91}"/>
                  </a:ext>
                </a:extLst>
              </p:cNvPr>
              <p:cNvSpPr/>
              <p:nvPr/>
            </p:nvSpPr>
            <p:spPr>
              <a:xfrm>
                <a:off x="5073198" y="4054700"/>
                <a:ext cx="171191" cy="684765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cxnSp>
            <p:nvCxnSpPr>
              <p:cNvPr id="45" name="Gerade Verbindung mit Pfeil 44">
                <a:extLst>
                  <a:ext uri="{FF2B5EF4-FFF2-40B4-BE49-F238E27FC236}">
                    <a16:creationId xmlns:a16="http://schemas.microsoft.com/office/drawing/2014/main" id="{EFDF74B7-353B-CFA0-F24D-AED8E5330D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09380" y="4397083"/>
                <a:ext cx="239668" cy="0"/>
              </a:xfrm>
              <a:prstGeom prst="straightConnector1">
                <a:avLst/>
              </a:prstGeom>
              <a:ln w="57150">
                <a:solidFill>
                  <a:schemeClr val="accent3"/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 Verbindung mit Pfeil 57">
                <a:extLst>
                  <a:ext uri="{FF2B5EF4-FFF2-40B4-BE49-F238E27FC236}">
                    <a16:creationId xmlns:a16="http://schemas.microsoft.com/office/drawing/2014/main" id="{B75432AB-5611-0000-A324-38DF6CD609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8305" y="4397083"/>
                <a:ext cx="396000" cy="0"/>
              </a:xfrm>
              <a:prstGeom prst="straightConnector1">
                <a:avLst/>
              </a:prstGeom>
              <a:ln w="57150">
                <a:solidFill>
                  <a:srgbClr val="FDB735"/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14" name="Gruppieren 113">
                <a:extLst>
                  <a:ext uri="{FF2B5EF4-FFF2-40B4-BE49-F238E27FC236}">
                    <a16:creationId xmlns:a16="http://schemas.microsoft.com/office/drawing/2014/main" id="{AC7D9B83-8065-ECAC-FD50-5BE207589DD7}"/>
                  </a:ext>
                </a:extLst>
              </p:cNvPr>
              <p:cNvGrpSpPr/>
              <p:nvPr/>
            </p:nvGrpSpPr>
            <p:grpSpPr>
              <a:xfrm>
                <a:off x="5762046" y="4050694"/>
                <a:ext cx="338860" cy="692779"/>
                <a:chOff x="6036090" y="4592945"/>
                <a:chExt cx="356296" cy="728426"/>
              </a:xfrm>
            </p:grpSpPr>
            <p:sp>
              <p:nvSpPr>
                <p:cNvPr id="19" name="Rechteck 18">
                  <a:extLst>
                    <a:ext uri="{FF2B5EF4-FFF2-40B4-BE49-F238E27FC236}">
                      <a16:creationId xmlns:a16="http://schemas.microsoft.com/office/drawing/2014/main" id="{030D0E1C-7A5E-D8DE-7BC3-B3D1FE90D222}"/>
                    </a:ext>
                  </a:extLst>
                </p:cNvPr>
                <p:cNvSpPr/>
                <p:nvPr/>
              </p:nvSpPr>
              <p:spPr>
                <a:xfrm>
                  <a:off x="6036090" y="4592945"/>
                  <a:ext cx="180000" cy="720000"/>
                </a:xfrm>
                <a:prstGeom prst="rect">
                  <a:avLst/>
                </a:prstGeom>
                <a:solidFill>
                  <a:schemeClr val="accent6"/>
                </a:solidFill>
                <a:ln>
                  <a:solidFill>
                    <a:schemeClr val="accent6">
                      <a:alpha val="89000"/>
                    </a:schemeClr>
                  </a:solidFill>
                </a:ln>
                <a:effectLst/>
                <a:scene3d>
                  <a:camera prst="isometricOffAxis2Right">
                    <a:rot lat="600000" lon="16800000" rev="0"/>
                  </a:camera>
                  <a:lightRig rig="contrasting" dir="t"/>
                </a:scene3d>
                <a:sp3d extrusionH="177800" contourW="12700">
                  <a:extrusionClr>
                    <a:schemeClr val="accent6"/>
                  </a:extrusionClr>
                  <a:contourClr>
                    <a:schemeClr val="accent6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20" name="Rechteck 19">
                  <a:extLst>
                    <a:ext uri="{FF2B5EF4-FFF2-40B4-BE49-F238E27FC236}">
                      <a16:creationId xmlns:a16="http://schemas.microsoft.com/office/drawing/2014/main" id="{823221E3-A2A3-58FE-3AC5-0CC7A73FB9C6}"/>
                    </a:ext>
                  </a:extLst>
                </p:cNvPr>
                <p:cNvSpPr/>
                <p:nvPr/>
              </p:nvSpPr>
              <p:spPr>
                <a:xfrm>
                  <a:off x="6212386" y="4601371"/>
                  <a:ext cx="180000" cy="720000"/>
                </a:xfrm>
                <a:prstGeom prst="rect">
                  <a:avLst/>
                </a:prstGeom>
                <a:solidFill>
                  <a:schemeClr val="accent6"/>
                </a:solidFill>
                <a:ln>
                  <a:solidFill>
                    <a:schemeClr val="accent6">
                      <a:alpha val="89000"/>
                    </a:schemeClr>
                  </a:solidFill>
                </a:ln>
                <a:effectLst/>
                <a:scene3d>
                  <a:camera prst="isometricOffAxis2Right">
                    <a:rot lat="600000" lon="16800000" rev="0"/>
                  </a:camera>
                  <a:lightRig rig="contrasting" dir="t"/>
                </a:scene3d>
                <a:sp3d extrusionH="177800" contourW="12700">
                  <a:extrusionClr>
                    <a:schemeClr val="accent6"/>
                  </a:extrusionClr>
                  <a:contourClr>
                    <a:schemeClr val="accent6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225818A1-E92E-C8E1-A7B0-93507AD0F96D}"/>
                  </a:ext>
                </a:extLst>
              </p:cNvPr>
              <p:cNvSpPr/>
              <p:nvPr/>
            </p:nvSpPr>
            <p:spPr>
              <a:xfrm>
                <a:off x="6419900" y="4054700"/>
                <a:ext cx="171191" cy="684765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cxnSp>
            <p:nvCxnSpPr>
              <p:cNvPr id="62" name="Gerade Verbindung mit Pfeil 61">
                <a:extLst>
                  <a:ext uri="{FF2B5EF4-FFF2-40B4-BE49-F238E27FC236}">
                    <a16:creationId xmlns:a16="http://schemas.microsoft.com/office/drawing/2014/main" id="{32228ABE-B89E-D6EA-5812-17E3007FD3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51362" y="4397083"/>
                <a:ext cx="239668" cy="0"/>
              </a:xfrm>
              <a:prstGeom prst="straightConnector1">
                <a:avLst/>
              </a:prstGeom>
              <a:ln w="57150">
                <a:solidFill>
                  <a:schemeClr val="accent2">
                    <a:lumMod val="20000"/>
                    <a:lumOff val="80000"/>
                  </a:schemeClr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Gerade Verbindung mit Pfeil 50">
                <a:extLst>
                  <a:ext uri="{FF2B5EF4-FFF2-40B4-BE49-F238E27FC236}">
                    <a16:creationId xmlns:a16="http://schemas.microsoft.com/office/drawing/2014/main" id="{48FF9760-CEDB-BD87-D009-E335C58595C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4959959" y="5035302"/>
                <a:ext cx="273906" cy="0"/>
              </a:xfrm>
              <a:prstGeom prst="straightConnector1">
                <a:avLst/>
              </a:prstGeom>
              <a:ln w="57150">
                <a:solidFill>
                  <a:srgbClr val="5DC08A"/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Gerade Verbindung mit Pfeil 62">
                <a:extLst>
                  <a:ext uri="{FF2B5EF4-FFF2-40B4-BE49-F238E27FC236}">
                    <a16:creationId xmlns:a16="http://schemas.microsoft.com/office/drawing/2014/main" id="{C4971E34-203B-4F0F-005B-E044929B440E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772960" y="5035303"/>
                <a:ext cx="273906" cy="0"/>
              </a:xfrm>
              <a:prstGeom prst="straightConnector1">
                <a:avLst/>
              </a:prstGeom>
              <a:ln w="57150">
                <a:solidFill>
                  <a:srgbClr val="C75B4C"/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Gerade Verbindung mit Pfeil 49">
                <a:extLst>
                  <a:ext uri="{FF2B5EF4-FFF2-40B4-BE49-F238E27FC236}">
                    <a16:creationId xmlns:a16="http://schemas.microsoft.com/office/drawing/2014/main" id="{D2DB01BF-F6BA-3DD7-D640-B67F90B3508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4454899" y="3717814"/>
                <a:ext cx="273906" cy="0"/>
              </a:xfrm>
              <a:prstGeom prst="straightConnector1">
                <a:avLst/>
              </a:prstGeom>
              <a:ln w="57150">
                <a:solidFill>
                  <a:srgbClr val="5DC08A"/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Gerade Verbindung mit Pfeil 67">
                <a:extLst>
                  <a:ext uri="{FF2B5EF4-FFF2-40B4-BE49-F238E27FC236}">
                    <a16:creationId xmlns:a16="http://schemas.microsoft.com/office/drawing/2014/main" id="{BB7D8DAE-7EC6-1E7C-5981-45B6817ED2E1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6272510" y="3717815"/>
                <a:ext cx="273906" cy="0"/>
              </a:xfrm>
              <a:prstGeom prst="straightConnector1">
                <a:avLst/>
              </a:prstGeom>
              <a:ln w="57150">
                <a:solidFill>
                  <a:srgbClr val="C75B4C"/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Rechteck 11">
                <a:extLst>
                  <a:ext uri="{FF2B5EF4-FFF2-40B4-BE49-F238E27FC236}">
                    <a16:creationId xmlns:a16="http://schemas.microsoft.com/office/drawing/2014/main" id="{54B1DBB9-C6C1-7C29-76FC-A919CEA42B63}"/>
                  </a:ext>
                </a:extLst>
              </p:cNvPr>
              <p:cNvSpPr/>
              <p:nvPr/>
            </p:nvSpPr>
            <p:spPr>
              <a:xfrm>
                <a:off x="3448336" y="2795030"/>
                <a:ext cx="342383" cy="684765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3" name="Rechteck 12">
                <a:extLst>
                  <a:ext uri="{FF2B5EF4-FFF2-40B4-BE49-F238E27FC236}">
                    <a16:creationId xmlns:a16="http://schemas.microsoft.com/office/drawing/2014/main" id="{A3FEBB81-15A3-D475-696E-BB0F4F09494D}"/>
                  </a:ext>
                </a:extLst>
              </p:cNvPr>
              <p:cNvSpPr/>
              <p:nvPr/>
            </p:nvSpPr>
            <p:spPr>
              <a:xfrm>
                <a:off x="3972018" y="2795030"/>
                <a:ext cx="342383" cy="684765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cxnSp>
            <p:nvCxnSpPr>
              <p:cNvPr id="35" name="Gerade Verbindung mit Pfeil 34">
                <a:extLst>
                  <a:ext uri="{FF2B5EF4-FFF2-40B4-BE49-F238E27FC236}">
                    <a16:creationId xmlns:a16="http://schemas.microsoft.com/office/drawing/2014/main" id="{0BED228C-C35A-605A-D553-7FDEE0F1F3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78878" y="3137413"/>
                <a:ext cx="239668" cy="0"/>
              </a:xfrm>
              <a:prstGeom prst="straightConnector1">
                <a:avLst/>
              </a:prstGeom>
              <a:ln w="57150">
                <a:solidFill>
                  <a:schemeClr val="accent3"/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Gerade Verbindung mit Pfeil 59">
                <a:extLst>
                  <a:ext uri="{FF2B5EF4-FFF2-40B4-BE49-F238E27FC236}">
                    <a16:creationId xmlns:a16="http://schemas.microsoft.com/office/drawing/2014/main" id="{7C06053A-3FC3-4BED-CA35-261C13D50B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12925" y="3137413"/>
                <a:ext cx="239668" cy="0"/>
              </a:xfrm>
              <a:prstGeom prst="straightConnector1">
                <a:avLst/>
              </a:prstGeom>
              <a:ln w="57150">
                <a:solidFill>
                  <a:srgbClr val="7030A0"/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15" name="Gruppieren 114">
                <a:extLst>
                  <a:ext uri="{FF2B5EF4-FFF2-40B4-BE49-F238E27FC236}">
                    <a16:creationId xmlns:a16="http://schemas.microsoft.com/office/drawing/2014/main" id="{5329E8C7-E790-1199-721A-165A236D8111}"/>
                  </a:ext>
                </a:extLst>
              </p:cNvPr>
              <p:cNvGrpSpPr/>
              <p:nvPr/>
            </p:nvGrpSpPr>
            <p:grpSpPr>
              <a:xfrm>
                <a:off x="6162164" y="2792087"/>
                <a:ext cx="507094" cy="697900"/>
                <a:chOff x="6625760" y="3130979"/>
                <a:chExt cx="533187" cy="733811"/>
              </a:xfrm>
            </p:grpSpPr>
            <p:sp>
              <p:nvSpPr>
                <p:cNvPr id="22" name="Rechteck 21">
                  <a:extLst>
                    <a:ext uri="{FF2B5EF4-FFF2-40B4-BE49-F238E27FC236}">
                      <a16:creationId xmlns:a16="http://schemas.microsoft.com/office/drawing/2014/main" id="{CF0DAEC7-EB0F-6608-61F6-B1A12A7C4B65}"/>
                    </a:ext>
                  </a:extLst>
                </p:cNvPr>
                <p:cNvSpPr/>
                <p:nvPr/>
              </p:nvSpPr>
              <p:spPr>
                <a:xfrm>
                  <a:off x="6625760" y="3130979"/>
                  <a:ext cx="360000" cy="720000"/>
                </a:xfrm>
                <a:prstGeom prst="rect">
                  <a:avLst/>
                </a:prstGeom>
                <a:solidFill>
                  <a:schemeClr val="accent6"/>
                </a:solidFill>
                <a:ln>
                  <a:solidFill>
                    <a:schemeClr val="accent6">
                      <a:alpha val="89000"/>
                    </a:schemeClr>
                  </a:solidFill>
                </a:ln>
                <a:effectLst/>
                <a:scene3d>
                  <a:camera prst="isometricOffAxis2Right">
                    <a:rot lat="600000" lon="16800000" rev="0"/>
                  </a:camera>
                  <a:lightRig rig="contrasting" dir="t"/>
                </a:scene3d>
                <a:sp3d extrusionH="177800" contourW="12700">
                  <a:extrusionClr>
                    <a:schemeClr val="accent6"/>
                  </a:extrusionClr>
                  <a:contourClr>
                    <a:schemeClr val="accent6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23" name="Rechteck 22">
                  <a:extLst>
                    <a:ext uri="{FF2B5EF4-FFF2-40B4-BE49-F238E27FC236}">
                      <a16:creationId xmlns:a16="http://schemas.microsoft.com/office/drawing/2014/main" id="{F22A75E2-4DAB-8EBF-C6DB-E19F5DD4F6AA}"/>
                    </a:ext>
                  </a:extLst>
                </p:cNvPr>
                <p:cNvSpPr/>
                <p:nvPr/>
              </p:nvSpPr>
              <p:spPr>
                <a:xfrm>
                  <a:off x="6798947" y="3144790"/>
                  <a:ext cx="360000" cy="720000"/>
                </a:xfrm>
                <a:prstGeom prst="rect">
                  <a:avLst/>
                </a:prstGeom>
                <a:solidFill>
                  <a:schemeClr val="accent6"/>
                </a:solidFill>
                <a:ln>
                  <a:solidFill>
                    <a:schemeClr val="accent6">
                      <a:alpha val="89000"/>
                    </a:schemeClr>
                  </a:solidFill>
                </a:ln>
                <a:effectLst/>
                <a:scene3d>
                  <a:camera prst="isometricOffAxis2Right">
                    <a:rot lat="600000" lon="16800000" rev="0"/>
                  </a:camera>
                  <a:lightRig rig="contrasting" dir="t"/>
                </a:scene3d>
                <a:sp3d extrusionH="177800" contourW="12700">
                  <a:extrusionClr>
                    <a:schemeClr val="accent6"/>
                  </a:extrusionClr>
                  <a:contourClr>
                    <a:schemeClr val="accent6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sp>
            <p:nvSpPr>
              <p:cNvPr id="24" name="Rechteck 23">
                <a:extLst>
                  <a:ext uri="{FF2B5EF4-FFF2-40B4-BE49-F238E27FC236}">
                    <a16:creationId xmlns:a16="http://schemas.microsoft.com/office/drawing/2014/main" id="{23412105-F4C8-9F3B-BD6F-6D750435C021}"/>
                  </a:ext>
                </a:extLst>
              </p:cNvPr>
              <p:cNvSpPr/>
              <p:nvPr/>
            </p:nvSpPr>
            <p:spPr>
              <a:xfrm>
                <a:off x="6871481" y="2795030"/>
                <a:ext cx="342383" cy="684765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cxnSp>
            <p:nvCxnSpPr>
              <p:cNvPr id="70" name="Gerade Verbindung mit Pfeil 69">
                <a:extLst>
                  <a:ext uri="{FF2B5EF4-FFF2-40B4-BE49-F238E27FC236}">
                    <a16:creationId xmlns:a16="http://schemas.microsoft.com/office/drawing/2014/main" id="{243BBF99-BC02-CE80-0ECA-7AD6BAEDA2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73111" y="3137413"/>
                <a:ext cx="239668" cy="0"/>
              </a:xfrm>
              <a:prstGeom prst="straightConnector1">
                <a:avLst/>
              </a:prstGeom>
              <a:ln w="57150">
                <a:solidFill>
                  <a:schemeClr val="accent2">
                    <a:lumMod val="20000"/>
                    <a:lumOff val="80000"/>
                  </a:schemeClr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 Verbindung mit Pfeil 48">
                <a:extLst>
                  <a:ext uri="{FF2B5EF4-FFF2-40B4-BE49-F238E27FC236}">
                    <a16:creationId xmlns:a16="http://schemas.microsoft.com/office/drawing/2014/main" id="{B568EAEE-F117-1619-83ED-F52CD7573E1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389359" y="2448178"/>
                <a:ext cx="273906" cy="0"/>
              </a:xfrm>
              <a:prstGeom prst="straightConnector1">
                <a:avLst/>
              </a:prstGeom>
              <a:ln w="57150">
                <a:solidFill>
                  <a:srgbClr val="5DC08A"/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Gerade Verbindung mit Pfeil 70">
                <a:extLst>
                  <a:ext uri="{FF2B5EF4-FFF2-40B4-BE49-F238E27FC236}">
                    <a16:creationId xmlns:a16="http://schemas.microsoft.com/office/drawing/2014/main" id="{8CE99197-772B-E15E-36DE-EEA477E1F190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7373568" y="2448179"/>
                <a:ext cx="273906" cy="0"/>
              </a:xfrm>
              <a:prstGeom prst="straightConnector1">
                <a:avLst/>
              </a:prstGeom>
              <a:ln w="57150">
                <a:solidFill>
                  <a:srgbClr val="C75B4C"/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hteck 8">
                <a:extLst>
                  <a:ext uri="{FF2B5EF4-FFF2-40B4-BE49-F238E27FC236}">
                    <a16:creationId xmlns:a16="http://schemas.microsoft.com/office/drawing/2014/main" id="{FDD90BEB-B905-FB93-2AB1-8C3D102AD03B}"/>
                  </a:ext>
                </a:extLst>
              </p:cNvPr>
              <p:cNvSpPr/>
              <p:nvPr/>
            </p:nvSpPr>
            <p:spPr>
              <a:xfrm>
                <a:off x="2171364" y="1527755"/>
                <a:ext cx="684765" cy="684765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5DC00873-2D97-3F87-686C-A25CF1F01FB2}"/>
                  </a:ext>
                </a:extLst>
              </p:cNvPr>
              <p:cNvSpPr/>
              <p:nvPr/>
            </p:nvSpPr>
            <p:spPr>
              <a:xfrm>
                <a:off x="2735183" y="1527755"/>
                <a:ext cx="684765" cy="684765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7CF97457-70FF-D05A-90D6-A22A23AE3CF8}"/>
                  </a:ext>
                </a:extLst>
              </p:cNvPr>
              <p:cNvSpPr/>
              <p:nvPr/>
            </p:nvSpPr>
            <p:spPr>
              <a:xfrm>
                <a:off x="3296520" y="1527755"/>
                <a:ext cx="684765" cy="684765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cxnSp>
            <p:nvCxnSpPr>
              <p:cNvPr id="33" name="Gerade Verbindung mit Pfeil 32">
                <a:extLst>
                  <a:ext uri="{FF2B5EF4-FFF2-40B4-BE49-F238E27FC236}">
                    <a16:creationId xmlns:a16="http://schemas.microsoft.com/office/drawing/2014/main" id="{CBADC613-9A5E-3E36-201C-7BDF95C8A4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9496" y="1870137"/>
                <a:ext cx="239668" cy="0"/>
              </a:xfrm>
              <a:prstGeom prst="straightConnector1">
                <a:avLst/>
              </a:prstGeom>
              <a:ln w="57150">
                <a:solidFill>
                  <a:schemeClr val="accent2">
                    <a:lumMod val="20000"/>
                    <a:lumOff val="80000"/>
                  </a:schemeClr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 Verbindung mit Pfeil 43">
                <a:extLst>
                  <a:ext uri="{FF2B5EF4-FFF2-40B4-BE49-F238E27FC236}">
                    <a16:creationId xmlns:a16="http://schemas.microsoft.com/office/drawing/2014/main" id="{DAAC43EE-6322-A8C4-591C-F82645D928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48924" y="1870137"/>
                <a:ext cx="239668" cy="0"/>
              </a:xfrm>
              <a:prstGeom prst="straightConnector1">
                <a:avLst/>
              </a:prstGeom>
              <a:ln w="57150">
                <a:solidFill>
                  <a:schemeClr val="accent3"/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16" name="Gruppieren 115">
                <a:extLst>
                  <a:ext uri="{FF2B5EF4-FFF2-40B4-BE49-F238E27FC236}">
                    <a16:creationId xmlns:a16="http://schemas.microsoft.com/office/drawing/2014/main" id="{EFC3C959-4F4A-8DC0-34D7-AB891690C7EC}"/>
                  </a:ext>
                </a:extLst>
              </p:cNvPr>
              <p:cNvGrpSpPr/>
              <p:nvPr/>
            </p:nvGrpSpPr>
            <p:grpSpPr>
              <a:xfrm>
                <a:off x="7099214" y="1524811"/>
                <a:ext cx="854431" cy="690653"/>
                <a:chOff x="7187950" y="1658853"/>
                <a:chExt cx="898396" cy="726191"/>
              </a:xfrm>
            </p:grpSpPr>
            <p:sp>
              <p:nvSpPr>
                <p:cNvPr id="25" name="Rechteck 24">
                  <a:extLst>
                    <a:ext uri="{FF2B5EF4-FFF2-40B4-BE49-F238E27FC236}">
                      <a16:creationId xmlns:a16="http://schemas.microsoft.com/office/drawing/2014/main" id="{4F0DE78D-713F-C631-E57E-D755DDF45A25}"/>
                    </a:ext>
                  </a:extLst>
                </p:cNvPr>
                <p:cNvSpPr/>
                <p:nvPr/>
              </p:nvSpPr>
              <p:spPr>
                <a:xfrm>
                  <a:off x="7187950" y="1658853"/>
                  <a:ext cx="720000" cy="720000"/>
                </a:xfrm>
                <a:prstGeom prst="rect">
                  <a:avLst/>
                </a:prstGeom>
                <a:solidFill>
                  <a:schemeClr val="accent6"/>
                </a:solidFill>
                <a:ln>
                  <a:solidFill>
                    <a:schemeClr val="accent6">
                      <a:alpha val="89000"/>
                    </a:schemeClr>
                  </a:solidFill>
                </a:ln>
                <a:effectLst/>
                <a:scene3d>
                  <a:camera prst="isometricOffAxis2Right">
                    <a:rot lat="600000" lon="16800000" rev="0"/>
                  </a:camera>
                  <a:lightRig rig="contrasting" dir="t"/>
                </a:scene3d>
                <a:sp3d extrusionH="177800" contourW="12700">
                  <a:extrusionClr>
                    <a:schemeClr val="accent6"/>
                  </a:extrusionClr>
                  <a:contourClr>
                    <a:schemeClr val="accent6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26" name="Rechteck 25">
                  <a:extLst>
                    <a:ext uri="{FF2B5EF4-FFF2-40B4-BE49-F238E27FC236}">
                      <a16:creationId xmlns:a16="http://schemas.microsoft.com/office/drawing/2014/main" id="{CC2B545C-CB13-DC3A-A722-BD9F438BCAF7}"/>
                    </a:ext>
                  </a:extLst>
                </p:cNvPr>
                <p:cNvSpPr/>
                <p:nvPr/>
              </p:nvSpPr>
              <p:spPr>
                <a:xfrm>
                  <a:off x="7366346" y="1665044"/>
                  <a:ext cx="720000" cy="720000"/>
                </a:xfrm>
                <a:prstGeom prst="rect">
                  <a:avLst/>
                </a:prstGeom>
                <a:solidFill>
                  <a:schemeClr val="accent6"/>
                </a:solidFill>
                <a:ln>
                  <a:solidFill>
                    <a:schemeClr val="accent6">
                      <a:alpha val="89000"/>
                    </a:schemeClr>
                  </a:solidFill>
                </a:ln>
                <a:effectLst/>
                <a:scene3d>
                  <a:camera prst="isometricOffAxis2Right">
                    <a:rot lat="600000" lon="16800000" rev="0"/>
                  </a:camera>
                  <a:lightRig rig="contrasting" dir="t"/>
                </a:scene3d>
                <a:sp3d extrusionH="177800" contourW="12700">
                  <a:extrusionClr>
                    <a:schemeClr val="accent6"/>
                  </a:extrusionClr>
                  <a:contourClr>
                    <a:schemeClr val="accent6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sp>
            <p:nvSpPr>
              <p:cNvPr id="27" name="Rechteck 26">
                <a:extLst>
                  <a:ext uri="{FF2B5EF4-FFF2-40B4-BE49-F238E27FC236}">
                    <a16:creationId xmlns:a16="http://schemas.microsoft.com/office/drawing/2014/main" id="{3B72BF58-AE03-AF36-5800-25FD05D4F2C8}"/>
                  </a:ext>
                </a:extLst>
              </p:cNvPr>
              <p:cNvSpPr/>
              <p:nvPr/>
            </p:nvSpPr>
            <p:spPr>
              <a:xfrm>
                <a:off x="7830727" y="1527755"/>
                <a:ext cx="684765" cy="684765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34" name="Rechteck 33">
                <a:extLst>
                  <a:ext uri="{FF2B5EF4-FFF2-40B4-BE49-F238E27FC236}">
                    <a16:creationId xmlns:a16="http://schemas.microsoft.com/office/drawing/2014/main" id="{396C01A7-6B71-12C5-7AF9-F51C0B4E219B}"/>
                  </a:ext>
                </a:extLst>
              </p:cNvPr>
              <p:cNvSpPr/>
              <p:nvPr/>
            </p:nvSpPr>
            <p:spPr>
              <a:xfrm>
                <a:off x="8394706" y="1527755"/>
                <a:ext cx="684765" cy="684765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cxnSp>
            <p:nvCxnSpPr>
              <p:cNvPr id="72" name="Gerade Verbindung mit Pfeil 71">
                <a:extLst>
                  <a:ext uri="{FF2B5EF4-FFF2-40B4-BE49-F238E27FC236}">
                    <a16:creationId xmlns:a16="http://schemas.microsoft.com/office/drawing/2014/main" id="{608F7309-F81E-5F0F-9A7E-4BC48C4359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93156" y="1870137"/>
                <a:ext cx="239668" cy="0"/>
              </a:xfrm>
              <a:prstGeom prst="straightConnector1">
                <a:avLst/>
              </a:prstGeom>
              <a:ln w="57150">
                <a:solidFill>
                  <a:schemeClr val="accent2">
                    <a:lumMod val="20000"/>
                    <a:lumOff val="80000"/>
                  </a:schemeClr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Gerade Verbindung mit Pfeil 72">
                <a:extLst>
                  <a:ext uri="{FF2B5EF4-FFF2-40B4-BE49-F238E27FC236}">
                    <a16:creationId xmlns:a16="http://schemas.microsoft.com/office/drawing/2014/main" id="{7B7D4A0A-D4AF-FC0D-DBC4-CEC2BBB2E5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1999" y="1870137"/>
                <a:ext cx="239668" cy="0"/>
              </a:xfrm>
              <a:prstGeom prst="straightConnector1">
                <a:avLst/>
              </a:prstGeom>
              <a:ln w="57150">
                <a:solidFill>
                  <a:schemeClr val="accent2">
                    <a:lumMod val="20000"/>
                    <a:lumOff val="80000"/>
                  </a:schemeClr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Gerade Verbindung mit Pfeil 78">
                <a:extLst>
                  <a:ext uri="{FF2B5EF4-FFF2-40B4-BE49-F238E27FC236}">
                    <a16:creationId xmlns:a16="http://schemas.microsoft.com/office/drawing/2014/main" id="{FF66AB1E-306C-A0B1-E5C1-43E0C6B2AE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66646" y="1870137"/>
                <a:ext cx="3389587" cy="0"/>
              </a:xfrm>
              <a:prstGeom prst="straightConnector1">
                <a:avLst/>
              </a:prstGeom>
              <a:ln w="57150">
                <a:solidFill>
                  <a:srgbClr val="FDB735"/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F999C215-D02A-7AD0-62A6-AF7BC2A05A51}"/>
                  </a:ext>
                </a:extLst>
              </p:cNvPr>
              <p:cNvSpPr txBox="1"/>
              <p:nvPr/>
            </p:nvSpPr>
            <p:spPr>
              <a:xfrm>
                <a:off x="2459692" y="1308819"/>
                <a:ext cx="130407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1</a:t>
                </a:r>
              </a:p>
            </p:txBody>
          </p:sp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545B188D-FEA1-D293-DA92-02BD560A9174}"/>
                  </a:ext>
                </a:extLst>
              </p:cNvPr>
              <p:cNvSpPr txBox="1"/>
              <p:nvPr/>
            </p:nvSpPr>
            <p:spPr>
              <a:xfrm>
                <a:off x="2961916" y="1308819"/>
                <a:ext cx="23129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64</a:t>
                </a:r>
              </a:p>
            </p:txBody>
          </p:sp>
          <p:sp>
            <p:nvSpPr>
              <p:cNvPr id="36" name="Textfeld 35">
                <a:extLst>
                  <a:ext uri="{FF2B5EF4-FFF2-40B4-BE49-F238E27FC236}">
                    <a16:creationId xmlns:a16="http://schemas.microsoft.com/office/drawing/2014/main" id="{47784DD6-C803-25A3-5D2C-1DD3E2E39392}"/>
                  </a:ext>
                </a:extLst>
              </p:cNvPr>
              <p:cNvSpPr txBox="1"/>
              <p:nvPr/>
            </p:nvSpPr>
            <p:spPr>
              <a:xfrm>
                <a:off x="3480468" y="1308819"/>
                <a:ext cx="23129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64</a:t>
                </a:r>
              </a:p>
            </p:txBody>
          </p:sp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536B6DBD-26AC-EA03-45D1-C128875B437A}"/>
                  </a:ext>
                </a:extLst>
              </p:cNvPr>
              <p:cNvSpPr txBox="1"/>
              <p:nvPr/>
            </p:nvSpPr>
            <p:spPr>
              <a:xfrm>
                <a:off x="3488025" y="2609202"/>
                <a:ext cx="23129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128</a:t>
                </a:r>
              </a:p>
            </p:txBody>
          </p:sp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A52F1753-DB81-4F36-1F09-7B3E3041B4C3}"/>
                  </a:ext>
                </a:extLst>
              </p:cNvPr>
              <p:cNvSpPr txBox="1"/>
              <p:nvPr/>
            </p:nvSpPr>
            <p:spPr>
              <a:xfrm>
                <a:off x="4012593" y="2609202"/>
                <a:ext cx="23129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128</a:t>
                </a:r>
              </a:p>
            </p:txBody>
          </p:sp>
          <p:sp>
            <p:nvSpPr>
              <p:cNvPr id="42" name="Textfeld 41">
                <a:extLst>
                  <a:ext uri="{FF2B5EF4-FFF2-40B4-BE49-F238E27FC236}">
                    <a16:creationId xmlns:a16="http://schemas.microsoft.com/office/drawing/2014/main" id="{C6041618-84F9-D838-A78C-152D871EC19F}"/>
                  </a:ext>
                </a:extLst>
              </p:cNvPr>
              <p:cNvSpPr txBox="1"/>
              <p:nvPr/>
            </p:nvSpPr>
            <p:spPr>
              <a:xfrm>
                <a:off x="4518037" y="3869577"/>
                <a:ext cx="23129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256</a:t>
                </a:r>
              </a:p>
            </p:txBody>
          </p:sp>
          <p:sp>
            <p:nvSpPr>
              <p:cNvPr id="43" name="Textfeld 42">
                <a:extLst>
                  <a:ext uri="{FF2B5EF4-FFF2-40B4-BE49-F238E27FC236}">
                    <a16:creationId xmlns:a16="http://schemas.microsoft.com/office/drawing/2014/main" id="{04488364-9FB3-35D3-4DD4-193475A8402E}"/>
                  </a:ext>
                </a:extLst>
              </p:cNvPr>
              <p:cNvSpPr txBox="1"/>
              <p:nvPr/>
            </p:nvSpPr>
            <p:spPr>
              <a:xfrm>
                <a:off x="4997650" y="3869577"/>
                <a:ext cx="23129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256</a:t>
                </a:r>
              </a:p>
            </p:txBody>
          </p:sp>
          <p:sp>
            <p:nvSpPr>
              <p:cNvPr id="46" name="Textfeld 45">
                <a:extLst>
                  <a:ext uri="{FF2B5EF4-FFF2-40B4-BE49-F238E27FC236}">
                    <a16:creationId xmlns:a16="http://schemas.microsoft.com/office/drawing/2014/main" id="{FE41D679-37C0-14E8-A856-3F170DAB7194}"/>
                  </a:ext>
                </a:extLst>
              </p:cNvPr>
              <p:cNvSpPr txBox="1"/>
              <p:nvPr/>
            </p:nvSpPr>
            <p:spPr>
              <a:xfrm>
                <a:off x="4960470" y="5211503"/>
                <a:ext cx="23129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512</a:t>
                </a:r>
              </a:p>
            </p:txBody>
          </p:sp>
          <p:sp>
            <p:nvSpPr>
              <p:cNvPr id="47" name="Textfeld 46">
                <a:extLst>
                  <a:ext uri="{FF2B5EF4-FFF2-40B4-BE49-F238E27FC236}">
                    <a16:creationId xmlns:a16="http://schemas.microsoft.com/office/drawing/2014/main" id="{61311806-D6A1-3245-7C5A-8A5B31A2F621}"/>
                  </a:ext>
                </a:extLst>
              </p:cNvPr>
              <p:cNvSpPr txBox="1"/>
              <p:nvPr/>
            </p:nvSpPr>
            <p:spPr>
              <a:xfrm>
                <a:off x="5802559" y="5211503"/>
                <a:ext cx="23129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512</a:t>
                </a:r>
              </a:p>
            </p:txBody>
          </p:sp>
          <p:sp>
            <p:nvSpPr>
              <p:cNvPr id="48" name="Textfeld 47">
                <a:extLst>
                  <a:ext uri="{FF2B5EF4-FFF2-40B4-BE49-F238E27FC236}">
                    <a16:creationId xmlns:a16="http://schemas.microsoft.com/office/drawing/2014/main" id="{AD06A4AC-2C07-FE0D-1CEE-D8694C2377CD}"/>
                  </a:ext>
                </a:extLst>
              </p:cNvPr>
              <p:cNvSpPr txBox="1"/>
              <p:nvPr/>
            </p:nvSpPr>
            <p:spPr>
              <a:xfrm>
                <a:off x="5727417" y="3869577"/>
                <a:ext cx="23129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512</a:t>
                </a:r>
              </a:p>
            </p:txBody>
          </p:sp>
          <p:sp>
            <p:nvSpPr>
              <p:cNvPr id="52" name="Textfeld 51">
                <a:extLst>
                  <a:ext uri="{FF2B5EF4-FFF2-40B4-BE49-F238E27FC236}">
                    <a16:creationId xmlns:a16="http://schemas.microsoft.com/office/drawing/2014/main" id="{59F88278-5A4D-51AF-3064-748794789C55}"/>
                  </a:ext>
                </a:extLst>
              </p:cNvPr>
              <p:cNvSpPr txBox="1"/>
              <p:nvPr/>
            </p:nvSpPr>
            <p:spPr>
              <a:xfrm>
                <a:off x="6312718" y="3869577"/>
                <a:ext cx="23129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256</a:t>
                </a:r>
              </a:p>
            </p:txBody>
          </p:sp>
          <p:sp>
            <p:nvSpPr>
              <p:cNvPr id="57" name="Textfeld 56">
                <a:extLst>
                  <a:ext uri="{FF2B5EF4-FFF2-40B4-BE49-F238E27FC236}">
                    <a16:creationId xmlns:a16="http://schemas.microsoft.com/office/drawing/2014/main" id="{21AAC464-04B4-D787-FEAE-5233D035F6F6}"/>
                  </a:ext>
                </a:extLst>
              </p:cNvPr>
              <p:cNvSpPr txBox="1"/>
              <p:nvPr/>
            </p:nvSpPr>
            <p:spPr>
              <a:xfrm>
                <a:off x="6217706" y="2609202"/>
                <a:ext cx="23129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256</a:t>
                </a:r>
              </a:p>
            </p:txBody>
          </p:sp>
          <p:sp>
            <p:nvSpPr>
              <p:cNvPr id="59" name="Textfeld 58">
                <a:extLst>
                  <a:ext uri="{FF2B5EF4-FFF2-40B4-BE49-F238E27FC236}">
                    <a16:creationId xmlns:a16="http://schemas.microsoft.com/office/drawing/2014/main" id="{6B8D95AE-88C2-165B-B1A7-E492056544A1}"/>
                  </a:ext>
                </a:extLst>
              </p:cNvPr>
              <p:cNvSpPr txBox="1"/>
              <p:nvPr/>
            </p:nvSpPr>
            <p:spPr>
              <a:xfrm>
                <a:off x="6860161" y="2609202"/>
                <a:ext cx="23129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128</a:t>
                </a:r>
              </a:p>
            </p:txBody>
          </p:sp>
          <p:sp>
            <p:nvSpPr>
              <p:cNvPr id="61" name="Textfeld 60">
                <a:extLst>
                  <a:ext uri="{FF2B5EF4-FFF2-40B4-BE49-F238E27FC236}">
                    <a16:creationId xmlns:a16="http://schemas.microsoft.com/office/drawing/2014/main" id="{D70AA8A8-E032-9FC2-EB29-000E6C7B71D8}"/>
                  </a:ext>
                </a:extLst>
              </p:cNvPr>
              <p:cNvSpPr txBox="1"/>
              <p:nvPr/>
            </p:nvSpPr>
            <p:spPr>
              <a:xfrm>
                <a:off x="7380452" y="1308819"/>
                <a:ext cx="23129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128</a:t>
                </a:r>
              </a:p>
            </p:txBody>
          </p:sp>
          <p:sp>
            <p:nvSpPr>
              <p:cNvPr id="64" name="Textfeld 63">
                <a:extLst>
                  <a:ext uri="{FF2B5EF4-FFF2-40B4-BE49-F238E27FC236}">
                    <a16:creationId xmlns:a16="http://schemas.microsoft.com/office/drawing/2014/main" id="{7F6B1E86-B3CB-53A5-05E0-2A7AFB2863FF}"/>
                  </a:ext>
                </a:extLst>
              </p:cNvPr>
              <p:cNvSpPr txBox="1"/>
              <p:nvPr/>
            </p:nvSpPr>
            <p:spPr>
              <a:xfrm>
                <a:off x="8026883" y="1308819"/>
                <a:ext cx="23129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64</a:t>
                </a:r>
              </a:p>
            </p:txBody>
          </p:sp>
          <p:sp>
            <p:nvSpPr>
              <p:cNvPr id="65" name="Textfeld 64">
                <a:extLst>
                  <a:ext uri="{FF2B5EF4-FFF2-40B4-BE49-F238E27FC236}">
                    <a16:creationId xmlns:a16="http://schemas.microsoft.com/office/drawing/2014/main" id="{F1B06632-DA8D-9E58-293A-5391B1645F76}"/>
                  </a:ext>
                </a:extLst>
              </p:cNvPr>
              <p:cNvSpPr txBox="1"/>
              <p:nvPr/>
            </p:nvSpPr>
            <p:spPr>
              <a:xfrm>
                <a:off x="8590725" y="1308819"/>
                <a:ext cx="23129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1</a:t>
                </a:r>
              </a:p>
            </p:txBody>
          </p:sp>
          <p:sp>
            <p:nvSpPr>
              <p:cNvPr id="66" name="Textfeld 65">
                <a:extLst>
                  <a:ext uri="{FF2B5EF4-FFF2-40B4-BE49-F238E27FC236}">
                    <a16:creationId xmlns:a16="http://schemas.microsoft.com/office/drawing/2014/main" id="{AECF58CB-D956-3CB4-F03C-0275E889B24B}"/>
                  </a:ext>
                </a:extLst>
              </p:cNvPr>
              <p:cNvSpPr txBox="1"/>
              <p:nvPr/>
            </p:nvSpPr>
            <p:spPr>
              <a:xfrm>
                <a:off x="2133177" y="2285467"/>
                <a:ext cx="76113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13 x 5 x 2048</a:t>
                </a:r>
              </a:p>
            </p:txBody>
          </p:sp>
          <p:sp>
            <p:nvSpPr>
              <p:cNvPr id="67" name="Textfeld 66">
                <a:extLst>
                  <a:ext uri="{FF2B5EF4-FFF2-40B4-BE49-F238E27FC236}">
                    <a16:creationId xmlns:a16="http://schemas.microsoft.com/office/drawing/2014/main" id="{70E98469-C219-AE9C-5D96-3DF7628F154E}"/>
                  </a:ext>
                </a:extLst>
              </p:cNvPr>
              <p:cNvSpPr txBox="1"/>
              <p:nvPr/>
            </p:nvSpPr>
            <p:spPr>
              <a:xfrm>
                <a:off x="3238958" y="3513005"/>
                <a:ext cx="76113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13 x 5 x 1024</a:t>
                </a:r>
              </a:p>
            </p:txBody>
          </p:sp>
          <p:sp>
            <p:nvSpPr>
              <p:cNvPr id="69" name="Textfeld 68">
                <a:extLst>
                  <a:ext uri="{FF2B5EF4-FFF2-40B4-BE49-F238E27FC236}">
                    <a16:creationId xmlns:a16="http://schemas.microsoft.com/office/drawing/2014/main" id="{100960BB-60AA-F2E1-4E0A-D850720FC224}"/>
                  </a:ext>
                </a:extLst>
              </p:cNvPr>
              <p:cNvSpPr txBox="1"/>
              <p:nvPr/>
            </p:nvSpPr>
            <p:spPr>
              <a:xfrm>
                <a:off x="4272982" y="4765038"/>
                <a:ext cx="76113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13 x 5 x 512</a:t>
                </a:r>
              </a:p>
            </p:txBody>
          </p:sp>
          <p:sp>
            <p:nvSpPr>
              <p:cNvPr id="74" name="Textfeld 73">
                <a:extLst>
                  <a:ext uri="{FF2B5EF4-FFF2-40B4-BE49-F238E27FC236}">
                    <a16:creationId xmlns:a16="http://schemas.microsoft.com/office/drawing/2014/main" id="{5076C666-8B81-5F53-14CB-09FE69ECE774}"/>
                  </a:ext>
                </a:extLst>
              </p:cNvPr>
              <p:cNvSpPr txBox="1"/>
              <p:nvPr/>
            </p:nvSpPr>
            <p:spPr>
              <a:xfrm>
                <a:off x="4750932" y="6084665"/>
                <a:ext cx="76113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13 x 5 x 256</a:t>
                </a:r>
              </a:p>
            </p:txBody>
          </p:sp>
          <p:sp>
            <p:nvSpPr>
              <p:cNvPr id="75" name="Textfeld 74">
                <a:extLst>
                  <a:ext uri="{FF2B5EF4-FFF2-40B4-BE49-F238E27FC236}">
                    <a16:creationId xmlns:a16="http://schemas.microsoft.com/office/drawing/2014/main" id="{6DA7BAB4-E0C9-1C5D-E4D4-64D75217302B}"/>
                  </a:ext>
                </a:extLst>
              </p:cNvPr>
              <p:cNvSpPr txBox="1"/>
              <p:nvPr/>
            </p:nvSpPr>
            <p:spPr>
              <a:xfrm>
                <a:off x="5580947" y="6084665"/>
                <a:ext cx="76113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13 x 5 x 256</a:t>
                </a:r>
              </a:p>
            </p:txBody>
          </p:sp>
          <p:sp>
            <p:nvSpPr>
              <p:cNvPr id="76" name="Textfeld 75">
                <a:extLst>
                  <a:ext uri="{FF2B5EF4-FFF2-40B4-BE49-F238E27FC236}">
                    <a16:creationId xmlns:a16="http://schemas.microsoft.com/office/drawing/2014/main" id="{62F265B6-D16F-0C64-5530-CA4E9465A058}"/>
                  </a:ext>
                </a:extLst>
              </p:cNvPr>
              <p:cNvSpPr txBox="1"/>
              <p:nvPr/>
            </p:nvSpPr>
            <p:spPr>
              <a:xfrm>
                <a:off x="6124927" y="4765038"/>
                <a:ext cx="76113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13 x 5 x 512</a:t>
                </a:r>
              </a:p>
            </p:txBody>
          </p:sp>
          <p:sp>
            <p:nvSpPr>
              <p:cNvPr id="78" name="Textfeld 77">
                <a:extLst>
                  <a:ext uri="{FF2B5EF4-FFF2-40B4-BE49-F238E27FC236}">
                    <a16:creationId xmlns:a16="http://schemas.microsoft.com/office/drawing/2014/main" id="{BD8D35F8-8B6F-3202-9484-9FFE544D74A3}"/>
                  </a:ext>
                </a:extLst>
              </p:cNvPr>
              <p:cNvSpPr txBox="1"/>
              <p:nvPr/>
            </p:nvSpPr>
            <p:spPr>
              <a:xfrm>
                <a:off x="8356519" y="2285467"/>
                <a:ext cx="76113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13 x 5 x 2048</a:t>
                </a:r>
              </a:p>
            </p:txBody>
          </p:sp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D9FEE3DD-1D7E-229A-A73B-4127A948219A}"/>
                  </a:ext>
                </a:extLst>
              </p:cNvPr>
              <p:cNvSpPr/>
              <p:nvPr/>
            </p:nvSpPr>
            <p:spPr>
              <a:xfrm>
                <a:off x="4498284" y="2795030"/>
                <a:ext cx="342383" cy="684765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81" name="Textfeld 80">
                <a:extLst>
                  <a:ext uri="{FF2B5EF4-FFF2-40B4-BE49-F238E27FC236}">
                    <a16:creationId xmlns:a16="http://schemas.microsoft.com/office/drawing/2014/main" id="{95576DD1-6F2E-E6E3-B059-B8F5033D4AF1}"/>
                  </a:ext>
                </a:extLst>
              </p:cNvPr>
              <p:cNvSpPr txBox="1"/>
              <p:nvPr/>
            </p:nvSpPr>
            <p:spPr>
              <a:xfrm>
                <a:off x="4538858" y="2609202"/>
                <a:ext cx="23129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128</a:t>
                </a:r>
              </a:p>
            </p:txBody>
          </p:sp>
          <p:sp>
            <p:nvSpPr>
              <p:cNvPr id="88" name="Rechteck 87">
                <a:extLst>
                  <a:ext uri="{FF2B5EF4-FFF2-40B4-BE49-F238E27FC236}">
                    <a16:creationId xmlns:a16="http://schemas.microsoft.com/office/drawing/2014/main" id="{B302B5E1-B073-5214-08B9-3858DEE9B036}"/>
                  </a:ext>
                </a:extLst>
              </p:cNvPr>
              <p:cNvSpPr/>
              <p:nvPr/>
            </p:nvSpPr>
            <p:spPr>
              <a:xfrm>
                <a:off x="7400041" y="2795030"/>
                <a:ext cx="342383" cy="684765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cxnSp>
            <p:nvCxnSpPr>
              <p:cNvPr id="89" name="Gerade Verbindung mit Pfeil 88">
                <a:extLst>
                  <a:ext uri="{FF2B5EF4-FFF2-40B4-BE49-F238E27FC236}">
                    <a16:creationId xmlns:a16="http://schemas.microsoft.com/office/drawing/2014/main" id="{019C60C7-C604-9A73-B0F1-1711A7C1A99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01671" y="3137413"/>
                <a:ext cx="239668" cy="0"/>
              </a:xfrm>
              <a:prstGeom prst="straightConnector1">
                <a:avLst/>
              </a:prstGeom>
              <a:ln w="57150">
                <a:solidFill>
                  <a:srgbClr val="00B0F0"/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0" name="Textfeld 89">
                <a:extLst>
                  <a:ext uri="{FF2B5EF4-FFF2-40B4-BE49-F238E27FC236}">
                    <a16:creationId xmlns:a16="http://schemas.microsoft.com/office/drawing/2014/main" id="{1A684D4D-1429-2620-819B-5A41FDF9EF20}"/>
                  </a:ext>
                </a:extLst>
              </p:cNvPr>
              <p:cNvSpPr txBox="1"/>
              <p:nvPr/>
            </p:nvSpPr>
            <p:spPr>
              <a:xfrm>
                <a:off x="7388720" y="2609202"/>
                <a:ext cx="23129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128</a:t>
                </a:r>
              </a:p>
            </p:txBody>
          </p:sp>
          <p:sp>
            <p:nvSpPr>
              <p:cNvPr id="94" name="Textfeld 93">
                <a:extLst>
                  <a:ext uri="{FF2B5EF4-FFF2-40B4-BE49-F238E27FC236}">
                    <a16:creationId xmlns:a16="http://schemas.microsoft.com/office/drawing/2014/main" id="{8F0F8AD0-9625-B7C1-9E84-FBF22D5CCDFF}"/>
                  </a:ext>
                </a:extLst>
              </p:cNvPr>
              <p:cNvSpPr txBox="1"/>
              <p:nvPr/>
            </p:nvSpPr>
            <p:spPr>
              <a:xfrm>
                <a:off x="7190663" y="3513005"/>
                <a:ext cx="76113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13 x 5 x 1024</a:t>
                </a:r>
              </a:p>
            </p:txBody>
          </p:sp>
          <p:cxnSp>
            <p:nvCxnSpPr>
              <p:cNvPr id="96" name="Gerade Verbindung mit Pfeil 95">
                <a:extLst>
                  <a:ext uri="{FF2B5EF4-FFF2-40B4-BE49-F238E27FC236}">
                    <a16:creationId xmlns:a16="http://schemas.microsoft.com/office/drawing/2014/main" id="{FCC5E298-E0F3-549A-FA62-6348DE6852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46953" y="3137413"/>
                <a:ext cx="1335292" cy="0"/>
              </a:xfrm>
              <a:prstGeom prst="straightConnector1">
                <a:avLst/>
              </a:prstGeom>
              <a:ln w="57150">
                <a:solidFill>
                  <a:srgbClr val="FDB735"/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9985566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5973E76-EC0D-84BA-F6A4-A1C519A4D14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effectLst/>
        </p:spPr>
        <p:txBody>
          <a:bodyPr/>
          <a:lstStyle/>
          <a:p>
            <a:fld id="{0B4FCF17-48A0-4939-9B86-4A0E590241E6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7B05C4C-AA2F-5815-6802-65D4D1C63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fld id="{D949F9DF-37BD-4CD6-BF49-65BA579E1D7A}" type="slidenum">
              <a:rPr lang="de-DE" smtClean="0"/>
              <a:pPr/>
              <a:t>8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E730828-FF25-ADA5-1946-72137AD07A36}"/>
              </a:ext>
            </a:extLst>
          </p:cNvPr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lang="en-GB" dirty="0" err="1"/>
              <a:t>Unet</a:t>
            </a:r>
            <a:r>
              <a:rPr lang="en-GB" dirty="0"/>
              <a:t> - Wavelet</a:t>
            </a:r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3AF924C1-B113-25EA-9044-5CEB285C0E9C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effectLst/>
        </p:spPr>
        <p:txBody>
          <a:bodyPr/>
          <a:lstStyle/>
          <a:p>
            <a:endParaRPr lang="en-GB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32AC9C3-90DE-FA52-6EA9-DE1DA14E8F73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effectLst/>
        </p:spPr>
        <p:txBody>
          <a:bodyPr/>
          <a:lstStyle/>
          <a:p>
            <a:endParaRPr lang="en-GB"/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4BECF5A7-D8CF-7AAD-52DC-BEA0F265CBC2}"/>
              </a:ext>
            </a:extLst>
          </p:cNvPr>
          <p:cNvGrpSpPr/>
          <p:nvPr/>
        </p:nvGrpSpPr>
        <p:grpSpPr>
          <a:xfrm>
            <a:off x="2018877" y="1308819"/>
            <a:ext cx="6969897" cy="4931979"/>
            <a:chOff x="2018877" y="1308819"/>
            <a:chExt cx="6969897" cy="4931979"/>
          </a:xfrm>
        </p:grpSpPr>
        <p:grpSp>
          <p:nvGrpSpPr>
            <p:cNvPr id="126" name="Gruppieren 125">
              <a:extLst>
                <a:ext uri="{FF2B5EF4-FFF2-40B4-BE49-F238E27FC236}">
                  <a16:creationId xmlns:a16="http://schemas.microsoft.com/office/drawing/2014/main" id="{671FE947-CED4-E405-B01C-00E5D1CE94F0}"/>
                </a:ext>
              </a:extLst>
            </p:cNvPr>
            <p:cNvGrpSpPr/>
            <p:nvPr/>
          </p:nvGrpSpPr>
          <p:grpSpPr>
            <a:xfrm>
              <a:off x="6220109" y="4008167"/>
              <a:ext cx="2768665" cy="2232631"/>
              <a:chOff x="8843289" y="2844482"/>
              <a:chExt cx="2819434" cy="2273571"/>
            </a:xfrm>
          </p:grpSpPr>
          <p:sp>
            <p:nvSpPr>
              <p:cNvPr id="80" name="Rechteck: abgerundete Ecken 79">
                <a:extLst>
                  <a:ext uri="{FF2B5EF4-FFF2-40B4-BE49-F238E27FC236}">
                    <a16:creationId xmlns:a16="http://schemas.microsoft.com/office/drawing/2014/main" id="{3E7D6A03-70BD-9793-5F02-96834CD38C3F}"/>
                  </a:ext>
                </a:extLst>
              </p:cNvPr>
              <p:cNvSpPr/>
              <p:nvPr/>
            </p:nvSpPr>
            <p:spPr>
              <a:xfrm>
                <a:off x="8843289" y="2844482"/>
                <a:ext cx="2819434" cy="2273571"/>
              </a:xfrm>
              <a:prstGeom prst="roundRect">
                <a:avLst>
                  <a:gd name="adj" fmla="val 5933"/>
                </a:avLst>
              </a:prstGeom>
              <a:noFill/>
              <a:ln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180000" bIns="180000" rtlCol="0" anchor="t"/>
              <a:lstStyle/>
              <a:p>
                <a:pPr marL="0" marR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Legend:</a:t>
                </a:r>
              </a:p>
            </p:txBody>
          </p:sp>
          <p:grpSp>
            <p:nvGrpSpPr>
              <p:cNvPr id="125" name="Gruppieren 124">
                <a:extLst>
                  <a:ext uri="{FF2B5EF4-FFF2-40B4-BE49-F238E27FC236}">
                    <a16:creationId xmlns:a16="http://schemas.microsoft.com/office/drawing/2014/main" id="{C55960E1-C7B1-17D8-6D6B-6C9F4C0AA09F}"/>
                  </a:ext>
                </a:extLst>
              </p:cNvPr>
              <p:cNvGrpSpPr/>
              <p:nvPr/>
            </p:nvGrpSpPr>
            <p:grpSpPr>
              <a:xfrm>
                <a:off x="8948903" y="3904347"/>
                <a:ext cx="2688910" cy="156133"/>
                <a:chOff x="8948903" y="3942447"/>
                <a:chExt cx="2688910" cy="156133"/>
              </a:xfrm>
            </p:grpSpPr>
            <p:cxnSp>
              <p:nvCxnSpPr>
                <p:cNvPr id="82" name="Gerade Verbindung mit Pfeil 81">
                  <a:extLst>
                    <a:ext uri="{FF2B5EF4-FFF2-40B4-BE49-F238E27FC236}">
                      <a16:creationId xmlns:a16="http://schemas.microsoft.com/office/drawing/2014/main" id="{2D45CCD9-CFFD-0E3E-F5CB-1945B46C077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48903" y="4020513"/>
                  <a:ext cx="252000" cy="0"/>
                </a:xfrm>
                <a:prstGeom prst="straightConnector1">
                  <a:avLst/>
                </a:prstGeom>
                <a:ln w="57150">
                  <a:solidFill>
                    <a:schemeClr val="accent2">
                      <a:lumMod val="20000"/>
                      <a:lumOff val="80000"/>
                    </a:schemeClr>
                  </a:solidFill>
                  <a:tailEnd type="triangle"/>
                </a:ln>
                <a:effectLst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7" name="Textfeld 96">
                  <a:extLst>
                    <a:ext uri="{FF2B5EF4-FFF2-40B4-BE49-F238E27FC236}">
                      <a16:creationId xmlns:a16="http://schemas.microsoft.com/office/drawing/2014/main" id="{87F43507-8855-0ABD-F017-16172DC7030A}"/>
                    </a:ext>
                  </a:extLst>
                </p:cNvPr>
                <p:cNvSpPr txBox="1"/>
                <p:nvPr/>
              </p:nvSpPr>
              <p:spPr>
                <a:xfrm>
                  <a:off x="9225813" y="3942447"/>
                  <a:ext cx="2412000" cy="1561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indent="0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Conv + Batch norm + </a:t>
                  </a:r>
                  <a:r>
                    <a:rPr kumimoji="0" lang="en-GB" sz="10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PReLU</a:t>
                  </a:r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4" name="Gruppieren 123">
                <a:extLst>
                  <a:ext uri="{FF2B5EF4-FFF2-40B4-BE49-F238E27FC236}">
                    <a16:creationId xmlns:a16="http://schemas.microsoft.com/office/drawing/2014/main" id="{89C461D3-81C2-FDAE-4042-F519D0AF6477}"/>
                  </a:ext>
                </a:extLst>
              </p:cNvPr>
              <p:cNvGrpSpPr/>
              <p:nvPr/>
            </p:nvGrpSpPr>
            <p:grpSpPr>
              <a:xfrm>
                <a:off x="8948903" y="4152867"/>
                <a:ext cx="2688910" cy="158996"/>
                <a:chOff x="8948903" y="4190676"/>
                <a:chExt cx="2688910" cy="158996"/>
              </a:xfrm>
            </p:grpSpPr>
            <p:cxnSp>
              <p:nvCxnSpPr>
                <p:cNvPr id="91" name="Gerade Verbindung mit Pfeil 90">
                  <a:extLst>
                    <a:ext uri="{FF2B5EF4-FFF2-40B4-BE49-F238E27FC236}">
                      <a16:creationId xmlns:a16="http://schemas.microsoft.com/office/drawing/2014/main" id="{C868DE4B-6DF7-447C-0490-4981CAA09DB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48903" y="4268742"/>
                  <a:ext cx="252000" cy="0"/>
                </a:xfrm>
                <a:prstGeom prst="straightConnector1">
                  <a:avLst/>
                </a:prstGeom>
                <a:ln w="57150">
                  <a:solidFill>
                    <a:srgbClr val="5DC08A"/>
                  </a:solidFill>
                  <a:tailEnd type="triangle"/>
                </a:ln>
                <a:effectLst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8" name="Textfeld 97">
                  <a:extLst>
                    <a:ext uri="{FF2B5EF4-FFF2-40B4-BE49-F238E27FC236}">
                      <a16:creationId xmlns:a16="http://schemas.microsoft.com/office/drawing/2014/main" id="{3A9174F3-21C6-C608-48C4-A19EDD79CFC7}"/>
                    </a:ext>
                  </a:extLst>
                </p:cNvPr>
                <p:cNvSpPr txBox="1"/>
                <p:nvPr/>
              </p:nvSpPr>
              <p:spPr>
                <a:xfrm>
                  <a:off x="9225813" y="4190676"/>
                  <a:ext cx="2412000" cy="15899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indent="0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DWPT</a:t>
                  </a:r>
                </a:p>
              </p:txBody>
            </p:sp>
          </p:grpSp>
          <p:grpSp>
            <p:nvGrpSpPr>
              <p:cNvPr id="123" name="Gruppieren 122">
                <a:extLst>
                  <a:ext uri="{FF2B5EF4-FFF2-40B4-BE49-F238E27FC236}">
                    <a16:creationId xmlns:a16="http://schemas.microsoft.com/office/drawing/2014/main" id="{0F8AC937-415C-B5B1-57F9-4F8E5B785A27}"/>
                  </a:ext>
                </a:extLst>
              </p:cNvPr>
              <p:cNvGrpSpPr/>
              <p:nvPr/>
            </p:nvGrpSpPr>
            <p:grpSpPr>
              <a:xfrm>
                <a:off x="8948903" y="4401387"/>
                <a:ext cx="2688910" cy="158996"/>
                <a:chOff x="8948903" y="4438904"/>
                <a:chExt cx="2688910" cy="158996"/>
              </a:xfrm>
            </p:grpSpPr>
            <p:cxnSp>
              <p:nvCxnSpPr>
                <p:cNvPr id="92" name="Gerade Verbindung mit Pfeil 91">
                  <a:extLst>
                    <a:ext uri="{FF2B5EF4-FFF2-40B4-BE49-F238E27FC236}">
                      <a16:creationId xmlns:a16="http://schemas.microsoft.com/office/drawing/2014/main" id="{BFA9751A-262C-6338-9BD5-09E2E73538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48903" y="4516970"/>
                  <a:ext cx="252000" cy="0"/>
                </a:xfrm>
                <a:prstGeom prst="straightConnector1">
                  <a:avLst/>
                </a:prstGeom>
                <a:ln w="57150">
                  <a:solidFill>
                    <a:schemeClr val="accent3"/>
                  </a:solidFill>
                  <a:tailEnd type="triangle"/>
                </a:ln>
                <a:effectLst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9" name="Textfeld 98">
                  <a:extLst>
                    <a:ext uri="{FF2B5EF4-FFF2-40B4-BE49-F238E27FC236}">
                      <a16:creationId xmlns:a16="http://schemas.microsoft.com/office/drawing/2014/main" id="{B712E9CE-2842-878B-3BF6-2D53BCA31925}"/>
                    </a:ext>
                  </a:extLst>
                </p:cNvPr>
                <p:cNvSpPr txBox="1"/>
                <p:nvPr/>
              </p:nvSpPr>
              <p:spPr>
                <a:xfrm>
                  <a:off x="9225813" y="4438904"/>
                  <a:ext cx="2412000" cy="15899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indent="0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lang="en-GB" sz="1000" dirty="0">
                      <a:solidFill>
                        <a:prstClr val="black"/>
                      </a:solidFill>
                      <a:latin typeface="Arial"/>
                    </a:rPr>
                    <a:t>2x Residual block</a:t>
                  </a:r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1" name="Gruppieren 120">
                <a:extLst>
                  <a:ext uri="{FF2B5EF4-FFF2-40B4-BE49-F238E27FC236}">
                    <a16:creationId xmlns:a16="http://schemas.microsoft.com/office/drawing/2014/main" id="{B15A90A5-73D4-73A2-FF1D-2CBB62789D20}"/>
                  </a:ext>
                </a:extLst>
              </p:cNvPr>
              <p:cNvGrpSpPr/>
              <p:nvPr/>
            </p:nvGrpSpPr>
            <p:grpSpPr>
              <a:xfrm>
                <a:off x="8948903" y="4898427"/>
                <a:ext cx="2688910" cy="158996"/>
                <a:chOff x="8948903" y="4935361"/>
                <a:chExt cx="2688910" cy="158996"/>
              </a:xfrm>
            </p:grpSpPr>
            <p:cxnSp>
              <p:nvCxnSpPr>
                <p:cNvPr id="95" name="Gerade Verbindung mit Pfeil 94">
                  <a:extLst>
                    <a:ext uri="{FF2B5EF4-FFF2-40B4-BE49-F238E27FC236}">
                      <a16:creationId xmlns:a16="http://schemas.microsoft.com/office/drawing/2014/main" id="{8CE63CF2-1D23-9541-4E57-1AC8B77586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48903" y="5013427"/>
                  <a:ext cx="252000" cy="0"/>
                </a:xfrm>
                <a:prstGeom prst="straightConnector1">
                  <a:avLst/>
                </a:prstGeom>
                <a:ln w="57150">
                  <a:solidFill>
                    <a:srgbClr val="C75B4C"/>
                  </a:solidFill>
                  <a:tailEnd type="triangle"/>
                </a:ln>
                <a:effectLst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675A4B27-B6E5-27DA-111A-7EEA6996E09F}"/>
                    </a:ext>
                  </a:extLst>
                </p:cNvPr>
                <p:cNvSpPr txBox="1"/>
                <p:nvPr/>
              </p:nvSpPr>
              <p:spPr>
                <a:xfrm>
                  <a:off x="9225813" y="4935361"/>
                  <a:ext cx="2412000" cy="15899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indent="0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IWPT</a:t>
                  </a:r>
                </a:p>
              </p:txBody>
            </p:sp>
          </p:grpSp>
          <p:grpSp>
            <p:nvGrpSpPr>
              <p:cNvPr id="122" name="Gruppieren 121">
                <a:extLst>
                  <a:ext uri="{FF2B5EF4-FFF2-40B4-BE49-F238E27FC236}">
                    <a16:creationId xmlns:a16="http://schemas.microsoft.com/office/drawing/2014/main" id="{499E9066-B37D-9CD2-D053-97645CAF6B8C}"/>
                  </a:ext>
                </a:extLst>
              </p:cNvPr>
              <p:cNvGrpSpPr/>
              <p:nvPr/>
            </p:nvGrpSpPr>
            <p:grpSpPr>
              <a:xfrm>
                <a:off x="8948903" y="4649907"/>
                <a:ext cx="2688910" cy="156133"/>
                <a:chOff x="8948903" y="4687132"/>
                <a:chExt cx="2688910" cy="156133"/>
              </a:xfrm>
            </p:grpSpPr>
            <p:cxnSp>
              <p:nvCxnSpPr>
                <p:cNvPr id="93" name="Gerade Verbindung mit Pfeil 92">
                  <a:extLst>
                    <a:ext uri="{FF2B5EF4-FFF2-40B4-BE49-F238E27FC236}">
                      <a16:creationId xmlns:a16="http://schemas.microsoft.com/office/drawing/2014/main" id="{B194E8BB-3908-EEA9-0E25-5C4E30D758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48903" y="4765198"/>
                  <a:ext cx="252000" cy="0"/>
                </a:xfrm>
                <a:prstGeom prst="straightConnector1">
                  <a:avLst/>
                </a:prstGeom>
                <a:ln w="57150">
                  <a:solidFill>
                    <a:srgbClr val="FFC000"/>
                  </a:solidFill>
                  <a:tailEnd type="triangle"/>
                </a:ln>
                <a:effectLst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3CCA06AF-911A-5C2D-E4CB-DE3DA93C9EE1}"/>
                    </a:ext>
                  </a:extLst>
                </p:cNvPr>
                <p:cNvSpPr txBox="1"/>
                <p:nvPr/>
              </p:nvSpPr>
              <p:spPr>
                <a:xfrm>
                  <a:off x="9225813" y="4687132"/>
                  <a:ext cx="2412000" cy="1561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indent="0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lang="en-GB" sz="1000" dirty="0">
                      <a:solidFill>
                        <a:prstClr val="black"/>
                      </a:solidFill>
                      <a:latin typeface="Arial"/>
                    </a:rPr>
                    <a:t>Concatenation</a:t>
                  </a:r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09" name="Rechteck 108">
                <a:extLst>
                  <a:ext uri="{FF2B5EF4-FFF2-40B4-BE49-F238E27FC236}">
                    <a16:creationId xmlns:a16="http://schemas.microsoft.com/office/drawing/2014/main" id="{E3AD7D31-615C-6A5A-EFDE-11BDF685BE6C}"/>
                  </a:ext>
                </a:extLst>
              </p:cNvPr>
              <p:cNvSpPr/>
              <p:nvPr/>
            </p:nvSpPr>
            <p:spPr>
              <a:xfrm>
                <a:off x="9184463" y="3220370"/>
                <a:ext cx="720000" cy="3600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889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10" name="Textfeld 109">
                <a:extLst>
                  <a:ext uri="{FF2B5EF4-FFF2-40B4-BE49-F238E27FC236}">
                    <a16:creationId xmlns:a16="http://schemas.microsoft.com/office/drawing/2014/main" id="{7791D5D7-D5A5-B800-ECFD-7BE0DAE4AA52}"/>
                  </a:ext>
                </a:extLst>
              </p:cNvPr>
              <p:cNvSpPr txBox="1"/>
              <p:nvPr/>
            </p:nvSpPr>
            <p:spPr>
              <a:xfrm>
                <a:off x="9475905" y="2980290"/>
                <a:ext cx="137117" cy="15613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F</a:t>
                </a:r>
              </a:p>
            </p:txBody>
          </p:sp>
          <p:sp>
            <p:nvSpPr>
              <p:cNvPr id="111" name="Textfeld 110">
                <a:extLst>
                  <a:ext uri="{FF2B5EF4-FFF2-40B4-BE49-F238E27FC236}">
                    <a16:creationId xmlns:a16="http://schemas.microsoft.com/office/drawing/2014/main" id="{E15FBEBD-EFAF-8B10-8758-F10CD3912A0C}"/>
                  </a:ext>
                </a:extLst>
              </p:cNvPr>
              <p:cNvSpPr txBox="1"/>
              <p:nvPr/>
            </p:nvSpPr>
            <p:spPr>
              <a:xfrm>
                <a:off x="9144311" y="3656638"/>
                <a:ext cx="800304" cy="15613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R x C x S</a:t>
                </a:r>
              </a:p>
            </p:txBody>
          </p:sp>
          <p:sp>
            <p:nvSpPr>
              <p:cNvPr id="112" name="Textfeld 111">
                <a:extLst>
                  <a:ext uri="{FF2B5EF4-FFF2-40B4-BE49-F238E27FC236}">
                    <a16:creationId xmlns:a16="http://schemas.microsoft.com/office/drawing/2014/main" id="{383CB16E-33A6-CE4D-9444-DF680131EB24}"/>
                  </a:ext>
                </a:extLst>
              </p:cNvPr>
              <p:cNvSpPr txBox="1"/>
              <p:nvPr/>
            </p:nvSpPr>
            <p:spPr>
              <a:xfrm>
                <a:off x="10011640" y="3078046"/>
                <a:ext cx="1338446" cy="6639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R: rows of channels</a:t>
                </a:r>
              </a:p>
              <a:p>
                <a:pPr marL="0" marR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</a:rPr>
                  <a:t>C: columns of channels</a:t>
                </a:r>
              </a:p>
              <a:p>
                <a:pPr marL="0" marR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S</a:t>
                </a:r>
                <a:r>
                  <a:rPr lang="en-GB" sz="1000" dirty="0">
                    <a:solidFill>
                      <a:prstClr val="black"/>
                    </a:solidFill>
                    <a:latin typeface="Arial"/>
                  </a:rPr>
                  <a:t>: time in samples</a:t>
                </a:r>
              </a:p>
              <a:p>
                <a:pPr marL="0" marR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F: number of filters</a:t>
                </a:r>
              </a:p>
            </p:txBody>
          </p:sp>
        </p:grpSp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A5DDDFEE-338F-45D1-33BF-6C3D9993C2D7}"/>
                </a:ext>
              </a:extLst>
            </p:cNvPr>
            <p:cNvSpPr/>
            <p:nvPr/>
          </p:nvSpPr>
          <p:spPr>
            <a:xfrm>
              <a:off x="4501964" y="5385307"/>
              <a:ext cx="85596" cy="684765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2796AE07-8ED2-9997-B0CF-0800A3681526}"/>
                </a:ext>
              </a:extLst>
            </p:cNvPr>
            <p:cNvSpPr/>
            <p:nvPr/>
          </p:nvSpPr>
          <p:spPr>
            <a:xfrm>
              <a:off x="5202439" y="5385307"/>
              <a:ext cx="85596" cy="684765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56" name="Gerade Verbindung mit Pfeil 55">
              <a:extLst>
                <a:ext uri="{FF2B5EF4-FFF2-40B4-BE49-F238E27FC236}">
                  <a16:creationId xmlns:a16="http://schemas.microsoft.com/office/drawing/2014/main" id="{4EB91807-5337-AA2B-07D7-02B207223C16}"/>
                </a:ext>
              </a:extLst>
            </p:cNvPr>
            <p:cNvCxnSpPr>
              <a:cxnSpLocks/>
            </p:cNvCxnSpPr>
            <p:nvPr/>
          </p:nvCxnSpPr>
          <p:spPr>
            <a:xfrm>
              <a:off x="4596706" y="5727690"/>
              <a:ext cx="432000" cy="0"/>
            </a:xfrm>
            <a:prstGeom prst="straightConnector1">
              <a:avLst/>
            </a:prstGeom>
            <a:ln w="57150">
              <a:solidFill>
                <a:schemeClr val="accent3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1A8B245E-6DFE-13A6-E88B-35E8355CD188}"/>
                </a:ext>
              </a:extLst>
            </p:cNvPr>
            <p:cNvSpPr/>
            <p:nvPr/>
          </p:nvSpPr>
          <p:spPr>
            <a:xfrm>
              <a:off x="3981216" y="4054700"/>
              <a:ext cx="171191" cy="684765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AD444749-88DD-A3EB-0A5C-D30B56CF8E91}"/>
                </a:ext>
              </a:extLst>
            </p:cNvPr>
            <p:cNvSpPr/>
            <p:nvPr/>
          </p:nvSpPr>
          <p:spPr>
            <a:xfrm>
              <a:off x="4486458" y="4054700"/>
              <a:ext cx="171191" cy="684765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45" name="Gerade Verbindung mit Pfeil 44">
              <a:extLst>
                <a:ext uri="{FF2B5EF4-FFF2-40B4-BE49-F238E27FC236}">
                  <a16:creationId xmlns:a16="http://schemas.microsoft.com/office/drawing/2014/main" id="{EFDF74B7-353B-CFA0-F24D-AED8E5330D22}"/>
                </a:ext>
              </a:extLst>
            </p:cNvPr>
            <p:cNvCxnSpPr>
              <a:cxnSpLocks/>
            </p:cNvCxnSpPr>
            <p:nvPr/>
          </p:nvCxnSpPr>
          <p:spPr>
            <a:xfrm>
              <a:off x="4122640" y="4397083"/>
              <a:ext cx="239668" cy="0"/>
            </a:xfrm>
            <a:prstGeom prst="straightConnector1">
              <a:avLst/>
            </a:prstGeom>
            <a:ln w="57150">
              <a:solidFill>
                <a:schemeClr val="accent3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 Verbindung mit Pfeil 57">
              <a:extLst>
                <a:ext uri="{FF2B5EF4-FFF2-40B4-BE49-F238E27FC236}">
                  <a16:creationId xmlns:a16="http://schemas.microsoft.com/office/drawing/2014/main" id="{B75432AB-5611-0000-A324-38DF6CD609E0}"/>
                </a:ext>
              </a:extLst>
            </p:cNvPr>
            <p:cNvCxnSpPr>
              <a:cxnSpLocks/>
            </p:cNvCxnSpPr>
            <p:nvPr/>
          </p:nvCxnSpPr>
          <p:spPr>
            <a:xfrm>
              <a:off x="4616325" y="4397083"/>
              <a:ext cx="308144" cy="0"/>
            </a:xfrm>
            <a:prstGeom prst="straightConnector1">
              <a:avLst/>
            </a:prstGeom>
            <a:ln w="57150">
              <a:solidFill>
                <a:srgbClr val="FDB735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4" name="Gruppieren 113">
              <a:extLst>
                <a:ext uri="{FF2B5EF4-FFF2-40B4-BE49-F238E27FC236}">
                  <a16:creationId xmlns:a16="http://schemas.microsoft.com/office/drawing/2014/main" id="{AC7D9B83-8065-ECAC-FD50-5BE207589DD7}"/>
                </a:ext>
              </a:extLst>
            </p:cNvPr>
            <p:cNvGrpSpPr/>
            <p:nvPr/>
          </p:nvGrpSpPr>
          <p:grpSpPr>
            <a:xfrm>
              <a:off x="5045766" y="4050694"/>
              <a:ext cx="338860" cy="692779"/>
              <a:chOff x="6036090" y="4592945"/>
              <a:chExt cx="356296" cy="728426"/>
            </a:xfrm>
          </p:grpSpPr>
          <p:sp>
            <p:nvSpPr>
              <p:cNvPr id="19" name="Rechteck 18">
                <a:extLst>
                  <a:ext uri="{FF2B5EF4-FFF2-40B4-BE49-F238E27FC236}">
                    <a16:creationId xmlns:a16="http://schemas.microsoft.com/office/drawing/2014/main" id="{030D0E1C-7A5E-D8DE-7BC3-B3D1FE90D222}"/>
                  </a:ext>
                </a:extLst>
              </p:cNvPr>
              <p:cNvSpPr/>
              <p:nvPr/>
            </p:nvSpPr>
            <p:spPr>
              <a:xfrm>
                <a:off x="6036090" y="4592945"/>
                <a:ext cx="180000" cy="7200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20" name="Rechteck 19">
                <a:extLst>
                  <a:ext uri="{FF2B5EF4-FFF2-40B4-BE49-F238E27FC236}">
                    <a16:creationId xmlns:a16="http://schemas.microsoft.com/office/drawing/2014/main" id="{823221E3-A2A3-58FE-3AC5-0CC7A73FB9C6}"/>
                  </a:ext>
                </a:extLst>
              </p:cNvPr>
              <p:cNvSpPr/>
              <p:nvPr/>
            </p:nvSpPr>
            <p:spPr>
              <a:xfrm>
                <a:off x="6212386" y="4601371"/>
                <a:ext cx="180000" cy="7200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225818A1-E92E-C8E1-A7B0-93507AD0F96D}"/>
                </a:ext>
              </a:extLst>
            </p:cNvPr>
            <p:cNvSpPr/>
            <p:nvPr/>
          </p:nvSpPr>
          <p:spPr>
            <a:xfrm>
              <a:off x="5703620" y="4054700"/>
              <a:ext cx="171191" cy="684765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62" name="Gerade Verbindung mit Pfeil 61">
              <a:extLst>
                <a:ext uri="{FF2B5EF4-FFF2-40B4-BE49-F238E27FC236}">
                  <a16:creationId xmlns:a16="http://schemas.microsoft.com/office/drawing/2014/main" id="{32228ABE-B89E-D6EA-5812-17E3007FD3F9}"/>
                </a:ext>
              </a:extLst>
            </p:cNvPr>
            <p:cNvCxnSpPr>
              <a:cxnSpLocks/>
            </p:cNvCxnSpPr>
            <p:nvPr/>
          </p:nvCxnSpPr>
          <p:spPr>
            <a:xfrm>
              <a:off x="5335082" y="4397083"/>
              <a:ext cx="239668" cy="0"/>
            </a:xfrm>
            <a:prstGeom prst="straightConnector1">
              <a:avLst/>
            </a:prstGeom>
            <a:ln w="57150">
              <a:solidFill>
                <a:schemeClr val="accent2">
                  <a:lumMod val="20000"/>
                  <a:lumOff val="80000"/>
                </a:schemeClr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 Verbindung mit Pfeil 50">
              <a:extLst>
                <a:ext uri="{FF2B5EF4-FFF2-40B4-BE49-F238E27FC236}">
                  <a16:creationId xmlns:a16="http://schemas.microsoft.com/office/drawing/2014/main" id="{48FF9760-CEDB-BD87-D009-E335C58595C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373219" y="5035302"/>
              <a:ext cx="273906" cy="0"/>
            </a:xfrm>
            <a:prstGeom prst="straightConnector1">
              <a:avLst/>
            </a:prstGeom>
            <a:ln w="57150">
              <a:solidFill>
                <a:srgbClr val="5DC08A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Gerade Verbindung mit Pfeil 62">
              <a:extLst>
                <a:ext uri="{FF2B5EF4-FFF2-40B4-BE49-F238E27FC236}">
                  <a16:creationId xmlns:a16="http://schemas.microsoft.com/office/drawing/2014/main" id="{C4971E34-203B-4F0F-005B-E044929B440E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056680" y="5035303"/>
              <a:ext cx="273906" cy="0"/>
            </a:xfrm>
            <a:prstGeom prst="straightConnector1">
              <a:avLst/>
            </a:prstGeom>
            <a:ln w="57150">
              <a:solidFill>
                <a:srgbClr val="C75B4C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Gerade Verbindung mit Pfeil 49">
              <a:extLst>
                <a:ext uri="{FF2B5EF4-FFF2-40B4-BE49-F238E27FC236}">
                  <a16:creationId xmlns:a16="http://schemas.microsoft.com/office/drawing/2014/main" id="{D2DB01BF-F6BA-3DD7-D640-B67F90B3508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868159" y="3717814"/>
              <a:ext cx="273906" cy="0"/>
            </a:xfrm>
            <a:prstGeom prst="straightConnector1">
              <a:avLst/>
            </a:prstGeom>
            <a:ln w="57150">
              <a:solidFill>
                <a:srgbClr val="5DC08A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Gerade Verbindung mit Pfeil 67">
              <a:extLst>
                <a:ext uri="{FF2B5EF4-FFF2-40B4-BE49-F238E27FC236}">
                  <a16:creationId xmlns:a16="http://schemas.microsoft.com/office/drawing/2014/main" id="{BB7D8DAE-7EC6-1E7C-5981-45B6817ED2E1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556230" y="3717815"/>
              <a:ext cx="273906" cy="0"/>
            </a:xfrm>
            <a:prstGeom prst="straightConnector1">
              <a:avLst/>
            </a:prstGeom>
            <a:ln w="57150">
              <a:solidFill>
                <a:srgbClr val="C75B4C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54B1DBB9-C6C1-7C29-76FC-A919CEA42B63}"/>
                </a:ext>
              </a:extLst>
            </p:cNvPr>
            <p:cNvSpPr/>
            <p:nvPr/>
          </p:nvSpPr>
          <p:spPr>
            <a:xfrm>
              <a:off x="3448336" y="2795030"/>
              <a:ext cx="342383" cy="684765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A3FEBB81-15A3-D475-696E-BB0F4F09494D}"/>
                </a:ext>
              </a:extLst>
            </p:cNvPr>
            <p:cNvSpPr/>
            <p:nvPr/>
          </p:nvSpPr>
          <p:spPr>
            <a:xfrm>
              <a:off x="3972018" y="2795030"/>
              <a:ext cx="342383" cy="684765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35" name="Gerade Verbindung mit Pfeil 34">
              <a:extLst>
                <a:ext uri="{FF2B5EF4-FFF2-40B4-BE49-F238E27FC236}">
                  <a16:creationId xmlns:a16="http://schemas.microsoft.com/office/drawing/2014/main" id="{0BED228C-C35A-605A-D553-7FDEE0F1F331}"/>
                </a:ext>
              </a:extLst>
            </p:cNvPr>
            <p:cNvCxnSpPr>
              <a:cxnSpLocks/>
            </p:cNvCxnSpPr>
            <p:nvPr/>
          </p:nvCxnSpPr>
          <p:spPr>
            <a:xfrm>
              <a:off x="3678878" y="3137413"/>
              <a:ext cx="239668" cy="0"/>
            </a:xfrm>
            <a:prstGeom prst="straightConnector1">
              <a:avLst/>
            </a:prstGeom>
            <a:ln w="57150">
              <a:solidFill>
                <a:schemeClr val="accent3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5" name="Gruppieren 114">
              <a:extLst>
                <a:ext uri="{FF2B5EF4-FFF2-40B4-BE49-F238E27FC236}">
                  <a16:creationId xmlns:a16="http://schemas.microsoft.com/office/drawing/2014/main" id="{5329E8C7-E790-1199-721A-165A236D8111}"/>
                </a:ext>
              </a:extLst>
            </p:cNvPr>
            <p:cNvGrpSpPr/>
            <p:nvPr/>
          </p:nvGrpSpPr>
          <p:grpSpPr>
            <a:xfrm>
              <a:off x="5445884" y="2792087"/>
              <a:ext cx="507094" cy="697900"/>
              <a:chOff x="6625760" y="3130979"/>
              <a:chExt cx="533187" cy="733811"/>
            </a:xfrm>
          </p:grpSpPr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CF0DAEC7-EB0F-6608-61F6-B1A12A7C4B65}"/>
                  </a:ext>
                </a:extLst>
              </p:cNvPr>
              <p:cNvSpPr/>
              <p:nvPr/>
            </p:nvSpPr>
            <p:spPr>
              <a:xfrm>
                <a:off x="6625760" y="3130979"/>
                <a:ext cx="360000" cy="7200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23" name="Rechteck 22">
                <a:extLst>
                  <a:ext uri="{FF2B5EF4-FFF2-40B4-BE49-F238E27FC236}">
                    <a16:creationId xmlns:a16="http://schemas.microsoft.com/office/drawing/2014/main" id="{F22A75E2-4DAB-8EBF-C6DB-E19F5DD4F6AA}"/>
                  </a:ext>
                </a:extLst>
              </p:cNvPr>
              <p:cNvSpPr/>
              <p:nvPr/>
            </p:nvSpPr>
            <p:spPr>
              <a:xfrm>
                <a:off x="6798947" y="3144790"/>
                <a:ext cx="360000" cy="7200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23412105-F4C8-9F3B-BD6F-6D750435C021}"/>
                </a:ext>
              </a:extLst>
            </p:cNvPr>
            <p:cNvSpPr/>
            <p:nvPr/>
          </p:nvSpPr>
          <p:spPr>
            <a:xfrm>
              <a:off x="6155201" y="2795030"/>
              <a:ext cx="342383" cy="684765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70" name="Gerade Verbindung mit Pfeil 69">
              <a:extLst>
                <a:ext uri="{FF2B5EF4-FFF2-40B4-BE49-F238E27FC236}">
                  <a16:creationId xmlns:a16="http://schemas.microsoft.com/office/drawing/2014/main" id="{243BBF99-BC02-CE80-0ECA-7AD6BAEDA261}"/>
                </a:ext>
              </a:extLst>
            </p:cNvPr>
            <p:cNvCxnSpPr>
              <a:cxnSpLocks/>
            </p:cNvCxnSpPr>
            <p:nvPr/>
          </p:nvCxnSpPr>
          <p:spPr>
            <a:xfrm>
              <a:off x="5856831" y="3137413"/>
              <a:ext cx="239668" cy="0"/>
            </a:xfrm>
            <a:prstGeom prst="straightConnector1">
              <a:avLst/>
            </a:prstGeom>
            <a:ln w="57150">
              <a:solidFill>
                <a:schemeClr val="accent2">
                  <a:lumMod val="20000"/>
                  <a:lumOff val="80000"/>
                </a:schemeClr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B568EAEE-F117-1619-83ED-F52CD7573E1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389359" y="2448178"/>
              <a:ext cx="273906" cy="0"/>
            </a:xfrm>
            <a:prstGeom prst="straightConnector1">
              <a:avLst/>
            </a:prstGeom>
            <a:ln w="57150">
              <a:solidFill>
                <a:srgbClr val="5DC08A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Gerade Verbindung mit Pfeil 70">
              <a:extLst>
                <a:ext uri="{FF2B5EF4-FFF2-40B4-BE49-F238E27FC236}">
                  <a16:creationId xmlns:a16="http://schemas.microsoft.com/office/drawing/2014/main" id="{8CE99197-772B-E15E-36DE-EEA477E1F190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6123888" y="2448179"/>
              <a:ext cx="273906" cy="0"/>
            </a:xfrm>
            <a:prstGeom prst="straightConnector1">
              <a:avLst/>
            </a:prstGeom>
            <a:ln w="57150">
              <a:solidFill>
                <a:srgbClr val="C75B4C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FDD90BEB-B905-FB93-2AB1-8C3D102AD03B}"/>
                </a:ext>
              </a:extLst>
            </p:cNvPr>
            <p:cNvSpPr/>
            <p:nvPr/>
          </p:nvSpPr>
          <p:spPr>
            <a:xfrm>
              <a:off x="2171364" y="1527755"/>
              <a:ext cx="684765" cy="684765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5DC00873-2D97-3F87-686C-A25CF1F01FB2}"/>
                </a:ext>
              </a:extLst>
            </p:cNvPr>
            <p:cNvSpPr/>
            <p:nvPr/>
          </p:nvSpPr>
          <p:spPr>
            <a:xfrm>
              <a:off x="2735183" y="1527755"/>
              <a:ext cx="684765" cy="684765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7CF97457-70FF-D05A-90D6-A22A23AE3CF8}"/>
                </a:ext>
              </a:extLst>
            </p:cNvPr>
            <p:cNvSpPr/>
            <p:nvPr/>
          </p:nvSpPr>
          <p:spPr>
            <a:xfrm>
              <a:off x="3296520" y="1527755"/>
              <a:ext cx="684765" cy="684765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33" name="Gerade Verbindung mit Pfeil 32">
              <a:extLst>
                <a:ext uri="{FF2B5EF4-FFF2-40B4-BE49-F238E27FC236}">
                  <a16:creationId xmlns:a16="http://schemas.microsoft.com/office/drawing/2014/main" id="{CBADC613-9A5E-3E36-201C-7BDF95C8A499}"/>
                </a:ext>
              </a:extLst>
            </p:cNvPr>
            <p:cNvCxnSpPr>
              <a:cxnSpLocks/>
            </p:cNvCxnSpPr>
            <p:nvPr/>
          </p:nvCxnSpPr>
          <p:spPr>
            <a:xfrm>
              <a:off x="2599496" y="1870137"/>
              <a:ext cx="239668" cy="0"/>
            </a:xfrm>
            <a:prstGeom prst="straightConnector1">
              <a:avLst/>
            </a:prstGeom>
            <a:ln w="57150">
              <a:solidFill>
                <a:schemeClr val="accent2">
                  <a:lumMod val="20000"/>
                  <a:lumOff val="80000"/>
                </a:schemeClr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 Verbindung mit Pfeil 43">
              <a:extLst>
                <a:ext uri="{FF2B5EF4-FFF2-40B4-BE49-F238E27FC236}">
                  <a16:creationId xmlns:a16="http://schemas.microsoft.com/office/drawing/2014/main" id="{DAAC43EE-6322-A8C4-591C-F82645D928B1}"/>
                </a:ext>
              </a:extLst>
            </p:cNvPr>
            <p:cNvCxnSpPr>
              <a:cxnSpLocks/>
            </p:cNvCxnSpPr>
            <p:nvPr/>
          </p:nvCxnSpPr>
          <p:spPr>
            <a:xfrm>
              <a:off x="3148924" y="1870137"/>
              <a:ext cx="239668" cy="0"/>
            </a:xfrm>
            <a:prstGeom prst="straightConnector1">
              <a:avLst/>
            </a:prstGeom>
            <a:ln w="57150">
              <a:solidFill>
                <a:schemeClr val="accent3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6" name="Gruppieren 115">
              <a:extLst>
                <a:ext uri="{FF2B5EF4-FFF2-40B4-BE49-F238E27FC236}">
                  <a16:creationId xmlns:a16="http://schemas.microsoft.com/office/drawing/2014/main" id="{EFC3C959-4F4A-8DC0-34D7-AB891690C7EC}"/>
                </a:ext>
              </a:extLst>
            </p:cNvPr>
            <p:cNvGrpSpPr/>
            <p:nvPr/>
          </p:nvGrpSpPr>
          <p:grpSpPr>
            <a:xfrm>
              <a:off x="5849534" y="1524811"/>
              <a:ext cx="854431" cy="690653"/>
              <a:chOff x="7187950" y="1658853"/>
              <a:chExt cx="898396" cy="726191"/>
            </a:xfrm>
          </p:grpSpPr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4F0DE78D-713F-C631-E57E-D755DDF45A25}"/>
                  </a:ext>
                </a:extLst>
              </p:cNvPr>
              <p:cNvSpPr/>
              <p:nvPr/>
            </p:nvSpPr>
            <p:spPr>
              <a:xfrm>
                <a:off x="7187950" y="1658853"/>
                <a:ext cx="720000" cy="7200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26" name="Rechteck 25">
                <a:extLst>
                  <a:ext uri="{FF2B5EF4-FFF2-40B4-BE49-F238E27FC236}">
                    <a16:creationId xmlns:a16="http://schemas.microsoft.com/office/drawing/2014/main" id="{CC2B545C-CB13-DC3A-A722-BD9F438BCAF7}"/>
                  </a:ext>
                </a:extLst>
              </p:cNvPr>
              <p:cNvSpPr/>
              <p:nvPr/>
            </p:nvSpPr>
            <p:spPr>
              <a:xfrm>
                <a:off x="7366346" y="1665044"/>
                <a:ext cx="720000" cy="7200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3B72BF58-AE03-AF36-5800-25FD05D4F2C8}"/>
                </a:ext>
              </a:extLst>
            </p:cNvPr>
            <p:cNvSpPr/>
            <p:nvPr/>
          </p:nvSpPr>
          <p:spPr>
            <a:xfrm>
              <a:off x="6581047" y="1527755"/>
              <a:ext cx="684765" cy="684765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396C01A7-6B71-12C5-7AF9-F51C0B4E219B}"/>
                </a:ext>
              </a:extLst>
            </p:cNvPr>
            <p:cNvSpPr/>
            <p:nvPr/>
          </p:nvSpPr>
          <p:spPr>
            <a:xfrm>
              <a:off x="7145026" y="1527755"/>
              <a:ext cx="684765" cy="684765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72" name="Gerade Verbindung mit Pfeil 71">
              <a:extLst>
                <a:ext uri="{FF2B5EF4-FFF2-40B4-BE49-F238E27FC236}">
                  <a16:creationId xmlns:a16="http://schemas.microsoft.com/office/drawing/2014/main" id="{608F7309-F81E-5F0F-9A7E-4BC48C4359A2}"/>
                </a:ext>
              </a:extLst>
            </p:cNvPr>
            <p:cNvCxnSpPr>
              <a:cxnSpLocks/>
            </p:cNvCxnSpPr>
            <p:nvPr/>
          </p:nvCxnSpPr>
          <p:spPr>
            <a:xfrm>
              <a:off x="6443476" y="1870137"/>
              <a:ext cx="239668" cy="0"/>
            </a:xfrm>
            <a:prstGeom prst="straightConnector1">
              <a:avLst/>
            </a:prstGeom>
            <a:ln w="57150">
              <a:solidFill>
                <a:schemeClr val="accent2">
                  <a:lumMod val="20000"/>
                  <a:lumOff val="80000"/>
                </a:schemeClr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7B7D4A0A-D4AF-FC0D-DBC4-CEC2BBB2E566}"/>
                </a:ext>
              </a:extLst>
            </p:cNvPr>
            <p:cNvCxnSpPr>
              <a:cxnSpLocks/>
            </p:cNvCxnSpPr>
            <p:nvPr/>
          </p:nvCxnSpPr>
          <p:spPr>
            <a:xfrm>
              <a:off x="7012319" y="1870137"/>
              <a:ext cx="239668" cy="0"/>
            </a:xfrm>
            <a:prstGeom prst="straightConnector1">
              <a:avLst/>
            </a:prstGeom>
            <a:ln w="57150">
              <a:solidFill>
                <a:schemeClr val="accent2">
                  <a:lumMod val="20000"/>
                  <a:lumOff val="80000"/>
                </a:schemeClr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Gerade Verbindung mit Pfeil 78">
              <a:extLst>
                <a:ext uri="{FF2B5EF4-FFF2-40B4-BE49-F238E27FC236}">
                  <a16:creationId xmlns:a16="http://schemas.microsoft.com/office/drawing/2014/main" id="{FF66AB1E-306C-A0B1-E5C1-43E0C6B2AED5}"/>
                </a:ext>
              </a:extLst>
            </p:cNvPr>
            <p:cNvCxnSpPr>
              <a:cxnSpLocks/>
            </p:cNvCxnSpPr>
            <p:nvPr/>
          </p:nvCxnSpPr>
          <p:spPr>
            <a:xfrm>
              <a:off x="3743786" y="1870137"/>
              <a:ext cx="2160000" cy="0"/>
            </a:xfrm>
            <a:prstGeom prst="straightConnector1">
              <a:avLst/>
            </a:prstGeom>
            <a:ln w="57150">
              <a:solidFill>
                <a:srgbClr val="FDB735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F999C215-D02A-7AD0-62A6-AF7BC2A05A51}"/>
                </a:ext>
              </a:extLst>
            </p:cNvPr>
            <p:cNvSpPr txBox="1"/>
            <p:nvPr/>
          </p:nvSpPr>
          <p:spPr>
            <a:xfrm>
              <a:off x="2459692" y="1308819"/>
              <a:ext cx="130407" cy="1484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545B188D-FEA1-D293-DA92-02BD560A9174}"/>
                </a:ext>
              </a:extLst>
            </p:cNvPr>
            <p:cNvSpPr txBox="1"/>
            <p:nvPr/>
          </p:nvSpPr>
          <p:spPr>
            <a:xfrm>
              <a:off x="2961916" y="1308819"/>
              <a:ext cx="231299" cy="1484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64</a:t>
              </a:r>
            </a:p>
          </p:txBody>
        </p: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47784DD6-C803-25A3-5D2C-1DD3E2E39392}"/>
                </a:ext>
              </a:extLst>
            </p:cNvPr>
            <p:cNvSpPr txBox="1"/>
            <p:nvPr/>
          </p:nvSpPr>
          <p:spPr>
            <a:xfrm>
              <a:off x="3480468" y="1308819"/>
              <a:ext cx="231299" cy="1484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64</a:t>
              </a:r>
            </a:p>
          </p:txBody>
        </p: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536B6DBD-26AC-EA03-45D1-C128875B437A}"/>
                </a:ext>
              </a:extLst>
            </p:cNvPr>
            <p:cNvSpPr txBox="1"/>
            <p:nvPr/>
          </p:nvSpPr>
          <p:spPr>
            <a:xfrm>
              <a:off x="3488025" y="2609202"/>
              <a:ext cx="231299" cy="1484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128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A52F1753-DB81-4F36-1F09-7B3E3041B4C3}"/>
                </a:ext>
              </a:extLst>
            </p:cNvPr>
            <p:cNvSpPr txBox="1"/>
            <p:nvPr/>
          </p:nvSpPr>
          <p:spPr>
            <a:xfrm>
              <a:off x="4012593" y="2609202"/>
              <a:ext cx="231299" cy="1484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128</a:t>
              </a:r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C6041618-84F9-D838-A78C-152D871EC19F}"/>
                </a:ext>
              </a:extLst>
            </p:cNvPr>
            <p:cNvSpPr txBox="1"/>
            <p:nvPr/>
          </p:nvSpPr>
          <p:spPr>
            <a:xfrm>
              <a:off x="3931297" y="3869577"/>
              <a:ext cx="231299" cy="1484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256</a:t>
              </a:r>
            </a:p>
          </p:txBody>
        </p: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04488364-9FB3-35D3-4DD4-193475A8402E}"/>
                </a:ext>
              </a:extLst>
            </p:cNvPr>
            <p:cNvSpPr txBox="1"/>
            <p:nvPr/>
          </p:nvSpPr>
          <p:spPr>
            <a:xfrm>
              <a:off x="4410910" y="3869577"/>
              <a:ext cx="231299" cy="1484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256</a:t>
              </a:r>
            </a:p>
          </p:txBody>
        </p: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FE41D679-37C0-14E8-A856-3F170DAB7194}"/>
                </a:ext>
              </a:extLst>
            </p:cNvPr>
            <p:cNvSpPr txBox="1"/>
            <p:nvPr/>
          </p:nvSpPr>
          <p:spPr>
            <a:xfrm>
              <a:off x="4373730" y="5211503"/>
              <a:ext cx="231299" cy="1484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512</a:t>
              </a:r>
            </a:p>
          </p:txBody>
        </p: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61311806-D6A1-3245-7C5A-8A5B31A2F621}"/>
                </a:ext>
              </a:extLst>
            </p:cNvPr>
            <p:cNvSpPr txBox="1"/>
            <p:nvPr/>
          </p:nvSpPr>
          <p:spPr>
            <a:xfrm>
              <a:off x="5086279" y="5211503"/>
              <a:ext cx="231299" cy="1484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512</a:t>
              </a:r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AD06A4AC-2C07-FE0D-1CEE-D8694C2377CD}"/>
                </a:ext>
              </a:extLst>
            </p:cNvPr>
            <p:cNvSpPr txBox="1"/>
            <p:nvPr/>
          </p:nvSpPr>
          <p:spPr>
            <a:xfrm>
              <a:off x="5011137" y="3869577"/>
              <a:ext cx="231299" cy="1484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512</a:t>
              </a:r>
            </a:p>
          </p:txBody>
        </p:sp>
        <p:sp>
          <p:nvSpPr>
            <p:cNvPr id="52" name="Textfeld 51">
              <a:extLst>
                <a:ext uri="{FF2B5EF4-FFF2-40B4-BE49-F238E27FC236}">
                  <a16:creationId xmlns:a16="http://schemas.microsoft.com/office/drawing/2014/main" id="{59F88278-5A4D-51AF-3064-748794789C55}"/>
                </a:ext>
              </a:extLst>
            </p:cNvPr>
            <p:cNvSpPr txBox="1"/>
            <p:nvPr/>
          </p:nvSpPr>
          <p:spPr>
            <a:xfrm>
              <a:off x="5596438" y="3869577"/>
              <a:ext cx="231299" cy="1484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256</a:t>
              </a: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21AAC464-04B4-D787-FEAE-5233D035F6F6}"/>
                </a:ext>
              </a:extLst>
            </p:cNvPr>
            <p:cNvSpPr txBox="1"/>
            <p:nvPr/>
          </p:nvSpPr>
          <p:spPr>
            <a:xfrm>
              <a:off x="5501426" y="2609202"/>
              <a:ext cx="231299" cy="1484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256</a:t>
              </a:r>
            </a:p>
          </p:txBody>
        </p: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6B8D95AE-88C2-165B-B1A7-E492056544A1}"/>
                </a:ext>
              </a:extLst>
            </p:cNvPr>
            <p:cNvSpPr txBox="1"/>
            <p:nvPr/>
          </p:nvSpPr>
          <p:spPr>
            <a:xfrm>
              <a:off x="6143881" y="2609202"/>
              <a:ext cx="231299" cy="1484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128</a:t>
              </a:r>
            </a:p>
          </p:txBody>
        </p:sp>
        <p:sp>
          <p:nvSpPr>
            <p:cNvPr id="61" name="Textfeld 60">
              <a:extLst>
                <a:ext uri="{FF2B5EF4-FFF2-40B4-BE49-F238E27FC236}">
                  <a16:creationId xmlns:a16="http://schemas.microsoft.com/office/drawing/2014/main" id="{D70AA8A8-E032-9FC2-EB29-000E6C7B71D8}"/>
                </a:ext>
              </a:extLst>
            </p:cNvPr>
            <p:cNvSpPr txBox="1"/>
            <p:nvPr/>
          </p:nvSpPr>
          <p:spPr>
            <a:xfrm>
              <a:off x="6130772" y="1308819"/>
              <a:ext cx="231299" cy="1484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128</a:t>
              </a:r>
            </a:p>
          </p:txBody>
        </p:sp>
        <p:sp>
          <p:nvSpPr>
            <p:cNvPr id="64" name="Textfeld 63">
              <a:extLst>
                <a:ext uri="{FF2B5EF4-FFF2-40B4-BE49-F238E27FC236}">
                  <a16:creationId xmlns:a16="http://schemas.microsoft.com/office/drawing/2014/main" id="{7F6B1E86-B3CB-53A5-05E0-2A7AFB2863FF}"/>
                </a:ext>
              </a:extLst>
            </p:cNvPr>
            <p:cNvSpPr txBox="1"/>
            <p:nvPr/>
          </p:nvSpPr>
          <p:spPr>
            <a:xfrm>
              <a:off x="6777203" y="1308819"/>
              <a:ext cx="231299" cy="1484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64</a:t>
              </a:r>
            </a:p>
          </p:txBody>
        </p: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F1B06632-DA8D-9E58-293A-5391B1645F76}"/>
                </a:ext>
              </a:extLst>
            </p:cNvPr>
            <p:cNvSpPr txBox="1"/>
            <p:nvPr/>
          </p:nvSpPr>
          <p:spPr>
            <a:xfrm>
              <a:off x="7341045" y="1308819"/>
              <a:ext cx="231299" cy="1484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6" name="Textfeld 65">
              <a:extLst>
                <a:ext uri="{FF2B5EF4-FFF2-40B4-BE49-F238E27FC236}">
                  <a16:creationId xmlns:a16="http://schemas.microsoft.com/office/drawing/2014/main" id="{AECF58CB-D956-3CB4-F03C-0275E889B24B}"/>
                </a:ext>
              </a:extLst>
            </p:cNvPr>
            <p:cNvSpPr txBox="1"/>
            <p:nvPr/>
          </p:nvSpPr>
          <p:spPr>
            <a:xfrm>
              <a:off x="2018877" y="2285467"/>
              <a:ext cx="761139" cy="1484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13 x 5 x 2048</a:t>
              </a:r>
            </a:p>
          </p:txBody>
        </p:sp>
        <p:sp>
          <p:nvSpPr>
            <p:cNvPr id="67" name="Textfeld 66">
              <a:extLst>
                <a:ext uri="{FF2B5EF4-FFF2-40B4-BE49-F238E27FC236}">
                  <a16:creationId xmlns:a16="http://schemas.microsoft.com/office/drawing/2014/main" id="{70E98469-C219-AE9C-5D96-3DF7628F154E}"/>
                </a:ext>
              </a:extLst>
            </p:cNvPr>
            <p:cNvSpPr txBox="1"/>
            <p:nvPr/>
          </p:nvSpPr>
          <p:spPr>
            <a:xfrm>
              <a:off x="3124658" y="3513005"/>
              <a:ext cx="761139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13 x 5 x 1030</a:t>
              </a:r>
            </a:p>
          </p:txBody>
        </p:sp>
        <p:sp>
          <p:nvSpPr>
            <p:cNvPr id="69" name="Textfeld 68">
              <a:extLst>
                <a:ext uri="{FF2B5EF4-FFF2-40B4-BE49-F238E27FC236}">
                  <a16:creationId xmlns:a16="http://schemas.microsoft.com/office/drawing/2014/main" id="{100960BB-60AA-F2E1-4E0A-D850720FC224}"/>
                </a:ext>
              </a:extLst>
            </p:cNvPr>
            <p:cNvSpPr txBox="1"/>
            <p:nvPr/>
          </p:nvSpPr>
          <p:spPr>
            <a:xfrm>
              <a:off x="3571942" y="4765038"/>
              <a:ext cx="761139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13 x 5 x 521</a:t>
              </a:r>
            </a:p>
          </p:txBody>
        </p: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5076C666-8B81-5F53-14CB-09FE69ECE774}"/>
                </a:ext>
              </a:extLst>
            </p:cNvPr>
            <p:cNvSpPr txBox="1"/>
            <p:nvPr/>
          </p:nvSpPr>
          <p:spPr>
            <a:xfrm>
              <a:off x="4049892" y="6084665"/>
              <a:ext cx="761139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13 x 5 x 267</a:t>
              </a:r>
            </a:p>
          </p:txBody>
        </p: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6DA7BAB4-E0C9-1C5D-E4D4-64D75217302B}"/>
                </a:ext>
              </a:extLst>
            </p:cNvPr>
            <p:cNvSpPr txBox="1"/>
            <p:nvPr/>
          </p:nvSpPr>
          <p:spPr>
            <a:xfrm>
              <a:off x="4849427" y="6084665"/>
              <a:ext cx="761139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13 x 5 x 267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62F265B6-D16F-0C64-5530-CA4E9465A058}"/>
                </a:ext>
              </a:extLst>
            </p:cNvPr>
            <p:cNvSpPr txBox="1"/>
            <p:nvPr/>
          </p:nvSpPr>
          <p:spPr>
            <a:xfrm>
              <a:off x="5385787" y="4765038"/>
              <a:ext cx="761139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13 x 5 x 521</a:t>
              </a:r>
            </a:p>
          </p:txBody>
        </p:sp>
        <p:sp>
          <p:nvSpPr>
            <p:cNvPr id="78" name="Textfeld 77">
              <a:extLst>
                <a:ext uri="{FF2B5EF4-FFF2-40B4-BE49-F238E27FC236}">
                  <a16:creationId xmlns:a16="http://schemas.microsoft.com/office/drawing/2014/main" id="{BD8D35F8-8B6F-3202-9484-9FFE544D74A3}"/>
                </a:ext>
              </a:extLst>
            </p:cNvPr>
            <p:cNvSpPr txBox="1"/>
            <p:nvPr/>
          </p:nvSpPr>
          <p:spPr>
            <a:xfrm>
              <a:off x="7038259" y="2285467"/>
              <a:ext cx="761139" cy="1484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13 x 5 x 2048</a:t>
              </a:r>
            </a:p>
          </p:txBody>
        </p:sp>
        <p:sp>
          <p:nvSpPr>
            <p:cNvPr id="94" name="Textfeld 93">
              <a:extLst>
                <a:ext uri="{FF2B5EF4-FFF2-40B4-BE49-F238E27FC236}">
                  <a16:creationId xmlns:a16="http://schemas.microsoft.com/office/drawing/2014/main" id="{8F0F8AD0-9625-B7C1-9E84-FBF22D5CCDFF}"/>
                </a:ext>
              </a:extLst>
            </p:cNvPr>
            <p:cNvSpPr txBox="1"/>
            <p:nvPr/>
          </p:nvSpPr>
          <p:spPr>
            <a:xfrm>
              <a:off x="5918123" y="3513005"/>
              <a:ext cx="761139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13 x 5 x 1030</a:t>
              </a:r>
            </a:p>
          </p:txBody>
        </p:sp>
        <p:cxnSp>
          <p:nvCxnSpPr>
            <p:cNvPr id="96" name="Gerade Verbindung mit Pfeil 95">
              <a:extLst>
                <a:ext uri="{FF2B5EF4-FFF2-40B4-BE49-F238E27FC236}">
                  <a16:creationId xmlns:a16="http://schemas.microsoft.com/office/drawing/2014/main" id="{FCC5E298-E0F3-549A-FA62-6348DE6852C6}"/>
                </a:ext>
              </a:extLst>
            </p:cNvPr>
            <p:cNvCxnSpPr>
              <a:cxnSpLocks/>
            </p:cNvCxnSpPr>
            <p:nvPr/>
          </p:nvCxnSpPr>
          <p:spPr>
            <a:xfrm>
              <a:off x="4205933" y="3137413"/>
              <a:ext cx="1152000" cy="0"/>
            </a:xfrm>
            <a:prstGeom prst="straightConnector1">
              <a:avLst/>
            </a:prstGeom>
            <a:ln w="57150">
              <a:solidFill>
                <a:srgbClr val="FDB735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26131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5973E76-EC0D-84BA-F6A4-A1C519A4D14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effectLst/>
        </p:spPr>
        <p:txBody>
          <a:bodyPr/>
          <a:lstStyle/>
          <a:p>
            <a:fld id="{0B4FCF17-48A0-4939-9B86-4A0E590241E6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7B05C4C-AA2F-5815-6802-65D4D1C63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fld id="{D949F9DF-37BD-4CD6-BF49-65BA579E1D7A}" type="slidenum">
              <a:rPr lang="de-DE" smtClean="0"/>
              <a:pPr/>
              <a:t>9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E730828-FF25-ADA5-1946-72137AD07A36}"/>
              </a:ext>
            </a:extLst>
          </p:cNvPr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lang="en-GB" dirty="0"/>
              <a:t>LSTM</a:t>
            </a:r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3AF924C1-B113-25EA-9044-5CEB285C0E9C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effectLst/>
        </p:spPr>
        <p:txBody>
          <a:bodyPr/>
          <a:lstStyle/>
          <a:p>
            <a:endParaRPr lang="en-GB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32AC9C3-90DE-FA52-6EA9-DE1DA14E8F73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effectLst/>
        </p:spPr>
        <p:txBody>
          <a:bodyPr/>
          <a:lstStyle/>
          <a:p>
            <a:endParaRPr lang="en-GB"/>
          </a:p>
        </p:txBody>
      </p:sp>
      <p:grpSp>
        <p:nvGrpSpPr>
          <p:cNvPr id="329" name="Gruppieren 328">
            <a:extLst>
              <a:ext uri="{FF2B5EF4-FFF2-40B4-BE49-F238E27FC236}">
                <a16:creationId xmlns:a16="http://schemas.microsoft.com/office/drawing/2014/main" id="{B6102AFB-29B4-4EC9-C104-6A47B6000DFD}"/>
              </a:ext>
            </a:extLst>
          </p:cNvPr>
          <p:cNvGrpSpPr/>
          <p:nvPr/>
        </p:nvGrpSpPr>
        <p:grpSpPr>
          <a:xfrm>
            <a:off x="-1724385" y="1807782"/>
            <a:ext cx="12486991" cy="3739578"/>
            <a:chOff x="-1724385" y="1807782"/>
            <a:chExt cx="12486991" cy="3739578"/>
          </a:xfrm>
        </p:grpSpPr>
        <p:cxnSp>
          <p:nvCxnSpPr>
            <p:cNvPr id="171" name="Gerade Verbindung mit Pfeil 170">
              <a:extLst>
                <a:ext uri="{FF2B5EF4-FFF2-40B4-BE49-F238E27FC236}">
                  <a16:creationId xmlns:a16="http://schemas.microsoft.com/office/drawing/2014/main" id="{2AFAA2CE-E54B-5EA6-86F1-0D61D94118D2}"/>
                </a:ext>
              </a:extLst>
            </p:cNvPr>
            <p:cNvCxnSpPr>
              <a:cxnSpLocks/>
              <a:stCxn id="234" idx="3"/>
              <a:endCxn id="235" idx="1"/>
            </p:cNvCxnSpPr>
            <p:nvPr/>
          </p:nvCxnSpPr>
          <p:spPr>
            <a:xfrm>
              <a:off x="4126361" y="2618275"/>
              <a:ext cx="115103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Gerade Verbindung mit Pfeil 225">
              <a:extLst>
                <a:ext uri="{FF2B5EF4-FFF2-40B4-BE49-F238E27FC236}">
                  <a16:creationId xmlns:a16="http://schemas.microsoft.com/office/drawing/2014/main" id="{3AE460CB-7F22-F7CE-B853-22BD2914670B}"/>
                </a:ext>
              </a:extLst>
            </p:cNvPr>
            <p:cNvCxnSpPr>
              <a:cxnSpLocks/>
              <a:stCxn id="221" idx="3"/>
              <a:endCxn id="234" idx="1"/>
            </p:cNvCxnSpPr>
            <p:nvPr/>
          </p:nvCxnSpPr>
          <p:spPr>
            <a:xfrm>
              <a:off x="3599595" y="2618275"/>
              <a:ext cx="11507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Gerade Verbindung mit Pfeil 240">
              <a:extLst>
                <a:ext uri="{FF2B5EF4-FFF2-40B4-BE49-F238E27FC236}">
                  <a16:creationId xmlns:a16="http://schemas.microsoft.com/office/drawing/2014/main" id="{EAF97ED4-2A98-FCA3-492F-1F2646BFCC9C}"/>
                </a:ext>
              </a:extLst>
            </p:cNvPr>
            <p:cNvCxnSpPr>
              <a:cxnSpLocks/>
              <a:stCxn id="235" idx="3"/>
              <a:endCxn id="232" idx="1"/>
            </p:cNvCxnSpPr>
            <p:nvPr/>
          </p:nvCxnSpPr>
          <p:spPr>
            <a:xfrm>
              <a:off x="4653154" y="2618275"/>
              <a:ext cx="11642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27" name="Gruppieren 326">
              <a:extLst>
                <a:ext uri="{FF2B5EF4-FFF2-40B4-BE49-F238E27FC236}">
                  <a16:creationId xmlns:a16="http://schemas.microsoft.com/office/drawing/2014/main" id="{C70FDE79-1708-58E0-AD42-66A7D0B904C1}"/>
                </a:ext>
              </a:extLst>
            </p:cNvPr>
            <p:cNvGrpSpPr/>
            <p:nvPr/>
          </p:nvGrpSpPr>
          <p:grpSpPr>
            <a:xfrm>
              <a:off x="-1724385" y="1807782"/>
              <a:ext cx="12486991" cy="3739578"/>
              <a:chOff x="-1724385" y="1807782"/>
              <a:chExt cx="12486991" cy="3739578"/>
            </a:xfrm>
          </p:grpSpPr>
          <p:grpSp>
            <p:nvGrpSpPr>
              <p:cNvPr id="276" name="Gruppieren 275">
                <a:extLst>
                  <a:ext uri="{FF2B5EF4-FFF2-40B4-BE49-F238E27FC236}">
                    <a16:creationId xmlns:a16="http://schemas.microsoft.com/office/drawing/2014/main" id="{DD9F8731-062A-6164-2FF5-1CF63B772FC3}"/>
                  </a:ext>
                </a:extLst>
              </p:cNvPr>
              <p:cNvGrpSpPr/>
              <p:nvPr/>
            </p:nvGrpSpPr>
            <p:grpSpPr>
              <a:xfrm>
                <a:off x="1817163" y="4103280"/>
                <a:ext cx="4781970" cy="1444080"/>
                <a:chOff x="2793605" y="4075263"/>
                <a:chExt cx="4781970" cy="1444080"/>
              </a:xfrm>
            </p:grpSpPr>
            <p:sp>
              <p:nvSpPr>
                <p:cNvPr id="80" name="Rechteck: abgerundete Ecken 79">
                  <a:extLst>
                    <a:ext uri="{FF2B5EF4-FFF2-40B4-BE49-F238E27FC236}">
                      <a16:creationId xmlns:a16="http://schemas.microsoft.com/office/drawing/2014/main" id="{3E7D6A03-70BD-9793-5F02-96834CD38C3F}"/>
                    </a:ext>
                  </a:extLst>
                </p:cNvPr>
                <p:cNvSpPr/>
                <p:nvPr/>
              </p:nvSpPr>
              <p:spPr>
                <a:xfrm>
                  <a:off x="2793605" y="4075263"/>
                  <a:ext cx="4781970" cy="1363512"/>
                </a:xfrm>
                <a:prstGeom prst="roundRect">
                  <a:avLst>
                    <a:gd name="adj" fmla="val 5962"/>
                  </a:avLst>
                </a:prstGeom>
                <a:noFill/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180000" bIns="180000" rtlCol="0" anchor="t"/>
                <a:lstStyle/>
                <a:p>
                  <a:pPr marL="0" marR="0" indent="0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10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Legend:</a:t>
                  </a:r>
                </a:p>
              </p:txBody>
            </p:sp>
            <p:sp>
              <p:nvSpPr>
                <p:cNvPr id="112" name="Textfeld 111">
                  <a:extLst>
                    <a:ext uri="{FF2B5EF4-FFF2-40B4-BE49-F238E27FC236}">
                      <a16:creationId xmlns:a16="http://schemas.microsoft.com/office/drawing/2014/main" id="{383CB16E-33A6-CE4D-9444-DF680131EB24}"/>
                    </a:ext>
                  </a:extLst>
                </p:cNvPr>
                <p:cNvSpPr txBox="1"/>
                <p:nvPr/>
              </p:nvSpPr>
              <p:spPr>
                <a:xfrm>
                  <a:off x="3327184" y="4372551"/>
                  <a:ext cx="1338446" cy="66396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indent="0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R: rows of channels</a:t>
                  </a:r>
                </a:p>
                <a:p>
                  <a:pPr marL="0" marR="0" indent="0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lang="en-GB" sz="1000" dirty="0">
                      <a:solidFill>
                        <a:prstClr val="black"/>
                      </a:solidFill>
                      <a:latin typeface="Arial"/>
                    </a:rPr>
                    <a:t>C: columns of channels</a:t>
                  </a:r>
                </a:p>
                <a:p>
                  <a:pPr marL="0" marR="0" indent="0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S</a:t>
                  </a:r>
                  <a:r>
                    <a:rPr lang="en-GB" sz="1000" dirty="0">
                      <a:solidFill>
                        <a:prstClr val="black"/>
                      </a:solidFill>
                      <a:latin typeface="Arial"/>
                    </a:rPr>
                    <a:t>: time in samples</a:t>
                  </a:r>
                </a:p>
                <a:p>
                  <a:pPr marL="0" marR="0" indent="0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F: number of filters</a:t>
                  </a:r>
                </a:p>
              </p:txBody>
            </p:sp>
            <p:sp>
              <p:nvSpPr>
                <p:cNvPr id="258" name="Textfeld 257">
                  <a:extLst>
                    <a:ext uri="{FF2B5EF4-FFF2-40B4-BE49-F238E27FC236}">
                      <a16:creationId xmlns:a16="http://schemas.microsoft.com/office/drawing/2014/main" id="{A15FE1B5-A96D-BEF6-73DA-063E680B543E}"/>
                    </a:ext>
                  </a:extLst>
                </p:cNvPr>
                <p:cNvSpPr txBox="1"/>
                <p:nvPr/>
              </p:nvSpPr>
              <p:spPr>
                <a:xfrm rot="17805660">
                  <a:off x="2581430" y="5114890"/>
                  <a:ext cx="684000" cy="12490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indent="0" algn="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R x C x </a:t>
                  </a:r>
                  <a:r>
                    <a:rPr lang="en-GB" sz="800" dirty="0">
                      <a:solidFill>
                        <a:prstClr val="black"/>
                      </a:solidFill>
                      <a:latin typeface="Arial"/>
                    </a:rPr>
                    <a:t>S</a:t>
                  </a:r>
                  <a:endParaRPr kumimoji="0" lang="en-GB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259" name="Rechteck 258">
                  <a:extLst>
                    <a:ext uri="{FF2B5EF4-FFF2-40B4-BE49-F238E27FC236}">
                      <a16:creationId xmlns:a16="http://schemas.microsoft.com/office/drawing/2014/main" id="{CB0AFD1F-A028-756C-B9F7-F3A4C5D26C00}"/>
                    </a:ext>
                  </a:extLst>
                </p:cNvPr>
                <p:cNvSpPr/>
                <p:nvPr/>
              </p:nvSpPr>
              <p:spPr>
                <a:xfrm flipH="1">
                  <a:off x="3026133" y="4534273"/>
                  <a:ext cx="247502" cy="288000"/>
                </a:xfrm>
                <a:prstGeom prst="rect">
                  <a:avLst/>
                </a:prstGeom>
                <a:solidFill>
                  <a:schemeClr val="accent6"/>
                </a:solidFill>
                <a:ln>
                  <a:solidFill>
                    <a:schemeClr val="accent6">
                      <a:alpha val="89000"/>
                    </a:schemeClr>
                  </a:solidFill>
                </a:ln>
                <a:effectLst/>
                <a:scene3d>
                  <a:camera prst="isometricOffAxis2Right">
                    <a:rot lat="600000" lon="16500000" rev="0"/>
                  </a:camera>
                  <a:lightRig rig="contrasting" dir="t"/>
                </a:scene3d>
                <a:sp3d extrusionH="101600" contourW="12700">
                  <a:extrusionClr>
                    <a:schemeClr val="accent6"/>
                  </a:extrusionClr>
                  <a:contourClr>
                    <a:schemeClr val="accent6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260" name="Textfeld 259">
                  <a:extLst>
                    <a:ext uri="{FF2B5EF4-FFF2-40B4-BE49-F238E27FC236}">
                      <a16:creationId xmlns:a16="http://schemas.microsoft.com/office/drawing/2014/main" id="{75C4CEF2-0196-6996-9DC2-89B873AB585F}"/>
                    </a:ext>
                  </a:extLst>
                </p:cNvPr>
                <p:cNvSpPr txBox="1"/>
                <p:nvPr/>
              </p:nvSpPr>
              <p:spPr>
                <a:xfrm flipH="1">
                  <a:off x="2991395" y="4373457"/>
                  <a:ext cx="231299" cy="12490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F</a:t>
                  </a:r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grpSp>
              <p:nvGrpSpPr>
                <p:cNvPr id="275" name="Gruppieren 274">
                  <a:extLst>
                    <a:ext uri="{FF2B5EF4-FFF2-40B4-BE49-F238E27FC236}">
                      <a16:creationId xmlns:a16="http://schemas.microsoft.com/office/drawing/2014/main" id="{EF0AD5A9-2EE8-3C67-F192-AB3E0B53ADD2}"/>
                    </a:ext>
                  </a:extLst>
                </p:cNvPr>
                <p:cNvGrpSpPr/>
                <p:nvPr/>
              </p:nvGrpSpPr>
              <p:grpSpPr>
                <a:xfrm>
                  <a:off x="4944365" y="4357747"/>
                  <a:ext cx="2620769" cy="813704"/>
                  <a:chOff x="4778816" y="4369984"/>
                  <a:chExt cx="2620769" cy="813704"/>
                </a:xfrm>
              </p:grpSpPr>
              <p:grpSp>
                <p:nvGrpSpPr>
                  <p:cNvPr id="268" name="Gruppieren 267">
                    <a:extLst>
                      <a:ext uri="{FF2B5EF4-FFF2-40B4-BE49-F238E27FC236}">
                        <a16:creationId xmlns:a16="http://schemas.microsoft.com/office/drawing/2014/main" id="{330CB1C7-B7B7-273A-7766-3D2D6608C2A0}"/>
                      </a:ext>
                    </a:extLst>
                  </p:cNvPr>
                  <p:cNvGrpSpPr/>
                  <p:nvPr/>
                </p:nvGrpSpPr>
                <p:grpSpPr>
                  <a:xfrm>
                    <a:off x="4778816" y="4369984"/>
                    <a:ext cx="2620769" cy="156133"/>
                    <a:chOff x="4778816" y="4369984"/>
                    <a:chExt cx="2620769" cy="156133"/>
                  </a:xfrm>
                </p:grpSpPr>
                <p:sp>
                  <p:nvSpPr>
                    <p:cNvPr id="97" name="Textfeld 96">
                      <a:extLst>
                        <a:ext uri="{FF2B5EF4-FFF2-40B4-BE49-F238E27FC236}">
                          <a16:creationId xmlns:a16="http://schemas.microsoft.com/office/drawing/2014/main" id="{87F43507-8855-0ABD-F017-16172DC7030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987585" y="4369984"/>
                      <a:ext cx="2412000" cy="15613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Conv + Batch norm + </a:t>
                      </a:r>
                      <a:r>
                        <a:rPr kumimoji="0" lang="en-GB" sz="10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PReLU</a:t>
                      </a: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263" name="Pfeil: Chevron 262">
                      <a:extLst>
                        <a:ext uri="{FF2B5EF4-FFF2-40B4-BE49-F238E27FC236}">
                          <a16:creationId xmlns:a16="http://schemas.microsoft.com/office/drawing/2014/main" id="{D84E1589-6207-220E-1506-ABCCC723B3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78816" y="4394050"/>
                      <a:ext cx="108000" cy="108000"/>
                    </a:xfrm>
                    <a:prstGeom prst="chevron">
                      <a:avLst/>
                    </a:prstGeom>
                    <a:solidFill>
                      <a:schemeClr val="accent2">
                        <a:lumMod val="20000"/>
                        <a:lumOff val="80000"/>
                      </a:schemeClr>
                    </a:solidFill>
                    <a:ln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269" name="Gruppieren 268">
                    <a:extLst>
                      <a:ext uri="{FF2B5EF4-FFF2-40B4-BE49-F238E27FC236}">
                        <a16:creationId xmlns:a16="http://schemas.microsoft.com/office/drawing/2014/main" id="{315A90A8-F01B-DE23-7432-1599903A7AC4}"/>
                      </a:ext>
                    </a:extLst>
                  </p:cNvPr>
                  <p:cNvGrpSpPr/>
                  <p:nvPr/>
                </p:nvGrpSpPr>
                <p:grpSpPr>
                  <a:xfrm>
                    <a:off x="4778816" y="4534377"/>
                    <a:ext cx="2620769" cy="156133"/>
                    <a:chOff x="4778816" y="4618213"/>
                    <a:chExt cx="2620769" cy="156133"/>
                  </a:xfrm>
                </p:grpSpPr>
                <p:sp>
                  <p:nvSpPr>
                    <p:cNvPr id="98" name="Textfeld 97">
                      <a:extLst>
                        <a:ext uri="{FF2B5EF4-FFF2-40B4-BE49-F238E27FC236}">
                          <a16:creationId xmlns:a16="http://schemas.microsoft.com/office/drawing/2014/main" id="{3A9174F3-21C6-C608-48C4-A19EDD79CF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987585" y="4618213"/>
                      <a:ext cx="2412000" cy="15613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10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Strided</a:t>
                      </a:r>
                      <a:r>
                        <a:rPr kumimoji="0" lang="en-GB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 Conv + Batch norm + </a:t>
                      </a:r>
                      <a:r>
                        <a:rPr kumimoji="0" lang="en-GB" sz="10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PReLU</a:t>
                      </a: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264" name="Pfeil: Chevron 263">
                      <a:extLst>
                        <a:ext uri="{FF2B5EF4-FFF2-40B4-BE49-F238E27FC236}">
                          <a16:creationId xmlns:a16="http://schemas.microsoft.com/office/drawing/2014/main" id="{7FD8FA1B-D8FD-A0AC-40FB-57B35B1F46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78816" y="4642279"/>
                      <a:ext cx="108000" cy="108000"/>
                    </a:xfrm>
                    <a:prstGeom prst="chevron">
                      <a:avLst/>
                    </a:prstGeom>
                    <a:solidFill>
                      <a:srgbClr val="5DC08A"/>
                    </a:solidFill>
                    <a:ln>
                      <a:solidFill>
                        <a:srgbClr val="5DC08A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270" name="Gruppieren 269">
                    <a:extLst>
                      <a:ext uri="{FF2B5EF4-FFF2-40B4-BE49-F238E27FC236}">
                        <a16:creationId xmlns:a16="http://schemas.microsoft.com/office/drawing/2014/main" id="{BB77C61F-5C83-1373-D0DF-7FD018353A92}"/>
                      </a:ext>
                    </a:extLst>
                  </p:cNvPr>
                  <p:cNvGrpSpPr/>
                  <p:nvPr/>
                </p:nvGrpSpPr>
                <p:grpSpPr>
                  <a:xfrm>
                    <a:off x="4778816" y="4698770"/>
                    <a:ext cx="2620769" cy="156133"/>
                    <a:chOff x="4778816" y="4866441"/>
                    <a:chExt cx="2620769" cy="156133"/>
                  </a:xfrm>
                </p:grpSpPr>
                <p:sp>
                  <p:nvSpPr>
                    <p:cNvPr id="99" name="Textfeld 98">
                      <a:extLst>
                        <a:ext uri="{FF2B5EF4-FFF2-40B4-BE49-F238E27FC236}">
                          <a16:creationId xmlns:a16="http://schemas.microsoft.com/office/drawing/2014/main" id="{B712E9CE-2842-878B-3BF6-2D53BCA3192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987585" y="4866441"/>
                      <a:ext cx="2412000" cy="15613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lang="en-GB" sz="1000" dirty="0">
                          <a:solidFill>
                            <a:prstClr val="black"/>
                          </a:solidFill>
                          <a:latin typeface="Arial"/>
                        </a:rPr>
                        <a:t>Residual block</a:t>
                      </a: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265" name="Pfeil: Chevron 264">
                      <a:extLst>
                        <a:ext uri="{FF2B5EF4-FFF2-40B4-BE49-F238E27FC236}">
                          <a16:creationId xmlns:a16="http://schemas.microsoft.com/office/drawing/2014/main" id="{8ED5B235-4C9C-BBB6-278F-4C3E4C5CFBD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78816" y="4890507"/>
                      <a:ext cx="108000" cy="108000"/>
                    </a:xfrm>
                    <a:prstGeom prst="chevron">
                      <a:avLst/>
                    </a:prstGeom>
                    <a:solidFill>
                      <a:schemeClr val="accent3"/>
                    </a:solidFill>
                    <a:ln>
                      <a:solidFill>
                        <a:schemeClr val="accent3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271" name="Gruppieren 270">
                    <a:extLst>
                      <a:ext uri="{FF2B5EF4-FFF2-40B4-BE49-F238E27FC236}">
                        <a16:creationId xmlns:a16="http://schemas.microsoft.com/office/drawing/2014/main" id="{9E215F6E-A3A5-6A0B-E51E-D7784654E684}"/>
                      </a:ext>
                    </a:extLst>
                  </p:cNvPr>
                  <p:cNvGrpSpPr/>
                  <p:nvPr/>
                </p:nvGrpSpPr>
                <p:grpSpPr>
                  <a:xfrm>
                    <a:off x="4778816" y="4863163"/>
                    <a:ext cx="2620769" cy="156133"/>
                    <a:chOff x="4778816" y="5108087"/>
                    <a:chExt cx="2620769" cy="156133"/>
                  </a:xfrm>
                </p:grpSpPr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3CCA06AF-911A-5C2D-E4CB-DE3DA93C9EE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987585" y="5108087"/>
                      <a:ext cx="2412000" cy="15613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lang="en-GB" sz="1000" dirty="0">
                          <a:solidFill>
                            <a:prstClr val="black"/>
                          </a:solidFill>
                          <a:latin typeface="Arial"/>
                        </a:rPr>
                        <a:t>Flatten/Reshape</a:t>
                      </a: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266" name="Pfeil: Chevron 265">
                      <a:extLst>
                        <a:ext uri="{FF2B5EF4-FFF2-40B4-BE49-F238E27FC236}">
                          <a16:creationId xmlns:a16="http://schemas.microsoft.com/office/drawing/2014/main" id="{624E7BD1-EB21-7968-578D-576DAAAFF1F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78816" y="5132153"/>
                      <a:ext cx="108000" cy="108000"/>
                    </a:xfrm>
                    <a:prstGeom prst="chevron">
                      <a:avLst/>
                    </a:prstGeom>
                    <a:solidFill>
                      <a:srgbClr val="FDB735"/>
                    </a:solidFill>
                    <a:ln>
                      <a:solidFill>
                        <a:srgbClr val="FDB735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272" name="Gruppieren 271">
                    <a:extLst>
                      <a:ext uri="{FF2B5EF4-FFF2-40B4-BE49-F238E27FC236}">
                        <a16:creationId xmlns:a16="http://schemas.microsoft.com/office/drawing/2014/main" id="{AB5AA3A0-B7D5-1BCC-2D2D-563243F8D1DE}"/>
                      </a:ext>
                    </a:extLst>
                  </p:cNvPr>
                  <p:cNvGrpSpPr/>
                  <p:nvPr/>
                </p:nvGrpSpPr>
                <p:grpSpPr>
                  <a:xfrm>
                    <a:off x="4778816" y="5027555"/>
                    <a:ext cx="2620769" cy="156133"/>
                    <a:chOff x="4778816" y="5353788"/>
                    <a:chExt cx="2620769" cy="156133"/>
                  </a:xfrm>
                </p:grpSpPr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675A4B27-B6E5-27DA-111A-7EEA6996E09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987585" y="5353788"/>
                      <a:ext cx="2412000" cy="15613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Transposed Conv + Batch norm + </a:t>
                      </a:r>
                      <a:r>
                        <a:rPr kumimoji="0" lang="en-GB" sz="10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PReLU</a:t>
                      </a: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267" name="Pfeil: Chevron 266">
                      <a:extLst>
                        <a:ext uri="{FF2B5EF4-FFF2-40B4-BE49-F238E27FC236}">
                          <a16:creationId xmlns:a16="http://schemas.microsoft.com/office/drawing/2014/main" id="{58DD58F2-D8B9-0696-5C03-00525C2EF29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78816" y="5377854"/>
                      <a:ext cx="108000" cy="108000"/>
                    </a:xfrm>
                    <a:prstGeom prst="chevron">
                      <a:avLst/>
                    </a:prstGeom>
                    <a:solidFill>
                      <a:srgbClr val="C75B4C"/>
                    </a:solidFill>
                    <a:ln>
                      <a:solidFill>
                        <a:srgbClr val="C75B4C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</p:grpSp>
          <p:grpSp>
            <p:nvGrpSpPr>
              <p:cNvPr id="326" name="Gruppieren 325">
                <a:extLst>
                  <a:ext uri="{FF2B5EF4-FFF2-40B4-BE49-F238E27FC236}">
                    <a16:creationId xmlns:a16="http://schemas.microsoft.com/office/drawing/2014/main" id="{C5F87D6A-AA42-2489-FCBB-14F778E6C473}"/>
                  </a:ext>
                </a:extLst>
              </p:cNvPr>
              <p:cNvGrpSpPr/>
              <p:nvPr/>
            </p:nvGrpSpPr>
            <p:grpSpPr>
              <a:xfrm>
                <a:off x="-1724385" y="1807782"/>
                <a:ext cx="12486991" cy="2189023"/>
                <a:chOff x="-1724385" y="1807782"/>
                <a:chExt cx="12486991" cy="2189023"/>
              </a:xfrm>
            </p:grpSpPr>
            <p:grpSp>
              <p:nvGrpSpPr>
                <p:cNvPr id="300" name="Gruppieren 299">
                  <a:extLst>
                    <a:ext uri="{FF2B5EF4-FFF2-40B4-BE49-F238E27FC236}">
                      <a16:creationId xmlns:a16="http://schemas.microsoft.com/office/drawing/2014/main" id="{9A4E562A-A67C-F456-314D-E603E8F824A7}"/>
                    </a:ext>
                  </a:extLst>
                </p:cNvPr>
                <p:cNvGrpSpPr/>
                <p:nvPr/>
              </p:nvGrpSpPr>
              <p:grpSpPr>
                <a:xfrm>
                  <a:off x="3337239" y="2294275"/>
                  <a:ext cx="1483734" cy="1311291"/>
                  <a:chOff x="3388644" y="2179223"/>
                  <a:chExt cx="1483734" cy="1311291"/>
                </a:xfrm>
              </p:grpSpPr>
              <p:sp>
                <p:nvSpPr>
                  <p:cNvPr id="240" name="Textfeld 239">
                    <a:extLst>
                      <a:ext uri="{FF2B5EF4-FFF2-40B4-BE49-F238E27FC236}">
                        <a16:creationId xmlns:a16="http://schemas.microsoft.com/office/drawing/2014/main" id="{0EC432ED-D744-1F9B-5C6A-77B18C6962AD}"/>
                      </a:ext>
                    </a:extLst>
                  </p:cNvPr>
                  <p:cNvSpPr txBox="1"/>
                  <p:nvPr/>
                </p:nvSpPr>
                <p:spPr>
                  <a:xfrm>
                    <a:off x="3762911" y="2610056"/>
                    <a:ext cx="939139" cy="12490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algn="ct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Hidden size: 1344</a:t>
                    </a:r>
                  </a:p>
                </p:txBody>
              </p:sp>
              <p:grpSp>
                <p:nvGrpSpPr>
                  <p:cNvPr id="299" name="Gruppieren 298">
                    <a:extLst>
                      <a:ext uri="{FF2B5EF4-FFF2-40B4-BE49-F238E27FC236}">
                        <a16:creationId xmlns:a16="http://schemas.microsoft.com/office/drawing/2014/main" id="{3550A386-D63B-83F9-5A53-D1AEE86A90A0}"/>
                      </a:ext>
                    </a:extLst>
                  </p:cNvPr>
                  <p:cNvGrpSpPr/>
                  <p:nvPr/>
                </p:nvGrpSpPr>
                <p:grpSpPr>
                  <a:xfrm>
                    <a:off x="3388644" y="2179223"/>
                    <a:ext cx="1483734" cy="1311291"/>
                    <a:chOff x="3388644" y="2179223"/>
                    <a:chExt cx="1483734" cy="1311291"/>
                  </a:xfrm>
                </p:grpSpPr>
                <p:sp>
                  <p:nvSpPr>
                    <p:cNvPr id="222" name="Textfeld 221">
                      <a:extLst>
                        <a:ext uri="{FF2B5EF4-FFF2-40B4-BE49-F238E27FC236}">
                          <a16:creationId xmlns:a16="http://schemas.microsoft.com/office/drawing/2014/main" id="{59CC4581-6A7C-1278-9C9C-106D1DA42D24}"/>
                        </a:ext>
                      </a:extLst>
                    </p:cNvPr>
                    <p:cNvSpPr txBox="1"/>
                    <p:nvPr/>
                  </p:nvSpPr>
                  <p:spPr>
                    <a:xfrm rot="17805660">
                      <a:off x="3127097" y="3101585"/>
                      <a:ext cx="648000" cy="1249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640 x 2688</a:t>
                      </a:r>
                    </a:p>
                  </p:txBody>
                </p:sp>
                <p:sp>
                  <p:nvSpPr>
                    <p:cNvPr id="234" name="Rechteck 233">
                      <a:extLst>
                        <a:ext uri="{FF2B5EF4-FFF2-40B4-BE49-F238E27FC236}">
                          <a16:creationId xmlns:a16="http://schemas.microsoft.com/office/drawing/2014/main" id="{EC0A2A8D-33BD-5829-7236-7E97F5339B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766076" y="2395223"/>
                      <a:ext cx="411690" cy="21600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952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36000" tIns="36000" rIns="36000" bIns="36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LSTM</a:t>
                      </a:r>
                    </a:p>
                  </p:txBody>
                </p:sp>
                <p:sp>
                  <p:nvSpPr>
                    <p:cNvPr id="235" name="Rechteck 234">
                      <a:extLst>
                        <a:ext uri="{FF2B5EF4-FFF2-40B4-BE49-F238E27FC236}">
                          <a16:creationId xmlns:a16="http://schemas.microsoft.com/office/drawing/2014/main" id="{F19F9484-03C7-2A40-8352-43CA93BB63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292869" y="2395223"/>
                      <a:ext cx="411690" cy="21600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952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36000" tIns="36000" rIns="36000" bIns="36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LSTM</a:t>
                      </a:r>
                    </a:p>
                  </p:txBody>
                </p:sp>
                <p:sp>
                  <p:nvSpPr>
                    <p:cNvPr id="221" name="Rechteck 220">
                      <a:extLst>
                        <a:ext uri="{FF2B5EF4-FFF2-40B4-BE49-F238E27FC236}">
                          <a16:creationId xmlns:a16="http://schemas.microsoft.com/office/drawing/2014/main" id="{9F3582A8-B272-EBDF-E21E-A20A322F58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42999" y="2179223"/>
                      <a:ext cx="108001" cy="64800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accent6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232" name="Rechteck 231">
                      <a:extLst>
                        <a:ext uri="{FF2B5EF4-FFF2-40B4-BE49-F238E27FC236}">
                          <a16:creationId xmlns:a16="http://schemas.microsoft.com/office/drawing/2014/main" id="{312C940D-7815-E157-4687-13481FB685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0985" y="2179223"/>
                      <a:ext cx="51393" cy="64800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accent6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244" name="Textfeld 243">
                      <a:extLst>
                        <a:ext uri="{FF2B5EF4-FFF2-40B4-BE49-F238E27FC236}">
                          <a16:creationId xmlns:a16="http://schemas.microsoft.com/office/drawing/2014/main" id="{777B5BE7-A543-60D2-389E-8CBD2224DD1B}"/>
                        </a:ext>
                      </a:extLst>
                    </p:cNvPr>
                    <p:cNvSpPr txBox="1"/>
                    <p:nvPr/>
                  </p:nvSpPr>
                  <p:spPr>
                    <a:xfrm rot="17805660">
                      <a:off x="4379737" y="3104061"/>
                      <a:ext cx="648000" cy="1249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640 x 1344</a:t>
                      </a:r>
                    </a:p>
                  </p:txBody>
                </p:sp>
              </p:grpSp>
            </p:grpSp>
            <p:grpSp>
              <p:nvGrpSpPr>
                <p:cNvPr id="303" name="Gruppieren 302">
                  <a:extLst>
                    <a:ext uri="{FF2B5EF4-FFF2-40B4-BE49-F238E27FC236}">
                      <a16:creationId xmlns:a16="http://schemas.microsoft.com/office/drawing/2014/main" id="{67446B95-2970-A36D-69EE-6EEC0E5DF51B}"/>
                    </a:ext>
                  </a:extLst>
                </p:cNvPr>
                <p:cNvGrpSpPr/>
                <p:nvPr/>
              </p:nvGrpSpPr>
              <p:grpSpPr>
                <a:xfrm>
                  <a:off x="-1724385" y="1876671"/>
                  <a:ext cx="6421607" cy="2003615"/>
                  <a:chOff x="-1751331" y="1815668"/>
                  <a:chExt cx="6421607" cy="2003615"/>
                </a:xfrm>
              </p:grpSpPr>
              <p:sp>
                <p:nvSpPr>
                  <p:cNvPr id="83" name="Rechteck 82">
                    <a:extLst>
                      <a:ext uri="{FF2B5EF4-FFF2-40B4-BE49-F238E27FC236}">
                        <a16:creationId xmlns:a16="http://schemas.microsoft.com/office/drawing/2014/main" id="{3B6DE444-A2F2-4999-6F25-DAF2B7FF263D}"/>
                      </a:ext>
                    </a:extLst>
                  </p:cNvPr>
                  <p:cNvSpPr/>
                  <p:nvPr/>
                </p:nvSpPr>
                <p:spPr>
                  <a:xfrm>
                    <a:off x="621591" y="2492150"/>
                    <a:ext cx="3093770" cy="144000"/>
                  </a:xfrm>
                  <a:prstGeom prst="rect">
                    <a:avLst/>
                  </a:prstGeom>
                  <a:solidFill>
                    <a:schemeClr val="accent6"/>
                  </a:solidFill>
                  <a:ln>
                    <a:solidFill>
                      <a:schemeClr val="accent6">
                        <a:alpha val="89000"/>
                      </a:schemeClr>
                    </a:solidFill>
                  </a:ln>
                  <a:effectLst/>
                  <a:scene3d>
                    <a:camera prst="isometricOffAxis2Right">
                      <a:rot lat="600000" lon="16380000" rev="0"/>
                    </a:camera>
                    <a:lightRig rig="contrasting" dir="t"/>
                  </a:scene3d>
                  <a:sp3d extrusionH="50800" contourW="12700">
                    <a:extrusionClr>
                      <a:schemeClr val="accent6"/>
                    </a:extrusionClr>
                    <a:contourClr>
                      <a:schemeClr val="accent6"/>
                    </a:contourClr>
                  </a:sp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grpSp>
                <p:nvGrpSpPr>
                  <p:cNvPr id="302" name="Gruppieren 301">
                    <a:extLst>
                      <a:ext uri="{FF2B5EF4-FFF2-40B4-BE49-F238E27FC236}">
                        <a16:creationId xmlns:a16="http://schemas.microsoft.com/office/drawing/2014/main" id="{D4B4DB96-2A37-F2B0-8855-1C749B0F1222}"/>
                      </a:ext>
                    </a:extLst>
                  </p:cNvPr>
                  <p:cNvGrpSpPr/>
                  <p:nvPr/>
                </p:nvGrpSpPr>
                <p:grpSpPr>
                  <a:xfrm>
                    <a:off x="-1751331" y="1815668"/>
                    <a:ext cx="6421607" cy="2003615"/>
                    <a:chOff x="-1751331" y="1815668"/>
                    <a:chExt cx="6421607" cy="2003615"/>
                  </a:xfrm>
                </p:grpSpPr>
                <p:sp>
                  <p:nvSpPr>
                    <p:cNvPr id="9" name="Rechteck 8">
                      <a:extLst>
                        <a:ext uri="{FF2B5EF4-FFF2-40B4-BE49-F238E27FC236}">
                          <a16:creationId xmlns:a16="http://schemas.microsoft.com/office/drawing/2014/main" id="{FDD90BEB-B905-FB93-2AB1-8C3D102AD03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-1517264" y="2492150"/>
                      <a:ext cx="6187540" cy="144000"/>
                    </a:xfrm>
                    <a:prstGeom prst="rect">
                      <a:avLst/>
                    </a:prstGeom>
                    <a:solidFill>
                      <a:schemeClr val="accent6"/>
                    </a:solidFill>
                    <a:ln>
                      <a:solidFill>
                        <a:schemeClr val="accent6">
                          <a:alpha val="89000"/>
                        </a:schemeClr>
                      </a:solidFill>
                    </a:ln>
                    <a:effectLst/>
                    <a:scene3d>
                      <a:camera prst="isometricOffAxis2Right">
                        <a:rot lat="600000" lon="16380000" rev="0"/>
                      </a:camera>
                      <a:lightRig rig="contrasting" dir="t"/>
                    </a:scene3d>
                    <a:sp3d extrusionH="50800" contourW="12700">
                      <a:extrusionClr>
                        <a:schemeClr val="accent6"/>
                      </a:extrusionClr>
                      <a:contourClr>
                        <a:schemeClr val="accent6"/>
                      </a:contourClr>
                    </a:sp3d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dirty="0"/>
                    </a:p>
                  </p:txBody>
                </p:sp>
                <p:sp>
                  <p:nvSpPr>
                    <p:cNvPr id="185" name="Rechteck 184">
                      <a:extLst>
                        <a:ext uri="{FF2B5EF4-FFF2-40B4-BE49-F238E27FC236}">
                          <a16:creationId xmlns:a16="http://schemas.microsoft.com/office/drawing/2014/main" id="{FE39C167-3CA3-0715-221F-A1AB83689A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-1751331" y="2492150"/>
                      <a:ext cx="6187540" cy="144000"/>
                    </a:xfrm>
                    <a:prstGeom prst="rect">
                      <a:avLst/>
                    </a:prstGeom>
                    <a:solidFill>
                      <a:schemeClr val="accent6"/>
                    </a:solidFill>
                    <a:ln>
                      <a:solidFill>
                        <a:schemeClr val="accent6">
                          <a:alpha val="89000"/>
                        </a:schemeClr>
                      </a:solidFill>
                    </a:ln>
                    <a:effectLst/>
                    <a:scene3d>
                      <a:camera prst="isometricOffAxis2Right">
                        <a:rot lat="600000" lon="16380000" rev="0"/>
                      </a:camera>
                      <a:lightRig rig="contrasting" dir="t"/>
                    </a:scene3d>
                    <a:sp3d extrusionH="50800" contourW="12700">
                      <a:extrusionClr>
                        <a:schemeClr val="accent6"/>
                      </a:extrusionClr>
                      <a:contourClr>
                        <a:schemeClr val="accent6"/>
                      </a:contourClr>
                    </a:sp3d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dirty="0"/>
                    </a:p>
                  </p:txBody>
                </p:sp>
                <p:sp>
                  <p:nvSpPr>
                    <p:cNvPr id="5" name="Rechteck 4">
                      <a:extLst>
                        <a:ext uri="{FF2B5EF4-FFF2-40B4-BE49-F238E27FC236}">
                          <a16:creationId xmlns:a16="http://schemas.microsoft.com/office/drawing/2014/main" id="{09CED233-EDBE-6A1B-FC3F-6D63C80E911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-449482" y="2492150"/>
                      <a:ext cx="4640655" cy="144000"/>
                    </a:xfrm>
                    <a:prstGeom prst="rect">
                      <a:avLst/>
                    </a:prstGeom>
                    <a:solidFill>
                      <a:schemeClr val="accent6"/>
                    </a:solidFill>
                    <a:ln>
                      <a:solidFill>
                        <a:schemeClr val="accent6">
                          <a:alpha val="89000"/>
                        </a:schemeClr>
                      </a:solidFill>
                    </a:ln>
                    <a:effectLst/>
                    <a:scene3d>
                      <a:camera prst="isometricOffAxis2Right">
                        <a:rot lat="600000" lon="16380000" rev="0"/>
                      </a:camera>
                      <a:lightRig rig="contrasting" dir="t"/>
                    </a:scene3d>
                    <a:sp3d extrusionH="50800" contourW="12700">
                      <a:extrusionClr>
                        <a:schemeClr val="accent6"/>
                      </a:extrusionClr>
                      <a:contourClr>
                        <a:schemeClr val="accent6"/>
                      </a:contourClr>
                    </a:sp3d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dirty="0"/>
                    </a:p>
                  </p:txBody>
                </p:sp>
                <p:sp>
                  <p:nvSpPr>
                    <p:cNvPr id="180" name="Textfeld 179">
                      <a:extLst>
                        <a:ext uri="{FF2B5EF4-FFF2-40B4-BE49-F238E27FC236}">
                          <a16:creationId xmlns:a16="http://schemas.microsoft.com/office/drawing/2014/main" id="{1C8A8E02-FC22-D6CD-77C1-CE3B7F9576D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595385" y="1818049"/>
                      <a:ext cx="231299" cy="1249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32</a:t>
                      </a:r>
                    </a:p>
                  </p:txBody>
                </p:sp>
                <p:sp>
                  <p:nvSpPr>
                    <p:cNvPr id="199" name="Textfeld 198">
                      <a:extLst>
                        <a:ext uri="{FF2B5EF4-FFF2-40B4-BE49-F238E27FC236}">
                          <a16:creationId xmlns:a16="http://schemas.microsoft.com/office/drawing/2014/main" id="{56C1077B-E576-8802-0D3B-080F732B7DE9}"/>
                        </a:ext>
                      </a:extLst>
                    </p:cNvPr>
                    <p:cNvSpPr txBox="1"/>
                    <p:nvPr/>
                  </p:nvSpPr>
                  <p:spPr>
                    <a:xfrm rot="17805660">
                      <a:off x="911514" y="3432830"/>
                      <a:ext cx="648000" cy="1249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7 x 3 x 40960</a:t>
                      </a:r>
                    </a:p>
                  </p:txBody>
                </p:sp>
                <p:sp>
                  <p:nvSpPr>
                    <p:cNvPr id="187" name="Textfeld 186">
                      <a:extLst>
                        <a:ext uri="{FF2B5EF4-FFF2-40B4-BE49-F238E27FC236}">
                          <a16:creationId xmlns:a16="http://schemas.microsoft.com/office/drawing/2014/main" id="{81653E89-D3CA-DEBE-4261-959459C9D6D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45731" y="1952058"/>
                      <a:ext cx="231299" cy="1249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64</a:t>
                      </a:r>
                    </a:p>
                  </p:txBody>
                </p:sp>
                <p:sp>
                  <p:nvSpPr>
                    <p:cNvPr id="193" name="Textfeld 192">
                      <a:extLst>
                        <a:ext uri="{FF2B5EF4-FFF2-40B4-BE49-F238E27FC236}">
                          <a16:creationId xmlns:a16="http://schemas.microsoft.com/office/drawing/2014/main" id="{64F09714-EB3E-6A44-5B10-BC31807EE1DC}"/>
                        </a:ext>
                      </a:extLst>
                    </p:cNvPr>
                    <p:cNvSpPr txBox="1"/>
                    <p:nvPr/>
                  </p:nvSpPr>
                  <p:spPr>
                    <a:xfrm rot="17805660">
                      <a:off x="1244758" y="3299264"/>
                      <a:ext cx="648000" cy="1249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7 x 3 x 20480</a:t>
                      </a:r>
                    </a:p>
                  </p:txBody>
                </p:sp>
                <p:sp>
                  <p:nvSpPr>
                    <p:cNvPr id="179" name="Textfeld 178">
                      <a:extLst>
                        <a:ext uri="{FF2B5EF4-FFF2-40B4-BE49-F238E27FC236}">
                          <a16:creationId xmlns:a16="http://schemas.microsoft.com/office/drawing/2014/main" id="{83227C2A-4379-997B-D95C-5129C719CA3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357112" y="1815668"/>
                      <a:ext cx="231299" cy="1249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1</a:t>
                      </a:r>
                    </a:p>
                  </p:txBody>
                </p:sp>
                <p:sp>
                  <p:nvSpPr>
                    <p:cNvPr id="192" name="Textfeld 191">
                      <a:extLst>
                        <a:ext uri="{FF2B5EF4-FFF2-40B4-BE49-F238E27FC236}">
                          <a16:creationId xmlns:a16="http://schemas.microsoft.com/office/drawing/2014/main" id="{F029D137-B6A5-D75C-46F7-29393F4BBF20}"/>
                        </a:ext>
                      </a:extLst>
                    </p:cNvPr>
                    <p:cNvSpPr txBox="1"/>
                    <p:nvPr/>
                  </p:nvSpPr>
                  <p:spPr>
                    <a:xfrm rot="17805660">
                      <a:off x="674733" y="3430975"/>
                      <a:ext cx="648000" cy="1249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7 x 3 x 40960</a:t>
                      </a:r>
                    </a:p>
                  </p:txBody>
                </p:sp>
                <p:sp>
                  <p:nvSpPr>
                    <p:cNvPr id="181" name="Textfeld 180">
                      <a:extLst>
                        <a:ext uri="{FF2B5EF4-FFF2-40B4-BE49-F238E27FC236}">
                          <a16:creationId xmlns:a16="http://schemas.microsoft.com/office/drawing/2014/main" id="{67BD4443-8858-2C8C-6534-EC3AFF20F61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102570" y="2085195"/>
                      <a:ext cx="231299" cy="1249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128</a:t>
                      </a:r>
                    </a:p>
                  </p:txBody>
                </p:sp>
                <p:sp>
                  <p:nvSpPr>
                    <p:cNvPr id="194" name="Textfeld 193">
                      <a:extLst>
                        <a:ext uri="{FF2B5EF4-FFF2-40B4-BE49-F238E27FC236}">
                          <a16:creationId xmlns:a16="http://schemas.microsoft.com/office/drawing/2014/main" id="{8C0A6F5A-82B2-EF57-61C9-5874F4423DD5}"/>
                        </a:ext>
                      </a:extLst>
                    </p:cNvPr>
                    <p:cNvSpPr txBox="1"/>
                    <p:nvPr/>
                  </p:nvSpPr>
                  <p:spPr>
                    <a:xfrm rot="17805660">
                      <a:off x="1583093" y="3164632"/>
                      <a:ext cx="648000" cy="1249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7 x 3 x 10240</a:t>
                      </a:r>
                    </a:p>
                  </p:txBody>
                </p:sp>
                <p:sp>
                  <p:nvSpPr>
                    <p:cNvPr id="84" name="Rechteck 83">
                      <a:extLst>
                        <a:ext uri="{FF2B5EF4-FFF2-40B4-BE49-F238E27FC236}">
                          <a16:creationId xmlns:a16="http://schemas.microsoft.com/office/drawing/2014/main" id="{EC72275C-DB6D-24B7-1599-6129060774F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32268" y="2494531"/>
                      <a:ext cx="1856262" cy="144000"/>
                    </a:xfrm>
                    <a:prstGeom prst="rect">
                      <a:avLst/>
                    </a:prstGeom>
                    <a:solidFill>
                      <a:schemeClr val="accent6"/>
                    </a:solidFill>
                    <a:ln>
                      <a:solidFill>
                        <a:schemeClr val="accent6">
                          <a:alpha val="89000"/>
                        </a:schemeClr>
                      </a:solidFill>
                    </a:ln>
                    <a:effectLst/>
                    <a:scene3d>
                      <a:camera prst="isometricOffAxis2Right">
                        <a:rot lat="600000" lon="16380000" rev="0"/>
                      </a:camera>
                      <a:lightRig rig="contrasting" dir="t"/>
                    </a:scene3d>
                    <a:sp3d extrusionH="50800" contourW="12700">
                      <a:extrusionClr>
                        <a:schemeClr val="accent6"/>
                      </a:extrusionClr>
                      <a:contourClr>
                        <a:schemeClr val="accent6"/>
                      </a:contourClr>
                    </a:sp3d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dirty="0"/>
                    </a:p>
                  </p:txBody>
                </p:sp>
                <p:sp>
                  <p:nvSpPr>
                    <p:cNvPr id="188" name="Textfeld 187">
                      <a:extLst>
                        <a:ext uri="{FF2B5EF4-FFF2-40B4-BE49-F238E27FC236}">
                          <a16:creationId xmlns:a16="http://schemas.microsoft.com/office/drawing/2014/main" id="{6C2721B7-6B5C-3C6C-5114-1357126B54F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63084" y="2199622"/>
                      <a:ext cx="231299" cy="1249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128</a:t>
                      </a:r>
                    </a:p>
                  </p:txBody>
                </p:sp>
                <p:sp>
                  <p:nvSpPr>
                    <p:cNvPr id="195" name="Textfeld 194">
                      <a:extLst>
                        <a:ext uri="{FF2B5EF4-FFF2-40B4-BE49-F238E27FC236}">
                          <a16:creationId xmlns:a16="http://schemas.microsoft.com/office/drawing/2014/main" id="{4FE89819-0303-F171-834F-96B62FEC9016}"/>
                        </a:ext>
                      </a:extLst>
                    </p:cNvPr>
                    <p:cNvSpPr txBox="1"/>
                    <p:nvPr/>
                  </p:nvSpPr>
                  <p:spPr>
                    <a:xfrm rot="17805660">
                      <a:off x="1907294" y="3061348"/>
                      <a:ext cx="648000" cy="1249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7 x 3 x 5120</a:t>
                      </a:r>
                    </a:p>
                  </p:txBody>
                </p:sp>
                <p:sp>
                  <p:nvSpPr>
                    <p:cNvPr id="85" name="Rechteck 84">
                      <a:extLst>
                        <a:ext uri="{FF2B5EF4-FFF2-40B4-BE49-F238E27FC236}">
                          <a16:creationId xmlns:a16="http://schemas.microsoft.com/office/drawing/2014/main" id="{61AA89C9-060A-57DC-94AA-A02DDCE7BC5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288138" y="2492150"/>
                      <a:ext cx="928131" cy="144000"/>
                    </a:xfrm>
                    <a:prstGeom prst="rect">
                      <a:avLst/>
                    </a:prstGeom>
                    <a:solidFill>
                      <a:schemeClr val="accent6"/>
                    </a:solidFill>
                    <a:ln>
                      <a:solidFill>
                        <a:schemeClr val="accent6">
                          <a:alpha val="89000"/>
                        </a:schemeClr>
                      </a:solidFill>
                    </a:ln>
                    <a:effectLst/>
                    <a:scene3d>
                      <a:camera prst="isometricOffAxis2Right">
                        <a:rot lat="600000" lon="16380000" rev="0"/>
                      </a:camera>
                      <a:lightRig rig="contrasting" dir="t"/>
                    </a:scene3d>
                    <a:sp3d extrusionH="50800" contourW="12700">
                      <a:extrusionClr>
                        <a:schemeClr val="accent6"/>
                      </a:extrusionClr>
                      <a:contourClr>
                        <a:schemeClr val="accent6"/>
                      </a:contourClr>
                    </a:sp3d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dirty="0"/>
                    </a:p>
                  </p:txBody>
                </p:sp>
                <p:sp>
                  <p:nvSpPr>
                    <p:cNvPr id="189" name="Textfeld 188">
                      <a:extLst>
                        <a:ext uri="{FF2B5EF4-FFF2-40B4-BE49-F238E27FC236}">
                          <a16:creationId xmlns:a16="http://schemas.microsoft.com/office/drawing/2014/main" id="{6D8FF068-8BCC-4869-BE8F-708D0FBCB19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626725" y="2271838"/>
                      <a:ext cx="231299" cy="1249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128</a:t>
                      </a:r>
                    </a:p>
                  </p:txBody>
                </p:sp>
                <p:sp>
                  <p:nvSpPr>
                    <p:cNvPr id="196" name="Textfeld 195">
                      <a:extLst>
                        <a:ext uri="{FF2B5EF4-FFF2-40B4-BE49-F238E27FC236}">
                          <a16:creationId xmlns:a16="http://schemas.microsoft.com/office/drawing/2014/main" id="{0EF32D6F-CDBB-4E60-FD82-1740A23329F3}"/>
                        </a:ext>
                      </a:extLst>
                    </p:cNvPr>
                    <p:cNvSpPr txBox="1"/>
                    <p:nvPr/>
                  </p:nvSpPr>
                  <p:spPr>
                    <a:xfrm rot="17805660">
                      <a:off x="2223061" y="2974703"/>
                      <a:ext cx="648000" cy="1249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7 x 3 x 2560</a:t>
                      </a:r>
                    </a:p>
                  </p:txBody>
                </p:sp>
                <p:sp>
                  <p:nvSpPr>
                    <p:cNvPr id="86" name="Rechteck 85">
                      <a:extLst>
                        <a:ext uri="{FF2B5EF4-FFF2-40B4-BE49-F238E27FC236}">
                          <a16:creationId xmlns:a16="http://schemas.microsoft.com/office/drawing/2014/main" id="{3BEEBCB6-2569-C607-98A2-CB2BDC3E16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15719" y="2492150"/>
                      <a:ext cx="618754" cy="144000"/>
                    </a:xfrm>
                    <a:prstGeom prst="rect">
                      <a:avLst/>
                    </a:prstGeom>
                    <a:solidFill>
                      <a:schemeClr val="accent6"/>
                    </a:solidFill>
                    <a:ln>
                      <a:solidFill>
                        <a:schemeClr val="accent6">
                          <a:alpha val="89000"/>
                        </a:schemeClr>
                      </a:solidFill>
                    </a:ln>
                    <a:effectLst/>
                    <a:scene3d>
                      <a:camera prst="isometricOffAxis2Right">
                        <a:rot lat="600000" lon="16380000" rev="0"/>
                      </a:camera>
                      <a:lightRig rig="contrasting" dir="t"/>
                    </a:scene3d>
                    <a:sp3d extrusionH="50800" contourW="12700">
                      <a:extrusionClr>
                        <a:schemeClr val="accent6"/>
                      </a:extrusionClr>
                      <a:contourClr>
                        <a:schemeClr val="accent6"/>
                      </a:contourClr>
                    </a:sp3d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dirty="0"/>
                    </a:p>
                  </p:txBody>
                </p:sp>
                <p:sp>
                  <p:nvSpPr>
                    <p:cNvPr id="190" name="Textfeld 189">
                      <a:extLst>
                        <a:ext uri="{FF2B5EF4-FFF2-40B4-BE49-F238E27FC236}">
                          <a16:creationId xmlns:a16="http://schemas.microsoft.com/office/drawing/2014/main" id="{B889A8C0-93DD-39B8-1112-AE4DE7525E2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895280" y="2301628"/>
                      <a:ext cx="231299" cy="1249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128</a:t>
                      </a:r>
                    </a:p>
                  </p:txBody>
                </p:sp>
                <p:sp>
                  <p:nvSpPr>
                    <p:cNvPr id="197" name="Textfeld 196">
                      <a:extLst>
                        <a:ext uri="{FF2B5EF4-FFF2-40B4-BE49-F238E27FC236}">
                          <a16:creationId xmlns:a16="http://schemas.microsoft.com/office/drawing/2014/main" id="{B8743DE1-2067-3331-7789-CFD877B586BB}"/>
                        </a:ext>
                      </a:extLst>
                    </p:cNvPr>
                    <p:cNvSpPr txBox="1"/>
                    <p:nvPr/>
                  </p:nvSpPr>
                  <p:spPr>
                    <a:xfrm rot="17805660">
                      <a:off x="2504775" y="2945937"/>
                      <a:ext cx="648000" cy="1249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7 x 3 x 1280</a:t>
                      </a:r>
                    </a:p>
                  </p:txBody>
                </p:sp>
                <p:sp>
                  <p:nvSpPr>
                    <p:cNvPr id="87" name="Rechteck 86">
                      <a:extLst>
                        <a:ext uri="{FF2B5EF4-FFF2-40B4-BE49-F238E27FC236}">
                          <a16:creationId xmlns:a16="http://schemas.microsoft.com/office/drawing/2014/main" id="{EAB1FE5A-429A-A2F5-784E-F13434D09F3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53296" y="2492150"/>
                      <a:ext cx="247502" cy="144000"/>
                    </a:xfrm>
                    <a:prstGeom prst="rect">
                      <a:avLst/>
                    </a:prstGeom>
                    <a:solidFill>
                      <a:schemeClr val="accent6"/>
                    </a:solidFill>
                    <a:ln>
                      <a:solidFill>
                        <a:schemeClr val="accent6">
                          <a:alpha val="89000"/>
                        </a:schemeClr>
                      </a:solidFill>
                    </a:ln>
                    <a:effectLst/>
                    <a:scene3d>
                      <a:camera prst="isometricOffAxis2Right">
                        <a:rot lat="600000" lon="16380000" rev="0"/>
                      </a:camera>
                      <a:lightRig rig="contrasting" dir="t"/>
                    </a:scene3d>
                    <a:sp3d extrusionH="50800" contourW="12700">
                      <a:extrusionClr>
                        <a:schemeClr val="accent6"/>
                      </a:extrusionClr>
                      <a:contourClr>
                        <a:schemeClr val="accent6"/>
                      </a:contourClr>
                    </a:sp3d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dirty="0"/>
                    </a:p>
                  </p:txBody>
                </p:sp>
                <p:sp>
                  <p:nvSpPr>
                    <p:cNvPr id="191" name="Textfeld 190">
                      <a:extLst>
                        <a:ext uri="{FF2B5EF4-FFF2-40B4-BE49-F238E27FC236}">
                          <a16:creationId xmlns:a16="http://schemas.microsoft.com/office/drawing/2014/main" id="{8F25D005-419F-C62F-7FAA-A0C62FC37FB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36452" y="2329727"/>
                      <a:ext cx="231299" cy="1249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128</a:t>
                      </a:r>
                    </a:p>
                  </p:txBody>
                </p:sp>
                <p:sp>
                  <p:nvSpPr>
                    <p:cNvPr id="198" name="Textfeld 197">
                      <a:extLst>
                        <a:ext uri="{FF2B5EF4-FFF2-40B4-BE49-F238E27FC236}">
                          <a16:creationId xmlns:a16="http://schemas.microsoft.com/office/drawing/2014/main" id="{EC66A300-2BBA-A2D5-0A7E-C9B7E93E3223}"/>
                        </a:ext>
                      </a:extLst>
                    </p:cNvPr>
                    <p:cNvSpPr txBox="1"/>
                    <p:nvPr/>
                  </p:nvSpPr>
                  <p:spPr>
                    <a:xfrm rot="17805660">
                      <a:off x="2767900" y="2914812"/>
                      <a:ext cx="648000" cy="1249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7 x 3 x 640</a:t>
                      </a:r>
                    </a:p>
                  </p:txBody>
                </p:sp>
                <p:grpSp>
                  <p:nvGrpSpPr>
                    <p:cNvPr id="283" name="Gruppieren 282">
                      <a:extLst>
                        <a:ext uri="{FF2B5EF4-FFF2-40B4-BE49-F238E27FC236}">
                          <a16:creationId xmlns:a16="http://schemas.microsoft.com/office/drawing/2014/main" id="{1C179849-BAB5-06F3-C6D7-4B799770B3B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33516" y="2510150"/>
                      <a:ext cx="128706" cy="108001"/>
                      <a:chOff x="1659710" y="2523054"/>
                      <a:chExt cx="128706" cy="108001"/>
                    </a:xfrm>
                  </p:grpSpPr>
                  <p:sp>
                    <p:nvSpPr>
                      <p:cNvPr id="3" name="Pfeil: Chevron 2">
                        <a:extLst>
                          <a:ext uri="{FF2B5EF4-FFF2-40B4-BE49-F238E27FC236}">
                            <a16:creationId xmlns:a16="http://schemas.microsoft.com/office/drawing/2014/main" id="{98145197-6482-1603-90A0-A48AA0DDEA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59710" y="2523055"/>
                        <a:ext cx="72000" cy="108000"/>
                      </a:xfrm>
                      <a:prstGeom prst="chevron">
                        <a:avLst/>
                      </a:prstGeom>
                      <a:solidFill>
                        <a:srgbClr val="5DC08A"/>
                      </a:solidFill>
                      <a:ln>
                        <a:solidFill>
                          <a:srgbClr val="5DC08A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80000" tIns="180000" rIns="180000" bIns="180000" rtlCol="0" anchor="ctr"/>
                      <a:lstStyle/>
                      <a:p>
                        <a:pPr marL="0" marR="0" indent="0" algn="ctr" defTabSz="914400" rtl="0" eaLnBrk="1" fontAlgn="auto" latinLnBrk="0" hangingPunct="1">
                          <a:lnSpc>
                            <a:spcPct val="110000"/>
                          </a:lnSpc>
                          <a:spcBef>
                            <a:spcPts val="0"/>
                          </a:spcBef>
                          <a:spcAft>
                            <a:spcPts val="1200"/>
                          </a:spcAft>
                          <a:buClrTx/>
                          <a:buSzTx/>
                          <a:buFont typeface="Arial" panose="020B0604020202020204" pitchFamily="34" charset="0"/>
                          <a:buNone/>
                          <a:tabLst/>
                        </a:pPr>
                        <a:endPara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12" name="Pfeil: Chevron 11">
                        <a:extLst>
                          <a:ext uri="{FF2B5EF4-FFF2-40B4-BE49-F238E27FC236}">
                            <a16:creationId xmlns:a16="http://schemas.microsoft.com/office/drawing/2014/main" id="{E5EADDAB-4DB9-6BC3-E8FF-99515A48160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716416" y="2523054"/>
                        <a:ext cx="72000" cy="108000"/>
                      </a:xfrm>
                      <a:prstGeom prst="chevron">
                        <a:avLst/>
                      </a:prstGeom>
                      <a:solidFill>
                        <a:schemeClr val="accent3"/>
                      </a:solidFill>
                      <a:ln>
                        <a:solidFill>
                          <a:schemeClr val="accent3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80000" tIns="180000" rIns="180000" bIns="180000" rtlCol="0" anchor="ctr"/>
                      <a:lstStyle/>
                      <a:p>
                        <a:pPr marL="0" marR="0" indent="0" algn="ctr" defTabSz="914400" rtl="0" eaLnBrk="1" fontAlgn="auto" latinLnBrk="0" hangingPunct="1">
                          <a:lnSpc>
                            <a:spcPct val="110000"/>
                          </a:lnSpc>
                          <a:spcBef>
                            <a:spcPts val="0"/>
                          </a:spcBef>
                          <a:spcAft>
                            <a:spcPts val="1200"/>
                          </a:spcAft>
                          <a:buClrTx/>
                          <a:buSzTx/>
                          <a:buFont typeface="Arial" panose="020B0604020202020204" pitchFamily="34" charset="0"/>
                          <a:buNone/>
                          <a:tabLst/>
                        </a:pPr>
                        <a:endPara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endParaRPr>
                      </a:p>
                    </p:txBody>
                  </p:sp>
                </p:grpSp>
                <p:sp>
                  <p:nvSpPr>
                    <p:cNvPr id="16" name="Pfeil: Chevron 15">
                      <a:extLst>
                        <a:ext uri="{FF2B5EF4-FFF2-40B4-BE49-F238E27FC236}">
                          <a16:creationId xmlns:a16="http://schemas.microsoft.com/office/drawing/2014/main" id="{422BB91D-BAFD-6742-05D8-63232E90D02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394253" y="2510150"/>
                      <a:ext cx="72000" cy="108000"/>
                    </a:xfrm>
                    <a:prstGeom prst="chevron">
                      <a:avLst/>
                    </a:prstGeom>
                    <a:solidFill>
                      <a:schemeClr val="accent2">
                        <a:lumMod val="20000"/>
                        <a:lumOff val="80000"/>
                      </a:schemeClr>
                    </a:solidFill>
                    <a:ln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5" name="Pfeil: Chevron 44">
                      <a:extLst>
                        <a:ext uri="{FF2B5EF4-FFF2-40B4-BE49-F238E27FC236}">
                          <a16:creationId xmlns:a16="http://schemas.microsoft.com/office/drawing/2014/main" id="{573DA10F-668A-C157-75B9-A18F1912BA3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02447" y="2510150"/>
                      <a:ext cx="72000" cy="108000"/>
                    </a:xfrm>
                    <a:prstGeom prst="chevron">
                      <a:avLst/>
                    </a:prstGeom>
                    <a:solidFill>
                      <a:srgbClr val="FDB735"/>
                    </a:solidFill>
                    <a:ln>
                      <a:solidFill>
                        <a:srgbClr val="FDB735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grpSp>
                  <p:nvGrpSpPr>
                    <p:cNvPr id="284" name="Gruppieren 283">
                      <a:extLst>
                        <a:ext uri="{FF2B5EF4-FFF2-40B4-BE49-F238E27FC236}">
                          <a16:creationId xmlns:a16="http://schemas.microsoft.com/office/drawing/2014/main" id="{6FF5F5BC-997F-ED6A-3085-73CF8CCA5F9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932240" y="2510150"/>
                      <a:ext cx="128706" cy="108001"/>
                      <a:chOff x="1659710" y="2523054"/>
                      <a:chExt cx="128706" cy="108001"/>
                    </a:xfrm>
                  </p:grpSpPr>
                  <p:sp>
                    <p:nvSpPr>
                      <p:cNvPr id="285" name="Pfeil: Chevron 284">
                        <a:extLst>
                          <a:ext uri="{FF2B5EF4-FFF2-40B4-BE49-F238E27FC236}">
                            <a16:creationId xmlns:a16="http://schemas.microsoft.com/office/drawing/2014/main" id="{4F7726CE-7DD0-306E-83C3-B612C485A22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59710" y="2523055"/>
                        <a:ext cx="72000" cy="108000"/>
                      </a:xfrm>
                      <a:prstGeom prst="chevron">
                        <a:avLst/>
                      </a:prstGeom>
                      <a:solidFill>
                        <a:srgbClr val="5DC08A"/>
                      </a:solidFill>
                      <a:ln>
                        <a:solidFill>
                          <a:srgbClr val="5DC08A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80000" tIns="180000" rIns="180000" bIns="180000" rtlCol="0" anchor="ctr"/>
                      <a:lstStyle/>
                      <a:p>
                        <a:pPr marL="0" marR="0" indent="0" algn="ctr" defTabSz="914400" rtl="0" eaLnBrk="1" fontAlgn="auto" latinLnBrk="0" hangingPunct="1">
                          <a:lnSpc>
                            <a:spcPct val="110000"/>
                          </a:lnSpc>
                          <a:spcBef>
                            <a:spcPts val="0"/>
                          </a:spcBef>
                          <a:spcAft>
                            <a:spcPts val="1200"/>
                          </a:spcAft>
                          <a:buClrTx/>
                          <a:buSzTx/>
                          <a:buFont typeface="Arial" panose="020B0604020202020204" pitchFamily="34" charset="0"/>
                          <a:buNone/>
                          <a:tabLst/>
                        </a:pPr>
                        <a:endPara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286" name="Pfeil: Chevron 285">
                        <a:extLst>
                          <a:ext uri="{FF2B5EF4-FFF2-40B4-BE49-F238E27FC236}">
                            <a16:creationId xmlns:a16="http://schemas.microsoft.com/office/drawing/2014/main" id="{AF909AA7-2D2C-D215-E2DE-79B52087D5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716416" y="2523054"/>
                        <a:ext cx="72000" cy="108000"/>
                      </a:xfrm>
                      <a:prstGeom prst="chevron">
                        <a:avLst/>
                      </a:prstGeom>
                      <a:solidFill>
                        <a:schemeClr val="accent3"/>
                      </a:solidFill>
                      <a:ln>
                        <a:solidFill>
                          <a:schemeClr val="accent3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80000" tIns="180000" rIns="180000" bIns="180000" rtlCol="0" anchor="ctr"/>
                      <a:lstStyle/>
                      <a:p>
                        <a:pPr marL="0" marR="0" indent="0" algn="ctr" defTabSz="914400" rtl="0" eaLnBrk="1" fontAlgn="auto" latinLnBrk="0" hangingPunct="1">
                          <a:lnSpc>
                            <a:spcPct val="110000"/>
                          </a:lnSpc>
                          <a:spcBef>
                            <a:spcPts val="0"/>
                          </a:spcBef>
                          <a:spcAft>
                            <a:spcPts val="1200"/>
                          </a:spcAft>
                          <a:buClrTx/>
                          <a:buSzTx/>
                          <a:buFont typeface="Arial" panose="020B0604020202020204" pitchFamily="34" charset="0"/>
                          <a:buNone/>
                          <a:tabLst/>
                        </a:pPr>
                        <a:endPara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endParaRPr>
                      </a:p>
                    </p:txBody>
                  </p:sp>
                </p:grpSp>
                <p:grpSp>
                  <p:nvGrpSpPr>
                    <p:cNvPr id="287" name="Gruppieren 286">
                      <a:extLst>
                        <a:ext uri="{FF2B5EF4-FFF2-40B4-BE49-F238E27FC236}">
                          <a16:creationId xmlns:a16="http://schemas.microsoft.com/office/drawing/2014/main" id="{609703F0-CB32-FBE0-83B9-2CB3810502D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224438" y="2510150"/>
                      <a:ext cx="128706" cy="108001"/>
                      <a:chOff x="1659710" y="2523054"/>
                      <a:chExt cx="128706" cy="108001"/>
                    </a:xfrm>
                  </p:grpSpPr>
                  <p:sp>
                    <p:nvSpPr>
                      <p:cNvPr id="288" name="Pfeil: Chevron 287">
                        <a:extLst>
                          <a:ext uri="{FF2B5EF4-FFF2-40B4-BE49-F238E27FC236}">
                            <a16:creationId xmlns:a16="http://schemas.microsoft.com/office/drawing/2014/main" id="{28542442-F7E7-79AB-5CED-3CFA188F004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59710" y="2523055"/>
                        <a:ext cx="72000" cy="108000"/>
                      </a:xfrm>
                      <a:prstGeom prst="chevron">
                        <a:avLst/>
                      </a:prstGeom>
                      <a:solidFill>
                        <a:srgbClr val="5DC08A"/>
                      </a:solidFill>
                      <a:ln>
                        <a:solidFill>
                          <a:srgbClr val="5DC08A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80000" tIns="180000" rIns="180000" bIns="180000" rtlCol="0" anchor="ctr"/>
                      <a:lstStyle/>
                      <a:p>
                        <a:pPr marL="0" marR="0" indent="0" algn="ctr" defTabSz="914400" rtl="0" eaLnBrk="1" fontAlgn="auto" latinLnBrk="0" hangingPunct="1">
                          <a:lnSpc>
                            <a:spcPct val="110000"/>
                          </a:lnSpc>
                          <a:spcBef>
                            <a:spcPts val="0"/>
                          </a:spcBef>
                          <a:spcAft>
                            <a:spcPts val="1200"/>
                          </a:spcAft>
                          <a:buClrTx/>
                          <a:buSzTx/>
                          <a:buFont typeface="Arial" panose="020B0604020202020204" pitchFamily="34" charset="0"/>
                          <a:buNone/>
                          <a:tabLst/>
                        </a:pPr>
                        <a:endPara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289" name="Pfeil: Chevron 288">
                        <a:extLst>
                          <a:ext uri="{FF2B5EF4-FFF2-40B4-BE49-F238E27FC236}">
                            <a16:creationId xmlns:a16="http://schemas.microsoft.com/office/drawing/2014/main" id="{1D5770DD-0BA0-AA34-B213-88046213A8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716416" y="2523054"/>
                        <a:ext cx="72000" cy="108000"/>
                      </a:xfrm>
                      <a:prstGeom prst="chevron">
                        <a:avLst/>
                      </a:prstGeom>
                      <a:solidFill>
                        <a:schemeClr val="accent3"/>
                      </a:solidFill>
                      <a:ln>
                        <a:solidFill>
                          <a:schemeClr val="accent3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80000" tIns="180000" rIns="180000" bIns="180000" rtlCol="0" anchor="ctr"/>
                      <a:lstStyle/>
                      <a:p>
                        <a:pPr marL="0" marR="0" indent="0" algn="ctr" defTabSz="914400" rtl="0" eaLnBrk="1" fontAlgn="auto" latinLnBrk="0" hangingPunct="1">
                          <a:lnSpc>
                            <a:spcPct val="110000"/>
                          </a:lnSpc>
                          <a:spcBef>
                            <a:spcPts val="0"/>
                          </a:spcBef>
                          <a:spcAft>
                            <a:spcPts val="1200"/>
                          </a:spcAft>
                          <a:buClrTx/>
                          <a:buSzTx/>
                          <a:buFont typeface="Arial" panose="020B0604020202020204" pitchFamily="34" charset="0"/>
                          <a:buNone/>
                          <a:tabLst/>
                        </a:pPr>
                        <a:endPara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endParaRPr>
                      </a:p>
                    </p:txBody>
                  </p:sp>
                </p:grpSp>
                <p:grpSp>
                  <p:nvGrpSpPr>
                    <p:cNvPr id="290" name="Gruppieren 289">
                      <a:extLst>
                        <a:ext uri="{FF2B5EF4-FFF2-40B4-BE49-F238E27FC236}">
                          <a16:creationId xmlns:a16="http://schemas.microsoft.com/office/drawing/2014/main" id="{2A8EC0E0-7DF3-F670-F319-06038FDBBFD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516495" y="2510150"/>
                      <a:ext cx="128706" cy="108001"/>
                      <a:chOff x="1659710" y="2523054"/>
                      <a:chExt cx="128706" cy="108001"/>
                    </a:xfrm>
                  </p:grpSpPr>
                  <p:sp>
                    <p:nvSpPr>
                      <p:cNvPr id="291" name="Pfeil: Chevron 290">
                        <a:extLst>
                          <a:ext uri="{FF2B5EF4-FFF2-40B4-BE49-F238E27FC236}">
                            <a16:creationId xmlns:a16="http://schemas.microsoft.com/office/drawing/2014/main" id="{A7DA8CFE-14A1-B9AE-A32C-3B6ABF50260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59710" y="2523055"/>
                        <a:ext cx="72000" cy="108000"/>
                      </a:xfrm>
                      <a:prstGeom prst="chevron">
                        <a:avLst/>
                      </a:prstGeom>
                      <a:solidFill>
                        <a:srgbClr val="5DC08A"/>
                      </a:solidFill>
                      <a:ln>
                        <a:solidFill>
                          <a:srgbClr val="5DC08A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80000" tIns="180000" rIns="180000" bIns="180000" rtlCol="0" anchor="ctr"/>
                      <a:lstStyle/>
                      <a:p>
                        <a:pPr marL="0" marR="0" indent="0" algn="ctr" defTabSz="914400" rtl="0" eaLnBrk="1" fontAlgn="auto" latinLnBrk="0" hangingPunct="1">
                          <a:lnSpc>
                            <a:spcPct val="110000"/>
                          </a:lnSpc>
                          <a:spcBef>
                            <a:spcPts val="0"/>
                          </a:spcBef>
                          <a:spcAft>
                            <a:spcPts val="1200"/>
                          </a:spcAft>
                          <a:buClrTx/>
                          <a:buSzTx/>
                          <a:buFont typeface="Arial" panose="020B0604020202020204" pitchFamily="34" charset="0"/>
                          <a:buNone/>
                          <a:tabLst/>
                        </a:pPr>
                        <a:endPara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292" name="Pfeil: Chevron 291">
                        <a:extLst>
                          <a:ext uri="{FF2B5EF4-FFF2-40B4-BE49-F238E27FC236}">
                            <a16:creationId xmlns:a16="http://schemas.microsoft.com/office/drawing/2014/main" id="{DB86AA4C-7E20-111D-BE58-09432E681A2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716416" y="2523054"/>
                        <a:ext cx="72000" cy="108000"/>
                      </a:xfrm>
                      <a:prstGeom prst="chevron">
                        <a:avLst/>
                      </a:prstGeom>
                      <a:solidFill>
                        <a:schemeClr val="accent3"/>
                      </a:solidFill>
                      <a:ln>
                        <a:solidFill>
                          <a:schemeClr val="accent3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80000" tIns="180000" rIns="180000" bIns="180000" rtlCol="0" anchor="ctr"/>
                      <a:lstStyle/>
                      <a:p>
                        <a:pPr marL="0" marR="0" indent="0" algn="ctr" defTabSz="914400" rtl="0" eaLnBrk="1" fontAlgn="auto" latinLnBrk="0" hangingPunct="1">
                          <a:lnSpc>
                            <a:spcPct val="110000"/>
                          </a:lnSpc>
                          <a:spcBef>
                            <a:spcPts val="0"/>
                          </a:spcBef>
                          <a:spcAft>
                            <a:spcPts val="1200"/>
                          </a:spcAft>
                          <a:buClrTx/>
                          <a:buSzTx/>
                          <a:buFont typeface="Arial" panose="020B0604020202020204" pitchFamily="34" charset="0"/>
                          <a:buNone/>
                          <a:tabLst/>
                        </a:pPr>
                        <a:endPara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endParaRPr>
                      </a:p>
                    </p:txBody>
                  </p:sp>
                </p:grpSp>
                <p:grpSp>
                  <p:nvGrpSpPr>
                    <p:cNvPr id="293" name="Gruppieren 292">
                      <a:extLst>
                        <a:ext uri="{FF2B5EF4-FFF2-40B4-BE49-F238E27FC236}">
                          <a16:creationId xmlns:a16="http://schemas.microsoft.com/office/drawing/2014/main" id="{4311FE65-D910-A501-59B6-9467B0BBBDA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796668" y="2510150"/>
                      <a:ext cx="128706" cy="108001"/>
                      <a:chOff x="1659710" y="2523054"/>
                      <a:chExt cx="128706" cy="108001"/>
                    </a:xfrm>
                  </p:grpSpPr>
                  <p:sp>
                    <p:nvSpPr>
                      <p:cNvPr id="294" name="Pfeil: Chevron 293">
                        <a:extLst>
                          <a:ext uri="{FF2B5EF4-FFF2-40B4-BE49-F238E27FC236}">
                            <a16:creationId xmlns:a16="http://schemas.microsoft.com/office/drawing/2014/main" id="{93ED03F9-D4DB-890E-2513-17DDA46CADA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59710" y="2523055"/>
                        <a:ext cx="72000" cy="108000"/>
                      </a:xfrm>
                      <a:prstGeom prst="chevron">
                        <a:avLst/>
                      </a:prstGeom>
                      <a:solidFill>
                        <a:srgbClr val="5DC08A"/>
                      </a:solidFill>
                      <a:ln>
                        <a:solidFill>
                          <a:srgbClr val="5DC08A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80000" tIns="180000" rIns="180000" bIns="180000" rtlCol="0" anchor="ctr"/>
                      <a:lstStyle/>
                      <a:p>
                        <a:pPr marL="0" marR="0" indent="0" algn="ctr" defTabSz="914400" rtl="0" eaLnBrk="1" fontAlgn="auto" latinLnBrk="0" hangingPunct="1">
                          <a:lnSpc>
                            <a:spcPct val="110000"/>
                          </a:lnSpc>
                          <a:spcBef>
                            <a:spcPts val="0"/>
                          </a:spcBef>
                          <a:spcAft>
                            <a:spcPts val="1200"/>
                          </a:spcAft>
                          <a:buClrTx/>
                          <a:buSzTx/>
                          <a:buFont typeface="Arial" panose="020B0604020202020204" pitchFamily="34" charset="0"/>
                          <a:buNone/>
                          <a:tabLst/>
                        </a:pPr>
                        <a:endPara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295" name="Pfeil: Chevron 294">
                        <a:extLst>
                          <a:ext uri="{FF2B5EF4-FFF2-40B4-BE49-F238E27FC236}">
                            <a16:creationId xmlns:a16="http://schemas.microsoft.com/office/drawing/2014/main" id="{C821C9FC-45E4-A118-26B9-D0447C2B84B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716416" y="2523054"/>
                        <a:ext cx="72000" cy="108000"/>
                      </a:xfrm>
                      <a:prstGeom prst="chevron">
                        <a:avLst/>
                      </a:prstGeom>
                      <a:solidFill>
                        <a:schemeClr val="accent3"/>
                      </a:solidFill>
                      <a:ln>
                        <a:solidFill>
                          <a:schemeClr val="accent3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80000" tIns="180000" rIns="180000" bIns="180000" rtlCol="0" anchor="ctr"/>
                      <a:lstStyle/>
                      <a:p>
                        <a:pPr marL="0" marR="0" indent="0" algn="ctr" defTabSz="914400" rtl="0" eaLnBrk="1" fontAlgn="auto" latinLnBrk="0" hangingPunct="1">
                          <a:lnSpc>
                            <a:spcPct val="110000"/>
                          </a:lnSpc>
                          <a:spcBef>
                            <a:spcPts val="0"/>
                          </a:spcBef>
                          <a:spcAft>
                            <a:spcPts val="1200"/>
                          </a:spcAft>
                          <a:buClrTx/>
                          <a:buSzTx/>
                          <a:buFont typeface="Arial" panose="020B0604020202020204" pitchFamily="34" charset="0"/>
                          <a:buNone/>
                          <a:tabLst/>
                        </a:pPr>
                        <a:endPara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endParaRPr>
                      </a:p>
                    </p:txBody>
                  </p:sp>
                </p:grpSp>
                <p:grpSp>
                  <p:nvGrpSpPr>
                    <p:cNvPr id="296" name="Gruppieren 295">
                      <a:extLst>
                        <a:ext uri="{FF2B5EF4-FFF2-40B4-BE49-F238E27FC236}">
                          <a16:creationId xmlns:a16="http://schemas.microsoft.com/office/drawing/2014/main" id="{2EA0F6C3-AFF4-80C4-FBCB-120220D23B0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057397" y="2510150"/>
                      <a:ext cx="128706" cy="108001"/>
                      <a:chOff x="1659710" y="2523054"/>
                      <a:chExt cx="128706" cy="108001"/>
                    </a:xfrm>
                  </p:grpSpPr>
                  <p:sp>
                    <p:nvSpPr>
                      <p:cNvPr id="297" name="Pfeil: Chevron 296">
                        <a:extLst>
                          <a:ext uri="{FF2B5EF4-FFF2-40B4-BE49-F238E27FC236}">
                            <a16:creationId xmlns:a16="http://schemas.microsoft.com/office/drawing/2014/main" id="{1740B652-A425-5C44-3AEF-0430BE2745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59710" y="2523055"/>
                        <a:ext cx="72000" cy="108000"/>
                      </a:xfrm>
                      <a:prstGeom prst="chevron">
                        <a:avLst/>
                      </a:prstGeom>
                      <a:solidFill>
                        <a:srgbClr val="5DC08A"/>
                      </a:solidFill>
                      <a:ln>
                        <a:solidFill>
                          <a:srgbClr val="5DC08A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80000" tIns="180000" rIns="180000" bIns="180000" rtlCol="0" anchor="ctr"/>
                      <a:lstStyle/>
                      <a:p>
                        <a:pPr marL="0" marR="0" indent="0" algn="ctr" defTabSz="914400" rtl="0" eaLnBrk="1" fontAlgn="auto" latinLnBrk="0" hangingPunct="1">
                          <a:lnSpc>
                            <a:spcPct val="110000"/>
                          </a:lnSpc>
                          <a:spcBef>
                            <a:spcPts val="0"/>
                          </a:spcBef>
                          <a:spcAft>
                            <a:spcPts val="1200"/>
                          </a:spcAft>
                          <a:buClrTx/>
                          <a:buSzTx/>
                          <a:buFont typeface="Arial" panose="020B0604020202020204" pitchFamily="34" charset="0"/>
                          <a:buNone/>
                          <a:tabLst/>
                        </a:pPr>
                        <a:endPara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298" name="Pfeil: Chevron 297">
                        <a:extLst>
                          <a:ext uri="{FF2B5EF4-FFF2-40B4-BE49-F238E27FC236}">
                            <a16:creationId xmlns:a16="http://schemas.microsoft.com/office/drawing/2014/main" id="{7511353B-13A1-46A9-39B1-0D2941E7EC4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716416" y="2523054"/>
                        <a:ext cx="72000" cy="108000"/>
                      </a:xfrm>
                      <a:prstGeom prst="chevron">
                        <a:avLst/>
                      </a:prstGeom>
                      <a:solidFill>
                        <a:schemeClr val="accent3"/>
                      </a:solidFill>
                      <a:ln>
                        <a:solidFill>
                          <a:schemeClr val="accent3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80000" tIns="180000" rIns="180000" bIns="180000" rtlCol="0" anchor="ctr"/>
                      <a:lstStyle/>
                      <a:p>
                        <a:pPr marL="0" marR="0" indent="0" algn="ctr" defTabSz="914400" rtl="0" eaLnBrk="1" fontAlgn="auto" latinLnBrk="0" hangingPunct="1">
                          <a:lnSpc>
                            <a:spcPct val="110000"/>
                          </a:lnSpc>
                          <a:spcBef>
                            <a:spcPts val="0"/>
                          </a:spcBef>
                          <a:spcAft>
                            <a:spcPts val="1200"/>
                          </a:spcAft>
                          <a:buClrTx/>
                          <a:buSzTx/>
                          <a:buFont typeface="Arial" panose="020B0604020202020204" pitchFamily="34" charset="0"/>
                          <a:buNone/>
                          <a:tabLst/>
                        </a:pPr>
                        <a:endPara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</p:grpSp>
            <p:grpSp>
              <p:nvGrpSpPr>
                <p:cNvPr id="325" name="Gruppieren 324">
                  <a:extLst>
                    <a:ext uri="{FF2B5EF4-FFF2-40B4-BE49-F238E27FC236}">
                      <a16:creationId xmlns:a16="http://schemas.microsoft.com/office/drawing/2014/main" id="{44E6CE94-5EA5-2CF3-6A6F-4B3119DED28F}"/>
                    </a:ext>
                  </a:extLst>
                </p:cNvPr>
                <p:cNvGrpSpPr/>
                <p:nvPr/>
              </p:nvGrpSpPr>
              <p:grpSpPr>
                <a:xfrm>
                  <a:off x="4240359" y="1807782"/>
                  <a:ext cx="6522247" cy="2189023"/>
                  <a:chOff x="4240359" y="1807782"/>
                  <a:chExt cx="6522247" cy="2189023"/>
                </a:xfrm>
              </p:grpSpPr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506522A8-F862-1E5A-7EF8-3E0B70E84387}"/>
                      </a:ext>
                    </a:extLst>
                  </p:cNvPr>
                  <p:cNvSpPr txBox="1"/>
                  <p:nvPr/>
                </p:nvSpPr>
                <p:spPr>
                  <a:xfrm rot="17805660">
                    <a:off x="4599824" y="3071767"/>
                    <a:ext cx="684000" cy="12490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algn="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13 x 5 x 640</a:t>
                    </a:r>
                  </a:p>
                </p:txBody>
              </p:sp>
              <p:sp>
                <p:nvSpPr>
                  <p:cNvPr id="57" name="Rechteck 56">
                    <a:extLst>
                      <a:ext uri="{FF2B5EF4-FFF2-40B4-BE49-F238E27FC236}">
                        <a16:creationId xmlns:a16="http://schemas.microsoft.com/office/drawing/2014/main" id="{9456BFC9-6B1B-40F1-FCE7-29C93C299890}"/>
                      </a:ext>
                    </a:extLst>
                  </p:cNvPr>
                  <p:cNvSpPr/>
                  <p:nvPr/>
                </p:nvSpPr>
                <p:spPr>
                  <a:xfrm flipH="1">
                    <a:off x="4575066" y="2481625"/>
                    <a:ext cx="6187540" cy="288000"/>
                  </a:xfrm>
                  <a:prstGeom prst="rect">
                    <a:avLst/>
                  </a:prstGeom>
                  <a:solidFill>
                    <a:schemeClr val="accent6"/>
                  </a:solidFill>
                  <a:ln>
                    <a:solidFill>
                      <a:schemeClr val="accent6">
                        <a:alpha val="89000"/>
                      </a:schemeClr>
                    </a:solidFill>
                  </a:ln>
                  <a:effectLst/>
                  <a:scene3d>
                    <a:camera prst="isometricOffAxis2Right">
                      <a:rot lat="600000" lon="16380000" rev="0"/>
                    </a:camera>
                    <a:lightRig rig="contrasting" dir="t"/>
                  </a:scene3d>
                  <a:sp3d extrusionH="101600" contourW="12700">
                    <a:extrusionClr>
                      <a:schemeClr val="accent6"/>
                    </a:extrusionClr>
                    <a:contourClr>
                      <a:schemeClr val="accent6"/>
                    </a:contourClr>
                  </a:sp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49" name="Rechteck 48">
                    <a:extLst>
                      <a:ext uri="{FF2B5EF4-FFF2-40B4-BE49-F238E27FC236}">
                        <a16:creationId xmlns:a16="http://schemas.microsoft.com/office/drawing/2014/main" id="{3E57C008-0753-21AF-1A20-A4D5B31C0D1A}"/>
                      </a:ext>
                    </a:extLst>
                  </p:cNvPr>
                  <p:cNvSpPr/>
                  <p:nvPr/>
                </p:nvSpPr>
                <p:spPr>
                  <a:xfrm flipH="1">
                    <a:off x="4240359" y="2481625"/>
                    <a:ext cx="6187540" cy="288000"/>
                  </a:xfrm>
                  <a:prstGeom prst="rect">
                    <a:avLst/>
                  </a:prstGeom>
                  <a:solidFill>
                    <a:schemeClr val="accent6"/>
                  </a:solidFill>
                  <a:ln>
                    <a:solidFill>
                      <a:schemeClr val="accent6">
                        <a:alpha val="89000"/>
                      </a:schemeClr>
                    </a:solidFill>
                  </a:ln>
                  <a:effectLst/>
                  <a:scene3d>
                    <a:camera prst="isometricOffAxis2Right">
                      <a:rot lat="600000" lon="16380000" rev="0"/>
                    </a:camera>
                    <a:lightRig rig="contrasting" dir="t"/>
                  </a:scene3d>
                  <a:sp3d extrusionH="101600" contourW="12700">
                    <a:extrusionClr>
                      <a:schemeClr val="accent6"/>
                    </a:extrusionClr>
                    <a:contourClr>
                      <a:schemeClr val="accent6"/>
                    </a:contourClr>
                  </a:sp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50" name="Rechteck 49">
                    <a:extLst>
                      <a:ext uri="{FF2B5EF4-FFF2-40B4-BE49-F238E27FC236}">
                        <a16:creationId xmlns:a16="http://schemas.microsoft.com/office/drawing/2014/main" id="{762060B6-9F44-7C67-F467-3673B782464A}"/>
                      </a:ext>
                    </a:extLst>
                  </p:cNvPr>
                  <p:cNvSpPr/>
                  <p:nvPr/>
                </p:nvSpPr>
                <p:spPr>
                  <a:xfrm flipH="1">
                    <a:off x="4619440" y="2481625"/>
                    <a:ext cx="4640655" cy="288000"/>
                  </a:xfrm>
                  <a:prstGeom prst="rect">
                    <a:avLst/>
                  </a:prstGeom>
                  <a:solidFill>
                    <a:schemeClr val="accent6"/>
                  </a:solidFill>
                  <a:ln>
                    <a:solidFill>
                      <a:schemeClr val="accent6">
                        <a:alpha val="89000"/>
                      </a:schemeClr>
                    </a:solidFill>
                  </a:ln>
                  <a:effectLst/>
                  <a:scene3d>
                    <a:camera prst="isometricOffAxis2Right">
                      <a:rot lat="600000" lon="16380000" rev="0"/>
                    </a:camera>
                    <a:lightRig rig="contrasting" dir="t"/>
                  </a:scene3d>
                  <a:sp3d extrusionH="101600" contourW="12700">
                    <a:extrusionClr>
                      <a:schemeClr val="accent6"/>
                    </a:extrusionClr>
                    <a:contourClr>
                      <a:schemeClr val="accent6"/>
                    </a:contourClr>
                  </a:sp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52" name="Textfeld 51">
                    <a:extLst>
                      <a:ext uri="{FF2B5EF4-FFF2-40B4-BE49-F238E27FC236}">
                        <a16:creationId xmlns:a16="http://schemas.microsoft.com/office/drawing/2014/main" id="{2ADDF1F2-E36F-E8F2-A42B-5DDB03DAAB7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7322091" y="1807782"/>
                    <a:ext cx="231299" cy="12490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algn="ct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64</a:t>
                    </a:r>
                  </a:p>
                </p:txBody>
              </p:sp>
              <p:sp>
                <p:nvSpPr>
                  <p:cNvPr id="53" name="Textfeld 52">
                    <a:extLst>
                      <a:ext uri="{FF2B5EF4-FFF2-40B4-BE49-F238E27FC236}">
                        <a16:creationId xmlns:a16="http://schemas.microsoft.com/office/drawing/2014/main" id="{61FA20B7-6EC6-4737-B46E-A2CF955FE2A7}"/>
                      </a:ext>
                    </a:extLst>
                  </p:cNvPr>
                  <p:cNvSpPr txBox="1"/>
                  <p:nvPr/>
                </p:nvSpPr>
                <p:spPr>
                  <a:xfrm rot="17805660">
                    <a:off x="6615622" y="3591805"/>
                    <a:ext cx="684000" cy="126000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algn="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13 x 5 x 40960</a:t>
                    </a:r>
                  </a:p>
                </p:txBody>
              </p:sp>
              <p:sp>
                <p:nvSpPr>
                  <p:cNvPr id="54" name="Textfeld 53">
                    <a:extLst>
                      <a:ext uri="{FF2B5EF4-FFF2-40B4-BE49-F238E27FC236}">
                        <a16:creationId xmlns:a16="http://schemas.microsoft.com/office/drawing/2014/main" id="{8BA175DA-C419-1124-B24A-6B0DDC00E1F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6884080" y="1938081"/>
                    <a:ext cx="231299" cy="12490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algn="ct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64</a:t>
                    </a:r>
                  </a:p>
                </p:txBody>
              </p:sp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609865BC-A34B-AA17-F272-4D095B5FFFF5}"/>
                      </a:ext>
                    </a:extLst>
                  </p:cNvPr>
                  <p:cNvSpPr txBox="1"/>
                  <p:nvPr/>
                </p:nvSpPr>
                <p:spPr>
                  <a:xfrm rot="17805660">
                    <a:off x="6257133" y="3454803"/>
                    <a:ext cx="684000" cy="126000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algn="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13 x 5 x 20480</a:t>
                    </a:r>
                  </a:p>
                </p:txBody>
              </p:sp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3B910F29-EF02-0523-B3A3-FAF05FC14B0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7658001" y="1811611"/>
                    <a:ext cx="231299" cy="12490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algn="ct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1</a:t>
                    </a:r>
                  </a:p>
                </p:txBody>
              </p:sp>
              <p:sp>
                <p:nvSpPr>
                  <p:cNvPr id="58" name="Textfeld 57">
                    <a:extLst>
                      <a:ext uri="{FF2B5EF4-FFF2-40B4-BE49-F238E27FC236}">
                        <a16:creationId xmlns:a16="http://schemas.microsoft.com/office/drawing/2014/main" id="{F5F24469-68D9-6894-F6E8-49AF9312B7AF}"/>
                      </a:ext>
                    </a:extLst>
                  </p:cNvPr>
                  <p:cNvSpPr txBox="1"/>
                  <p:nvPr/>
                </p:nvSpPr>
                <p:spPr>
                  <a:xfrm rot="17805660">
                    <a:off x="6954308" y="3589009"/>
                    <a:ext cx="684000" cy="126000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algn="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13 x 5 x 40960</a:t>
                    </a:r>
                  </a:p>
                </p:txBody>
              </p:sp>
              <p:sp>
                <p:nvSpPr>
                  <p:cNvPr id="59" name="Textfeld 58">
                    <a:extLst>
                      <a:ext uri="{FF2B5EF4-FFF2-40B4-BE49-F238E27FC236}">
                        <a16:creationId xmlns:a16="http://schemas.microsoft.com/office/drawing/2014/main" id="{F0838A45-0658-4626-B6FA-9F447D73C6D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6452628" y="2074367"/>
                    <a:ext cx="231299" cy="12490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algn="ct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64</a:t>
                    </a:r>
                  </a:p>
                </p:txBody>
              </p:sp>
              <p:sp>
                <p:nvSpPr>
                  <p:cNvPr id="60" name="Rechteck 59">
                    <a:extLst>
                      <a:ext uri="{FF2B5EF4-FFF2-40B4-BE49-F238E27FC236}">
                        <a16:creationId xmlns:a16="http://schemas.microsoft.com/office/drawing/2014/main" id="{D0AF2099-68F6-4CA4-AC14-6B80CAC5698E}"/>
                      </a:ext>
                    </a:extLst>
                  </p:cNvPr>
                  <p:cNvSpPr/>
                  <p:nvPr/>
                </p:nvSpPr>
                <p:spPr>
                  <a:xfrm flipH="1">
                    <a:off x="5003971" y="2481625"/>
                    <a:ext cx="3093770" cy="288000"/>
                  </a:xfrm>
                  <a:prstGeom prst="rect">
                    <a:avLst/>
                  </a:prstGeom>
                  <a:solidFill>
                    <a:schemeClr val="accent6"/>
                  </a:solidFill>
                  <a:ln>
                    <a:solidFill>
                      <a:schemeClr val="accent6">
                        <a:alpha val="89000"/>
                      </a:schemeClr>
                    </a:solidFill>
                  </a:ln>
                  <a:effectLst/>
                  <a:scene3d>
                    <a:camera prst="isometricOffAxis2Right">
                      <a:rot lat="600000" lon="16380000" rev="0"/>
                    </a:camera>
                    <a:lightRig rig="contrasting" dir="t"/>
                  </a:scene3d>
                  <a:sp3d extrusionH="101600" contourW="12700">
                    <a:extrusionClr>
                      <a:schemeClr val="accent6"/>
                    </a:extrusionClr>
                    <a:contourClr>
                      <a:schemeClr val="accent6"/>
                    </a:contourClr>
                  </a:sp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62" name="Textfeld 61">
                    <a:extLst>
                      <a:ext uri="{FF2B5EF4-FFF2-40B4-BE49-F238E27FC236}">
                        <a16:creationId xmlns:a16="http://schemas.microsoft.com/office/drawing/2014/main" id="{81FCEE38-7C86-0C12-7B53-9CAD50169FD2}"/>
                      </a:ext>
                    </a:extLst>
                  </p:cNvPr>
                  <p:cNvSpPr txBox="1"/>
                  <p:nvPr/>
                </p:nvSpPr>
                <p:spPr>
                  <a:xfrm rot="17805660">
                    <a:off x="5911269" y="3313882"/>
                    <a:ext cx="684000" cy="126000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algn="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13 x 5 x 10240</a:t>
                    </a:r>
                  </a:p>
                </p:txBody>
              </p:sp>
              <p:sp>
                <p:nvSpPr>
                  <p:cNvPr id="63" name="Rechteck 62">
                    <a:extLst>
                      <a:ext uri="{FF2B5EF4-FFF2-40B4-BE49-F238E27FC236}">
                        <a16:creationId xmlns:a16="http://schemas.microsoft.com/office/drawing/2014/main" id="{DF08D2C1-924D-2EC5-6AE0-40EF87D7A83A}"/>
                      </a:ext>
                    </a:extLst>
                  </p:cNvPr>
                  <p:cNvSpPr/>
                  <p:nvPr/>
                </p:nvSpPr>
                <p:spPr>
                  <a:xfrm flipH="1">
                    <a:off x="5244439" y="2481625"/>
                    <a:ext cx="1856262" cy="288000"/>
                  </a:xfrm>
                  <a:prstGeom prst="rect">
                    <a:avLst/>
                  </a:prstGeom>
                  <a:solidFill>
                    <a:schemeClr val="accent6"/>
                  </a:solidFill>
                  <a:ln>
                    <a:solidFill>
                      <a:schemeClr val="accent6">
                        <a:alpha val="89000"/>
                      </a:schemeClr>
                    </a:solidFill>
                  </a:ln>
                  <a:effectLst/>
                  <a:scene3d>
                    <a:camera prst="isometricOffAxis2Right">
                      <a:rot lat="600000" lon="16380000" rev="0"/>
                    </a:camera>
                    <a:lightRig rig="contrasting" dir="t"/>
                  </a:scene3d>
                  <a:sp3d extrusionH="101600" contourW="12700">
                    <a:extrusionClr>
                      <a:schemeClr val="accent6"/>
                    </a:extrusionClr>
                    <a:contourClr>
                      <a:schemeClr val="accent6"/>
                    </a:contourClr>
                  </a:sp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67" name="Textfeld 66">
                    <a:extLst>
                      <a:ext uri="{FF2B5EF4-FFF2-40B4-BE49-F238E27FC236}">
                        <a16:creationId xmlns:a16="http://schemas.microsoft.com/office/drawing/2014/main" id="{76898F8D-6633-F6D1-39CA-6E128D795F5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6047847" y="2184885"/>
                    <a:ext cx="231299" cy="12490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algn="ct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64</a:t>
                    </a:r>
                  </a:p>
                </p:txBody>
              </p:sp>
              <p:sp>
                <p:nvSpPr>
                  <p:cNvPr id="68" name="Textfeld 67">
                    <a:extLst>
                      <a:ext uri="{FF2B5EF4-FFF2-40B4-BE49-F238E27FC236}">
                        <a16:creationId xmlns:a16="http://schemas.microsoft.com/office/drawing/2014/main" id="{792D8278-78FF-9214-1811-D9A7CEE59164}"/>
                      </a:ext>
                    </a:extLst>
                  </p:cNvPr>
                  <p:cNvSpPr txBox="1"/>
                  <p:nvPr/>
                </p:nvSpPr>
                <p:spPr>
                  <a:xfrm rot="17805660">
                    <a:off x="5565410" y="3209648"/>
                    <a:ext cx="684000" cy="12490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algn="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13 x 5 x 5120</a:t>
                    </a:r>
                  </a:p>
                </p:txBody>
              </p:sp>
              <p:sp>
                <p:nvSpPr>
                  <p:cNvPr id="69" name="Rechteck 68">
                    <a:extLst>
                      <a:ext uri="{FF2B5EF4-FFF2-40B4-BE49-F238E27FC236}">
                        <a16:creationId xmlns:a16="http://schemas.microsoft.com/office/drawing/2014/main" id="{4CFC8B99-D5F7-1884-5F56-BEC85C87FD48}"/>
                      </a:ext>
                    </a:extLst>
                  </p:cNvPr>
                  <p:cNvSpPr/>
                  <p:nvPr/>
                </p:nvSpPr>
                <p:spPr>
                  <a:xfrm flipH="1">
                    <a:off x="5346852" y="2481625"/>
                    <a:ext cx="928131" cy="288000"/>
                  </a:xfrm>
                  <a:prstGeom prst="rect">
                    <a:avLst/>
                  </a:prstGeom>
                  <a:solidFill>
                    <a:schemeClr val="accent6"/>
                  </a:solidFill>
                  <a:ln>
                    <a:solidFill>
                      <a:schemeClr val="accent6">
                        <a:alpha val="89000"/>
                      </a:schemeClr>
                    </a:solidFill>
                  </a:ln>
                  <a:effectLst/>
                  <a:scene3d>
                    <a:camera prst="isometricOffAxis2Right">
                      <a:rot lat="600000" lon="16380000" rev="0"/>
                    </a:camera>
                    <a:lightRig rig="contrasting" dir="t"/>
                  </a:scene3d>
                  <a:sp3d extrusionH="101600" contourW="12700">
                    <a:extrusionClr>
                      <a:schemeClr val="accent6"/>
                    </a:extrusionClr>
                    <a:contourClr>
                      <a:schemeClr val="accent6"/>
                    </a:contourClr>
                  </a:sp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70" name="Textfeld 69">
                    <a:extLst>
                      <a:ext uri="{FF2B5EF4-FFF2-40B4-BE49-F238E27FC236}">
                        <a16:creationId xmlns:a16="http://schemas.microsoft.com/office/drawing/2014/main" id="{392C43C8-B82D-63C5-8A6E-21047E731E88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5675095" y="2267362"/>
                    <a:ext cx="231299" cy="12490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algn="ct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6</a:t>
                    </a:r>
                    <a:r>
                      <a:rPr lang="en-GB" sz="800" dirty="0">
                        <a:solidFill>
                          <a:prstClr val="black"/>
                        </a:solidFill>
                        <a:latin typeface="Arial"/>
                      </a:rPr>
                      <a:t>4</a:t>
                    </a:r>
                    <a:endParaRPr kumimoji="0" lang="en-GB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1" name="Textfeld 70">
                    <a:extLst>
                      <a:ext uri="{FF2B5EF4-FFF2-40B4-BE49-F238E27FC236}">
                        <a16:creationId xmlns:a16="http://schemas.microsoft.com/office/drawing/2014/main" id="{7EEDEC93-29DA-A955-167D-76924F038558}"/>
                      </a:ext>
                    </a:extLst>
                  </p:cNvPr>
                  <p:cNvSpPr txBox="1"/>
                  <p:nvPr/>
                </p:nvSpPr>
                <p:spPr>
                  <a:xfrm rot="17805660">
                    <a:off x="5228502" y="3129078"/>
                    <a:ext cx="684000" cy="12490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algn="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13 x 5 x 2560</a:t>
                    </a:r>
                  </a:p>
                </p:txBody>
              </p:sp>
              <p:sp>
                <p:nvSpPr>
                  <p:cNvPr id="74" name="Rechteck 73">
                    <a:extLst>
                      <a:ext uri="{FF2B5EF4-FFF2-40B4-BE49-F238E27FC236}">
                        <a16:creationId xmlns:a16="http://schemas.microsoft.com/office/drawing/2014/main" id="{EA2463EB-A301-E2F5-9ECD-9F75E18BCAA5}"/>
                      </a:ext>
                    </a:extLst>
                  </p:cNvPr>
                  <p:cNvSpPr/>
                  <p:nvPr/>
                </p:nvSpPr>
                <p:spPr>
                  <a:xfrm flipH="1">
                    <a:off x="5174832" y="2481625"/>
                    <a:ext cx="618754" cy="288000"/>
                  </a:xfrm>
                  <a:prstGeom prst="rect">
                    <a:avLst/>
                  </a:prstGeom>
                  <a:solidFill>
                    <a:schemeClr val="accent6"/>
                  </a:solidFill>
                  <a:ln>
                    <a:solidFill>
                      <a:schemeClr val="accent6">
                        <a:alpha val="89000"/>
                      </a:schemeClr>
                    </a:solidFill>
                  </a:ln>
                  <a:effectLst/>
                  <a:scene3d>
                    <a:camera prst="isometricOffAxis2Right">
                      <a:rot lat="600000" lon="16380000" rev="0"/>
                    </a:camera>
                    <a:lightRig rig="contrasting" dir="t"/>
                  </a:scene3d>
                  <a:sp3d extrusionH="101600" contourW="12700">
                    <a:extrusionClr>
                      <a:schemeClr val="accent6"/>
                    </a:extrusionClr>
                    <a:contourClr>
                      <a:schemeClr val="accent6"/>
                    </a:contourClr>
                  </a:sp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EE835401-3ECF-EF78-BB8B-1937BB6BACE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5332399" y="2293501"/>
                    <a:ext cx="231299" cy="12490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algn="ct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64</a:t>
                    </a:r>
                  </a:p>
                </p:txBody>
              </p:sp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E259F87B-A80A-94AA-F3EE-FE9ACD4A3DB3}"/>
                      </a:ext>
                    </a:extLst>
                  </p:cNvPr>
                  <p:cNvSpPr txBox="1"/>
                  <p:nvPr/>
                </p:nvSpPr>
                <p:spPr>
                  <a:xfrm rot="17805660">
                    <a:off x="4909159" y="3106415"/>
                    <a:ext cx="684000" cy="12490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algn="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13 x 5 x 1280</a:t>
                    </a:r>
                  </a:p>
                </p:txBody>
              </p:sp>
              <p:sp>
                <p:nvSpPr>
                  <p:cNvPr id="77" name="Rechteck 76">
                    <a:extLst>
                      <a:ext uri="{FF2B5EF4-FFF2-40B4-BE49-F238E27FC236}">
                        <a16:creationId xmlns:a16="http://schemas.microsoft.com/office/drawing/2014/main" id="{1904818E-8A2E-0B9A-6929-58EA3BBF05CE}"/>
                      </a:ext>
                    </a:extLst>
                  </p:cNvPr>
                  <p:cNvSpPr/>
                  <p:nvPr/>
                </p:nvSpPr>
                <p:spPr>
                  <a:xfrm flipH="1">
                    <a:off x="5041352" y="2481625"/>
                    <a:ext cx="247502" cy="288000"/>
                  </a:xfrm>
                  <a:prstGeom prst="rect">
                    <a:avLst/>
                  </a:prstGeom>
                  <a:solidFill>
                    <a:schemeClr val="accent6"/>
                  </a:solidFill>
                  <a:ln>
                    <a:solidFill>
                      <a:schemeClr val="accent6">
                        <a:alpha val="89000"/>
                      </a:schemeClr>
                    </a:solidFill>
                  </a:ln>
                  <a:effectLst/>
                  <a:scene3d>
                    <a:camera prst="isometricOffAxis2Right">
                      <a:rot lat="600000" lon="16380000" rev="0"/>
                    </a:camera>
                    <a:lightRig rig="contrasting" dir="t"/>
                  </a:scene3d>
                  <a:sp3d extrusionH="101600" contourW="12700">
                    <a:extrusionClr>
                      <a:schemeClr val="accent6"/>
                    </a:extrusionClr>
                    <a:contourClr>
                      <a:schemeClr val="accent6"/>
                    </a:contourClr>
                  </a:sp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81" name="Textfeld 80">
                    <a:extLst>
                      <a:ext uri="{FF2B5EF4-FFF2-40B4-BE49-F238E27FC236}">
                        <a16:creationId xmlns:a16="http://schemas.microsoft.com/office/drawing/2014/main" id="{05C9518C-A9A5-5CD7-E567-D85901B9EEC2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997088" y="2323981"/>
                    <a:ext cx="231299" cy="12490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algn="ct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64</a:t>
                    </a:r>
                  </a:p>
                </p:txBody>
              </p:sp>
              <p:grpSp>
                <p:nvGrpSpPr>
                  <p:cNvPr id="307" name="Gruppieren 306">
                    <a:extLst>
                      <a:ext uri="{FF2B5EF4-FFF2-40B4-BE49-F238E27FC236}">
                        <a16:creationId xmlns:a16="http://schemas.microsoft.com/office/drawing/2014/main" id="{BF71BF8D-A80F-515D-FD49-855E244EC72F}"/>
                      </a:ext>
                    </a:extLst>
                  </p:cNvPr>
                  <p:cNvGrpSpPr/>
                  <p:nvPr/>
                </p:nvGrpSpPr>
                <p:grpSpPr>
                  <a:xfrm>
                    <a:off x="5204042" y="2578330"/>
                    <a:ext cx="128706" cy="108001"/>
                    <a:chOff x="4833288" y="3517134"/>
                    <a:chExt cx="128706" cy="108001"/>
                  </a:xfrm>
                </p:grpSpPr>
                <p:sp>
                  <p:nvSpPr>
                    <p:cNvPr id="305" name="Pfeil: Chevron 304">
                      <a:extLst>
                        <a:ext uri="{FF2B5EF4-FFF2-40B4-BE49-F238E27FC236}">
                          <a16:creationId xmlns:a16="http://schemas.microsoft.com/office/drawing/2014/main" id="{4BD05EF7-CB96-6F97-E427-1A98361EA6C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33288" y="3517135"/>
                      <a:ext cx="72000" cy="108000"/>
                    </a:xfrm>
                    <a:prstGeom prst="chevron">
                      <a:avLst/>
                    </a:prstGeom>
                    <a:solidFill>
                      <a:srgbClr val="C75B4C"/>
                    </a:solidFill>
                    <a:ln>
                      <a:solidFill>
                        <a:srgbClr val="C75B4C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06" name="Pfeil: Chevron 305">
                      <a:extLst>
                        <a:ext uri="{FF2B5EF4-FFF2-40B4-BE49-F238E27FC236}">
                          <a16:creationId xmlns:a16="http://schemas.microsoft.com/office/drawing/2014/main" id="{01CBF52C-0446-5E95-478F-D95A98874DC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9994" y="3517134"/>
                      <a:ext cx="72000" cy="108000"/>
                    </a:xfrm>
                    <a:prstGeom prst="chevron">
                      <a:avLst/>
                    </a:prstGeom>
                    <a:solidFill>
                      <a:schemeClr val="accent2">
                        <a:lumMod val="20000"/>
                        <a:lumOff val="80000"/>
                      </a:schemeClr>
                    </a:solidFill>
                    <a:ln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p:grpSp>
              <p:sp>
                <p:nvSpPr>
                  <p:cNvPr id="308" name="Pfeil: Chevron 307">
                    <a:extLst>
                      <a:ext uri="{FF2B5EF4-FFF2-40B4-BE49-F238E27FC236}">
                        <a16:creationId xmlns:a16="http://schemas.microsoft.com/office/drawing/2014/main" id="{0294F8F7-6D85-5EFC-DBF2-14704AD3F877}"/>
                      </a:ext>
                    </a:extLst>
                  </p:cNvPr>
                  <p:cNvSpPr/>
                  <p:nvPr/>
                </p:nvSpPr>
                <p:spPr>
                  <a:xfrm>
                    <a:off x="4947514" y="2578330"/>
                    <a:ext cx="72000" cy="108000"/>
                  </a:xfrm>
                  <a:prstGeom prst="chevron">
                    <a:avLst/>
                  </a:prstGeom>
                  <a:solidFill>
                    <a:srgbClr val="FDB735"/>
                  </a:solidFill>
                  <a:ln>
                    <a:solidFill>
                      <a:srgbClr val="FDB735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80000" tIns="180000" rIns="180000" bIns="180000" rtlCol="0" anchor="ctr"/>
                  <a:lstStyle/>
                  <a:p>
                    <a:pPr marL="0" marR="0" indent="0" algn="ct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endParaRPr kumimoji="0" lang="en-GB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309" name="Gruppieren 308">
                    <a:extLst>
                      <a:ext uri="{FF2B5EF4-FFF2-40B4-BE49-F238E27FC236}">
                        <a16:creationId xmlns:a16="http://schemas.microsoft.com/office/drawing/2014/main" id="{3A515FE6-22FE-3D71-1927-09969BAC041C}"/>
                      </a:ext>
                    </a:extLst>
                  </p:cNvPr>
                  <p:cNvGrpSpPr/>
                  <p:nvPr/>
                </p:nvGrpSpPr>
                <p:grpSpPr>
                  <a:xfrm>
                    <a:off x="5516772" y="2578330"/>
                    <a:ext cx="128706" cy="108001"/>
                    <a:chOff x="4833288" y="3517134"/>
                    <a:chExt cx="128706" cy="108001"/>
                  </a:xfrm>
                </p:grpSpPr>
                <p:sp>
                  <p:nvSpPr>
                    <p:cNvPr id="310" name="Pfeil: Chevron 309">
                      <a:extLst>
                        <a:ext uri="{FF2B5EF4-FFF2-40B4-BE49-F238E27FC236}">
                          <a16:creationId xmlns:a16="http://schemas.microsoft.com/office/drawing/2014/main" id="{C0667567-718B-4DAB-A395-BF98D9875FC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33288" y="3517135"/>
                      <a:ext cx="72000" cy="108000"/>
                    </a:xfrm>
                    <a:prstGeom prst="chevron">
                      <a:avLst/>
                    </a:prstGeom>
                    <a:solidFill>
                      <a:srgbClr val="C75B4C"/>
                    </a:solidFill>
                    <a:ln>
                      <a:solidFill>
                        <a:srgbClr val="C75B4C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11" name="Pfeil: Chevron 310">
                      <a:extLst>
                        <a:ext uri="{FF2B5EF4-FFF2-40B4-BE49-F238E27FC236}">
                          <a16:creationId xmlns:a16="http://schemas.microsoft.com/office/drawing/2014/main" id="{2F352139-6F6C-48D7-3A52-DD5EA419368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9994" y="3517134"/>
                      <a:ext cx="72000" cy="108000"/>
                    </a:xfrm>
                    <a:prstGeom prst="chevron">
                      <a:avLst/>
                    </a:prstGeom>
                    <a:solidFill>
                      <a:schemeClr val="accent2">
                        <a:lumMod val="20000"/>
                        <a:lumOff val="80000"/>
                      </a:schemeClr>
                    </a:solidFill>
                    <a:ln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312" name="Gruppieren 311">
                    <a:extLst>
                      <a:ext uri="{FF2B5EF4-FFF2-40B4-BE49-F238E27FC236}">
                        <a16:creationId xmlns:a16="http://schemas.microsoft.com/office/drawing/2014/main" id="{AD20134B-97AF-6B49-1591-7C9006ED4ED2}"/>
                      </a:ext>
                    </a:extLst>
                  </p:cNvPr>
                  <p:cNvGrpSpPr/>
                  <p:nvPr/>
                </p:nvGrpSpPr>
                <p:grpSpPr>
                  <a:xfrm>
                    <a:off x="5855755" y="2578330"/>
                    <a:ext cx="128706" cy="108001"/>
                    <a:chOff x="4833288" y="3517134"/>
                    <a:chExt cx="128706" cy="108001"/>
                  </a:xfrm>
                </p:grpSpPr>
                <p:sp>
                  <p:nvSpPr>
                    <p:cNvPr id="313" name="Pfeil: Chevron 312">
                      <a:extLst>
                        <a:ext uri="{FF2B5EF4-FFF2-40B4-BE49-F238E27FC236}">
                          <a16:creationId xmlns:a16="http://schemas.microsoft.com/office/drawing/2014/main" id="{7AFDE8D9-B4DD-0854-BC85-D2DEB6C460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33288" y="3517135"/>
                      <a:ext cx="72000" cy="108000"/>
                    </a:xfrm>
                    <a:prstGeom prst="chevron">
                      <a:avLst/>
                    </a:prstGeom>
                    <a:solidFill>
                      <a:srgbClr val="C75B4C"/>
                    </a:solidFill>
                    <a:ln>
                      <a:solidFill>
                        <a:srgbClr val="C75B4C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14" name="Pfeil: Chevron 313">
                      <a:extLst>
                        <a:ext uri="{FF2B5EF4-FFF2-40B4-BE49-F238E27FC236}">
                          <a16:creationId xmlns:a16="http://schemas.microsoft.com/office/drawing/2014/main" id="{B244E2D5-5AE5-A2D3-691B-0BAF8D5B70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9994" y="3517134"/>
                      <a:ext cx="72000" cy="108000"/>
                    </a:xfrm>
                    <a:prstGeom prst="chevron">
                      <a:avLst/>
                    </a:prstGeom>
                    <a:solidFill>
                      <a:schemeClr val="accent2">
                        <a:lumMod val="20000"/>
                        <a:lumOff val="80000"/>
                      </a:schemeClr>
                    </a:solidFill>
                    <a:ln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315" name="Gruppieren 314">
                    <a:extLst>
                      <a:ext uri="{FF2B5EF4-FFF2-40B4-BE49-F238E27FC236}">
                        <a16:creationId xmlns:a16="http://schemas.microsoft.com/office/drawing/2014/main" id="{0C8DF33B-4FBF-9F14-4835-34F1EBABCEC7}"/>
                      </a:ext>
                    </a:extLst>
                  </p:cNvPr>
                  <p:cNvGrpSpPr/>
                  <p:nvPr/>
                </p:nvGrpSpPr>
                <p:grpSpPr>
                  <a:xfrm>
                    <a:off x="6242109" y="2578330"/>
                    <a:ext cx="128706" cy="108001"/>
                    <a:chOff x="4833288" y="3517134"/>
                    <a:chExt cx="128706" cy="108001"/>
                  </a:xfrm>
                </p:grpSpPr>
                <p:sp>
                  <p:nvSpPr>
                    <p:cNvPr id="316" name="Pfeil: Chevron 315">
                      <a:extLst>
                        <a:ext uri="{FF2B5EF4-FFF2-40B4-BE49-F238E27FC236}">
                          <a16:creationId xmlns:a16="http://schemas.microsoft.com/office/drawing/2014/main" id="{9DF9C335-F41E-0B26-F061-14156FAEDF4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33288" y="3517135"/>
                      <a:ext cx="72000" cy="108000"/>
                    </a:xfrm>
                    <a:prstGeom prst="chevron">
                      <a:avLst/>
                    </a:prstGeom>
                    <a:solidFill>
                      <a:srgbClr val="C75B4C"/>
                    </a:solidFill>
                    <a:ln>
                      <a:solidFill>
                        <a:srgbClr val="C75B4C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17" name="Pfeil: Chevron 316">
                      <a:extLst>
                        <a:ext uri="{FF2B5EF4-FFF2-40B4-BE49-F238E27FC236}">
                          <a16:creationId xmlns:a16="http://schemas.microsoft.com/office/drawing/2014/main" id="{6EB8D07B-4592-2831-0157-C03FA4DF838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9994" y="3517134"/>
                      <a:ext cx="72000" cy="108000"/>
                    </a:xfrm>
                    <a:prstGeom prst="chevron">
                      <a:avLst/>
                    </a:prstGeom>
                    <a:solidFill>
                      <a:schemeClr val="accent2">
                        <a:lumMod val="20000"/>
                        <a:lumOff val="80000"/>
                      </a:schemeClr>
                    </a:solidFill>
                    <a:ln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318" name="Gruppieren 317">
                    <a:extLst>
                      <a:ext uri="{FF2B5EF4-FFF2-40B4-BE49-F238E27FC236}">
                        <a16:creationId xmlns:a16="http://schemas.microsoft.com/office/drawing/2014/main" id="{9A9B2F4A-2E1F-2301-BB66-9DE41D8FF157}"/>
                      </a:ext>
                    </a:extLst>
                  </p:cNvPr>
                  <p:cNvGrpSpPr/>
                  <p:nvPr/>
                </p:nvGrpSpPr>
                <p:grpSpPr>
                  <a:xfrm>
                    <a:off x="6628309" y="2578330"/>
                    <a:ext cx="128706" cy="108001"/>
                    <a:chOff x="4833288" y="3517134"/>
                    <a:chExt cx="128706" cy="108001"/>
                  </a:xfrm>
                </p:grpSpPr>
                <p:sp>
                  <p:nvSpPr>
                    <p:cNvPr id="319" name="Pfeil: Chevron 318">
                      <a:extLst>
                        <a:ext uri="{FF2B5EF4-FFF2-40B4-BE49-F238E27FC236}">
                          <a16:creationId xmlns:a16="http://schemas.microsoft.com/office/drawing/2014/main" id="{A5959596-5981-6FE3-5D87-09AE9DEF5A6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33288" y="3517135"/>
                      <a:ext cx="72000" cy="108000"/>
                    </a:xfrm>
                    <a:prstGeom prst="chevron">
                      <a:avLst/>
                    </a:prstGeom>
                    <a:solidFill>
                      <a:srgbClr val="C75B4C"/>
                    </a:solidFill>
                    <a:ln>
                      <a:solidFill>
                        <a:srgbClr val="C75B4C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20" name="Pfeil: Chevron 319">
                      <a:extLst>
                        <a:ext uri="{FF2B5EF4-FFF2-40B4-BE49-F238E27FC236}">
                          <a16:creationId xmlns:a16="http://schemas.microsoft.com/office/drawing/2014/main" id="{C336C5AA-9ED5-EC0D-FFED-73E2132A15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9994" y="3517134"/>
                      <a:ext cx="72000" cy="108000"/>
                    </a:xfrm>
                    <a:prstGeom prst="chevron">
                      <a:avLst/>
                    </a:prstGeom>
                    <a:solidFill>
                      <a:schemeClr val="accent2">
                        <a:lumMod val="20000"/>
                        <a:lumOff val="80000"/>
                      </a:schemeClr>
                    </a:solidFill>
                    <a:ln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321" name="Gruppieren 320">
                    <a:extLst>
                      <a:ext uri="{FF2B5EF4-FFF2-40B4-BE49-F238E27FC236}">
                        <a16:creationId xmlns:a16="http://schemas.microsoft.com/office/drawing/2014/main" id="{6B4BD392-1A46-A270-06EC-0CDB42E37FBB}"/>
                      </a:ext>
                    </a:extLst>
                  </p:cNvPr>
                  <p:cNvGrpSpPr/>
                  <p:nvPr/>
                </p:nvGrpSpPr>
                <p:grpSpPr>
                  <a:xfrm>
                    <a:off x="7022970" y="2578330"/>
                    <a:ext cx="128706" cy="108001"/>
                    <a:chOff x="4833288" y="3517134"/>
                    <a:chExt cx="128706" cy="108001"/>
                  </a:xfrm>
                </p:grpSpPr>
                <p:sp>
                  <p:nvSpPr>
                    <p:cNvPr id="322" name="Pfeil: Chevron 321">
                      <a:extLst>
                        <a:ext uri="{FF2B5EF4-FFF2-40B4-BE49-F238E27FC236}">
                          <a16:creationId xmlns:a16="http://schemas.microsoft.com/office/drawing/2014/main" id="{B32865DF-4655-3591-A787-8C2BB822FC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33288" y="3517135"/>
                      <a:ext cx="72000" cy="108000"/>
                    </a:xfrm>
                    <a:prstGeom prst="chevron">
                      <a:avLst/>
                    </a:prstGeom>
                    <a:solidFill>
                      <a:srgbClr val="C75B4C"/>
                    </a:solidFill>
                    <a:ln>
                      <a:solidFill>
                        <a:srgbClr val="C75B4C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23" name="Pfeil: Chevron 322">
                      <a:extLst>
                        <a:ext uri="{FF2B5EF4-FFF2-40B4-BE49-F238E27FC236}">
                          <a16:creationId xmlns:a16="http://schemas.microsoft.com/office/drawing/2014/main" id="{8698BF80-8136-E333-EBE0-773A88A3A9B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9994" y="3517134"/>
                      <a:ext cx="72000" cy="108000"/>
                    </a:xfrm>
                    <a:prstGeom prst="chevron">
                      <a:avLst/>
                    </a:prstGeom>
                    <a:solidFill>
                      <a:schemeClr val="accent2">
                        <a:lumMod val="20000"/>
                        <a:lumOff val="80000"/>
                      </a:schemeClr>
                    </a:solidFill>
                    <a:ln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p:grpSp>
              <p:sp>
                <p:nvSpPr>
                  <p:cNvPr id="324" name="Pfeil: Chevron 323">
                    <a:extLst>
                      <a:ext uri="{FF2B5EF4-FFF2-40B4-BE49-F238E27FC236}">
                        <a16:creationId xmlns:a16="http://schemas.microsoft.com/office/drawing/2014/main" id="{2D282CA3-E094-7852-EC9F-0E898B8A7B09}"/>
                      </a:ext>
                    </a:extLst>
                  </p:cNvPr>
                  <p:cNvSpPr/>
                  <p:nvPr/>
                </p:nvSpPr>
                <p:spPr>
                  <a:xfrm>
                    <a:off x="7411723" y="2578330"/>
                    <a:ext cx="72000" cy="108000"/>
                  </a:xfrm>
                  <a:prstGeom prst="chevron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accent2">
                        <a:lumMod val="20000"/>
                        <a:lumOff val="8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80000" tIns="180000" rIns="180000" bIns="180000" rtlCol="0" anchor="ctr"/>
                  <a:lstStyle/>
                  <a:p>
                    <a:pPr marL="0" marR="0" indent="0" algn="ct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endParaRPr kumimoji="0" lang="en-GB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</p:grpSp>
          </p:grpSp>
        </p:grpSp>
      </p:grpSp>
    </p:spTree>
    <p:extLst>
      <p:ext uri="{BB962C8B-B14F-4D97-AF65-F5344CB8AC3E}">
        <p14:creationId xmlns:p14="http://schemas.microsoft.com/office/powerpoint/2010/main" val="13631025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5973E76-EC0D-84BA-F6A4-A1C519A4D1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4FCF17-48A0-4939-9B86-4A0E590241E6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0B4611C-2B45-913B-14B0-B574DCB31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7B05C4C-AA2F-5815-6802-65D4D1C63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10</a:t>
            </a:fld>
            <a:endParaRPr lang="de-DE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DACCD68-E7B2-E7C9-696B-74D4CF4B0ED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E730828-FF25-ADA5-1946-72137AD07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664797"/>
          </a:xfrm>
        </p:spPr>
        <p:txBody>
          <a:bodyPr/>
          <a:lstStyle/>
          <a:p>
            <a:r>
              <a:rPr lang="en-GB" dirty="0" err="1"/>
              <a:t>Vielleicht</a:t>
            </a:r>
            <a:r>
              <a:rPr lang="en-GB" dirty="0"/>
              <a:t> </a:t>
            </a:r>
            <a:r>
              <a:rPr lang="en-GB" dirty="0" err="1"/>
              <a:t>noch</a:t>
            </a:r>
            <a:r>
              <a:rPr lang="en-GB" dirty="0"/>
              <a:t> </a:t>
            </a:r>
            <a:r>
              <a:rPr lang="en-GB" dirty="0" err="1"/>
              <a:t>Abbildung</a:t>
            </a:r>
            <a:r>
              <a:rPr lang="en-GB" dirty="0"/>
              <a:t> </a:t>
            </a:r>
            <a:r>
              <a:rPr lang="en-GB" dirty="0" err="1"/>
              <a:t>zu</a:t>
            </a:r>
            <a:r>
              <a:rPr lang="en-GB" dirty="0"/>
              <a:t> </a:t>
            </a:r>
            <a:r>
              <a:rPr lang="en-GB" dirty="0" err="1"/>
              <a:t>entstehung</a:t>
            </a:r>
            <a:r>
              <a:rPr lang="en-GB" dirty="0"/>
              <a:t> von </a:t>
            </a:r>
            <a:r>
              <a:rPr lang="en-GB" dirty="0" err="1"/>
              <a:t>lstm</a:t>
            </a:r>
            <a:endParaRPr lang="en-GB" dirty="0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3AF924C1-B113-25EA-9044-5CEB285C0E9C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05436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9B1D1A-8413-1261-63E3-A56CBF46A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C3EF13E-F4DB-E43C-A02C-672CEDB10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94168-1D2E-414B-9AFB-B7BB2EA3568F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C86B73D-B437-F8AF-EB36-C5112E6DC8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956BA64-5C93-55E2-1A13-B029E0C9C8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11</a:t>
            </a:fld>
            <a:endParaRPr lang="de-DE"/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7F13A1C9-B3BE-0A75-8181-D170A55C29BA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944F3225-ECC4-3C09-AA7D-14758B693A95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51A8BF4-A1FA-8409-7783-A818E46061C3}"/>
              </a:ext>
            </a:extLst>
          </p:cNvPr>
          <p:cNvSpPr/>
          <p:nvPr/>
        </p:nvSpPr>
        <p:spPr>
          <a:xfrm>
            <a:off x="419100" y="2240280"/>
            <a:ext cx="1623060" cy="14173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50412562-BA5A-FEF3-7FCF-1DC16064EF62}"/>
              </a:ext>
            </a:extLst>
          </p:cNvPr>
          <p:cNvSpPr/>
          <p:nvPr/>
        </p:nvSpPr>
        <p:spPr>
          <a:xfrm>
            <a:off x="2217420" y="2240280"/>
            <a:ext cx="1623060" cy="141732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1CAF0A4E-6251-6BAB-F52A-EF009D3CCE06}"/>
              </a:ext>
            </a:extLst>
          </p:cNvPr>
          <p:cNvSpPr/>
          <p:nvPr/>
        </p:nvSpPr>
        <p:spPr>
          <a:xfrm>
            <a:off x="4015740" y="2240280"/>
            <a:ext cx="1623060" cy="14173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23D465B1-787C-8988-760F-1A36E23DA759}"/>
              </a:ext>
            </a:extLst>
          </p:cNvPr>
          <p:cNvSpPr/>
          <p:nvPr/>
        </p:nvSpPr>
        <p:spPr>
          <a:xfrm>
            <a:off x="5988051" y="2240280"/>
            <a:ext cx="1623060" cy="141732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A5E3FAE-04EB-4F46-3056-6666D3E333AC}"/>
              </a:ext>
            </a:extLst>
          </p:cNvPr>
          <p:cNvSpPr/>
          <p:nvPr/>
        </p:nvSpPr>
        <p:spPr>
          <a:xfrm>
            <a:off x="7894296" y="2240280"/>
            <a:ext cx="1623060" cy="141732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8A14C33-44BB-3016-F6AD-64891AD7C545}"/>
              </a:ext>
            </a:extLst>
          </p:cNvPr>
          <p:cNvSpPr/>
          <p:nvPr/>
        </p:nvSpPr>
        <p:spPr>
          <a:xfrm>
            <a:off x="419100" y="3792962"/>
            <a:ext cx="1623060" cy="141732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B84DF204-DA97-7BCF-AEF8-4890DD78ECF5}"/>
              </a:ext>
            </a:extLst>
          </p:cNvPr>
          <p:cNvSpPr/>
          <p:nvPr/>
        </p:nvSpPr>
        <p:spPr>
          <a:xfrm>
            <a:off x="2217420" y="3792962"/>
            <a:ext cx="1623060" cy="141732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FF60438-D2FD-C94D-6A59-4E343FFAEE86}"/>
              </a:ext>
            </a:extLst>
          </p:cNvPr>
          <p:cNvSpPr/>
          <p:nvPr/>
        </p:nvSpPr>
        <p:spPr>
          <a:xfrm>
            <a:off x="4015740" y="3792962"/>
            <a:ext cx="1623060" cy="141732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15453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A209CB0-CE46-6EE5-854F-D6F559AE0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16FEA-3FF6-494D-B706-4E23BBB1C80F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AB79A20-DDC5-046C-5D66-112F1A03F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5F7FD04-8829-7AC3-001E-4423B274B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12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0B01802B-4CF3-E1B5-EFCA-7AD852670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C966A97D-3236-10DE-0DD4-F6EAF5F8F886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D65EB86-FDDF-694A-BBE0-F0977E9063D4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BD6FF191-ECC5-D66C-0D50-0B73A4AEEA66}"/>
              </a:ext>
            </a:extLst>
          </p:cNvPr>
          <p:cNvSpPr/>
          <p:nvPr/>
        </p:nvSpPr>
        <p:spPr>
          <a:xfrm>
            <a:off x="419100" y="2240280"/>
            <a:ext cx="1623060" cy="141732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7762F54-2B9F-2381-17BA-2E54C2E8C9AE}"/>
              </a:ext>
            </a:extLst>
          </p:cNvPr>
          <p:cNvSpPr/>
          <p:nvPr/>
        </p:nvSpPr>
        <p:spPr>
          <a:xfrm>
            <a:off x="2217420" y="2240280"/>
            <a:ext cx="1623060" cy="141732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63D78736-21A5-E3AE-E9F4-7B8312354854}"/>
              </a:ext>
            </a:extLst>
          </p:cNvPr>
          <p:cNvSpPr/>
          <p:nvPr/>
        </p:nvSpPr>
        <p:spPr>
          <a:xfrm>
            <a:off x="4015740" y="2240280"/>
            <a:ext cx="1623060" cy="141732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E45625F0-63B1-3A7D-342A-15F1AADCBBB9}"/>
              </a:ext>
            </a:extLst>
          </p:cNvPr>
          <p:cNvSpPr/>
          <p:nvPr/>
        </p:nvSpPr>
        <p:spPr>
          <a:xfrm>
            <a:off x="5988051" y="2240280"/>
            <a:ext cx="1623060" cy="1417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80D9C37-B71B-B760-01EF-227CD34C8E96}"/>
              </a:ext>
            </a:extLst>
          </p:cNvPr>
          <p:cNvSpPr/>
          <p:nvPr/>
        </p:nvSpPr>
        <p:spPr>
          <a:xfrm>
            <a:off x="7894296" y="2240280"/>
            <a:ext cx="1623060" cy="1417320"/>
          </a:xfrm>
          <a:prstGeom prst="rect">
            <a:avLst/>
          </a:prstGeom>
          <a:solidFill>
            <a:schemeClr val="accent5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208151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BD2DB08-6BED-73C0-40AA-8B8A4E09D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BE38A-EB2B-4D3A-BA3A-60E064537934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2136A7D-4AB5-7215-D9D9-9C979D899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65B37F-A4F0-9B11-1A75-8FCA3AECB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13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9F105A6D-E891-0B22-D819-61630F4EC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0670E681-C237-E4B6-134D-FEE31B31143C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5DE7680-3B70-545F-870D-524422E16EA4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EF12806-9454-6D3F-B000-32AAA5AD2576}"/>
              </a:ext>
            </a:extLst>
          </p:cNvPr>
          <p:cNvSpPr/>
          <p:nvPr/>
        </p:nvSpPr>
        <p:spPr>
          <a:xfrm>
            <a:off x="876300" y="2979420"/>
            <a:ext cx="1242060" cy="154686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F96E85D-1F71-7BE5-4E9B-7A23D91431EC}"/>
              </a:ext>
            </a:extLst>
          </p:cNvPr>
          <p:cNvSpPr/>
          <p:nvPr/>
        </p:nvSpPr>
        <p:spPr>
          <a:xfrm>
            <a:off x="2613105" y="2979420"/>
            <a:ext cx="1242060" cy="1546860"/>
          </a:xfrm>
          <a:prstGeom prst="rect">
            <a:avLst/>
          </a:prstGeom>
          <a:solidFill>
            <a:schemeClr val="accent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4B4AC2AB-CD6E-9F27-C59E-1B9415942DBA}"/>
              </a:ext>
            </a:extLst>
          </p:cNvPr>
          <p:cNvSpPr/>
          <p:nvPr/>
        </p:nvSpPr>
        <p:spPr>
          <a:xfrm>
            <a:off x="4236165" y="2903220"/>
            <a:ext cx="1242060" cy="154686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9B5FC556-0AD2-05DF-9936-EE525C5304FC}"/>
              </a:ext>
            </a:extLst>
          </p:cNvPr>
          <p:cNvSpPr/>
          <p:nvPr/>
        </p:nvSpPr>
        <p:spPr>
          <a:xfrm>
            <a:off x="5859225" y="2903220"/>
            <a:ext cx="1242060" cy="15468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719035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03C698E-0185-50D8-E0B5-9591541FE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B5FE-3D26-4358-90F6-7AB9A5E1C9C0}" type="datetime4">
              <a:rPr lang="de-DE" smtClean="0"/>
              <a:t>9. Juni 2024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C0315FE-5F01-9286-4BA9-51446464B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10C2342-5F47-476B-B61C-410E96C06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14</a:t>
            </a:fld>
            <a:endParaRPr lang="de-DE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7594924-5462-C8B7-6C3F-08CB34DEBCC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D8BF403B-4D4A-5B77-5E35-7499EFC4AD4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DF692A9C-695F-1BF6-79CF-0E8FEB30D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A33725CF-11DC-D54D-57FC-6CC5C1CBBF01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48285EF-F4AB-877C-6355-09D376EDB7DB}"/>
              </a:ext>
            </a:extLst>
          </p:cNvPr>
          <p:cNvSpPr/>
          <p:nvPr/>
        </p:nvSpPr>
        <p:spPr>
          <a:xfrm>
            <a:off x="876300" y="2979420"/>
            <a:ext cx="1242060" cy="154686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C814394-7914-7871-4EDA-B053A2B7F226}"/>
              </a:ext>
            </a:extLst>
          </p:cNvPr>
          <p:cNvSpPr/>
          <p:nvPr/>
        </p:nvSpPr>
        <p:spPr>
          <a:xfrm>
            <a:off x="2613105" y="2979420"/>
            <a:ext cx="1242060" cy="1546860"/>
          </a:xfrm>
          <a:prstGeom prst="rect">
            <a:avLst/>
          </a:prstGeom>
          <a:solidFill>
            <a:srgbClr val="C75B4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E7376698-77B6-A4DE-4F7A-BD39DD39B621}"/>
              </a:ext>
            </a:extLst>
          </p:cNvPr>
          <p:cNvSpPr/>
          <p:nvPr/>
        </p:nvSpPr>
        <p:spPr>
          <a:xfrm>
            <a:off x="4236165" y="2903220"/>
            <a:ext cx="1242060" cy="154686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57339E0-D2F8-6BD8-58C5-F2E87A2E6C5C}"/>
              </a:ext>
            </a:extLst>
          </p:cNvPr>
          <p:cNvSpPr/>
          <p:nvPr/>
        </p:nvSpPr>
        <p:spPr>
          <a:xfrm>
            <a:off x="5859225" y="2903220"/>
            <a:ext cx="1242060" cy="1546860"/>
          </a:xfrm>
          <a:prstGeom prst="rect">
            <a:avLst/>
          </a:prstGeom>
          <a:solidFill>
            <a:srgbClr val="FDB73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58001272"/>
      </p:ext>
    </p:extLst>
  </p:cSld>
  <p:clrMapOvr>
    <a:masterClrMapping/>
  </p:clrMapOvr>
</p:sld>
</file>

<file path=ppt/theme/theme1.xml><?xml version="1.0" encoding="utf-8"?>
<a:theme xmlns:a="http://schemas.openxmlformats.org/drawingml/2006/main" name="FAU - Philosophische Fakultät und Fachbereich Theologie">
  <a:themeElements>
    <a:clrScheme name="FAU - Orange">
      <a:dk1>
        <a:sysClr val="windowText" lastClr="000000"/>
      </a:dk1>
      <a:lt1>
        <a:srgbClr val="FFFFFF"/>
      </a:lt1>
      <a:dk2>
        <a:srgbClr val="FDB735"/>
      </a:dk2>
      <a:lt2>
        <a:srgbClr val="FFFFFF"/>
      </a:lt2>
      <a:accent1>
        <a:srgbClr val="7F7F7F"/>
      </a:accent1>
      <a:accent2>
        <a:srgbClr val="963B2F"/>
      </a:accent2>
      <a:accent3>
        <a:srgbClr val="E46D41"/>
      </a:accent3>
      <a:accent4>
        <a:srgbClr val="FDB735"/>
      </a:accent4>
      <a:accent5>
        <a:srgbClr val="EEDBAC"/>
      </a:accent5>
      <a:accent6>
        <a:srgbClr val="C7C7C7"/>
      </a:accent6>
      <a:hlink>
        <a:srgbClr val="E46D41"/>
      </a:hlink>
      <a:folHlink>
        <a:srgbClr val="000000"/>
      </a:folHlink>
    </a:clrScheme>
    <a:fontScheme name="FA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/>
        </a:solidFill>
        <a:ln>
          <a:noFill/>
        </a:ln>
      </a:spPr>
      <a:bodyPr lIns="180000" tIns="180000" rIns="180000" bIns="180000" rtlCol="0" anchor="ctr"/>
      <a:lstStyle>
        <a:defPPr marL="0" marR="0" indent="0" algn="ctr" defTabSz="914400" rtl="0" eaLnBrk="1" fontAlgn="auto" latinLnBrk="0" hangingPunct="1">
          <a:lnSpc>
            <a:spcPct val="110000"/>
          </a:lnSpc>
          <a:spcBef>
            <a:spcPts val="0"/>
          </a:spcBef>
          <a:spcAft>
            <a:spcPts val="1200"/>
          </a:spcAft>
          <a:buClrTx/>
          <a:buSzTx/>
          <a:buFont typeface="Arial" panose="020B0604020202020204" pitchFamily="34" charset="0"/>
          <a:buNone/>
          <a:tabLst/>
          <a:defRPr kumimoji="0" sz="1600" b="0" i="0" u="none" strike="noStrike" kern="1200" cap="none" spc="0" normalizeH="0" baseline="0" noProof="0" dirty="0" smtClean="0">
            <a:ln>
              <a:noFill/>
            </a:ln>
            <a:solidFill>
              <a:schemeClr val="tx1"/>
            </a:solidFill>
            <a:effectLst/>
            <a:uLnTx/>
            <a:uFillTx/>
            <a:latin typeface="Arial"/>
            <a:ea typeface="+mn-ea"/>
            <a:cs typeface="+mn-cs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6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0" marR="0" indent="0" algn="l" defTabSz="914400" rtl="0" eaLnBrk="1" fontAlgn="auto" latinLnBrk="0" hangingPunct="1">
          <a:lnSpc>
            <a:spcPct val="110000"/>
          </a:lnSpc>
          <a:spcBef>
            <a:spcPts val="0"/>
          </a:spcBef>
          <a:spcAft>
            <a:spcPts val="1200"/>
          </a:spcAft>
          <a:buClrTx/>
          <a:buSzTx/>
          <a:buFont typeface="Arial" panose="020B0604020202020204" pitchFamily="34" charset="0"/>
          <a:buNone/>
          <a:tabLst/>
          <a:defRPr kumimoji="0" sz="1600" b="0" i="0" u="none" strike="noStrike" kern="1200" cap="none" spc="0" normalizeH="0" baseline="0" noProof="0" dirty="0" smtClean="0">
            <a:ln>
              <a:noFill/>
            </a:ln>
            <a:solidFill>
              <a:prstClr val="black"/>
            </a:solidFill>
            <a:effectLst/>
            <a:uLnTx/>
            <a:uFillTx/>
            <a:latin typeface="Arial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AU - Rechts- und Wirtschaftswissenschaftliche Fakultät">
  <a:themeElements>
    <a:clrScheme name="FAU - Rot">
      <a:dk1>
        <a:sysClr val="windowText" lastClr="000000"/>
      </a:dk1>
      <a:lt1>
        <a:srgbClr val="FFFFFF"/>
      </a:lt1>
      <a:dk2>
        <a:srgbClr val="C50F3C"/>
      </a:dk2>
      <a:lt2>
        <a:srgbClr val="FFFFFF"/>
      </a:lt2>
      <a:accent1>
        <a:srgbClr val="7F7F7F"/>
      </a:accent1>
      <a:accent2>
        <a:srgbClr val="662938"/>
      </a:accent2>
      <a:accent3>
        <a:srgbClr val="971B2F"/>
      </a:accent3>
      <a:accent4>
        <a:srgbClr val="C50F3C"/>
      </a:accent4>
      <a:accent5>
        <a:srgbClr val="EBCCB7"/>
      </a:accent5>
      <a:accent6>
        <a:srgbClr val="C7C7C7"/>
      </a:accent6>
      <a:hlink>
        <a:srgbClr val="971B2F"/>
      </a:hlink>
      <a:folHlink>
        <a:srgbClr val="000000"/>
      </a:folHlink>
    </a:clrScheme>
    <a:fontScheme name="FA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/>
        </a:solidFill>
        <a:ln>
          <a:noFill/>
        </a:ln>
      </a:spPr>
      <a:bodyPr lIns="180000" tIns="180000" rIns="180000" bIns="180000" rtlCol="0" anchor="ctr"/>
      <a:lstStyle>
        <a:defPPr marL="0" marR="0" indent="0" algn="ctr" defTabSz="914400" rtl="0" eaLnBrk="1" fontAlgn="auto" latinLnBrk="0" hangingPunct="1">
          <a:lnSpc>
            <a:spcPct val="110000"/>
          </a:lnSpc>
          <a:spcBef>
            <a:spcPts val="0"/>
          </a:spcBef>
          <a:spcAft>
            <a:spcPts val="1200"/>
          </a:spcAft>
          <a:buClrTx/>
          <a:buSzTx/>
          <a:buFont typeface="Arial" panose="020B0604020202020204" pitchFamily="34" charset="0"/>
          <a:buNone/>
          <a:tabLst/>
          <a:defRPr kumimoji="0" sz="1600" b="0" i="0" u="none" strike="noStrike" kern="1200" cap="none" spc="0" normalizeH="0" baseline="0" noProof="0" dirty="0" smtClean="0">
            <a:ln>
              <a:noFill/>
            </a:ln>
            <a:solidFill>
              <a:schemeClr val="tx1"/>
            </a:solidFill>
            <a:effectLst/>
            <a:uLnTx/>
            <a:uFillTx/>
            <a:latin typeface="Arial"/>
            <a:ea typeface="+mn-ea"/>
            <a:cs typeface="+mn-cs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6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0" marR="0" indent="0" algn="l" defTabSz="914400" rtl="0" eaLnBrk="1" fontAlgn="auto" latinLnBrk="0" hangingPunct="1">
          <a:lnSpc>
            <a:spcPct val="110000"/>
          </a:lnSpc>
          <a:spcBef>
            <a:spcPts val="0"/>
          </a:spcBef>
          <a:spcAft>
            <a:spcPts val="1200"/>
          </a:spcAft>
          <a:buClrTx/>
          <a:buSzTx/>
          <a:buFont typeface="Arial" panose="020B0604020202020204" pitchFamily="34" charset="0"/>
          <a:buNone/>
          <a:tabLst/>
          <a:defRPr kumimoji="0" sz="1600" b="0" i="0" u="none" strike="noStrike" kern="1200" cap="none" spc="0" normalizeH="0" baseline="0" noProof="0" dirty="0" smtClean="0">
            <a:ln>
              <a:noFill/>
            </a:ln>
            <a:solidFill>
              <a:prstClr val="black"/>
            </a:solidFill>
            <a:effectLst/>
            <a:uLnTx/>
            <a:uFillTx/>
            <a:latin typeface="Arial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FAU - Medizinische Fakultät">
  <a:themeElements>
    <a:clrScheme name="FAU - Blau">
      <a:dk1>
        <a:sysClr val="windowText" lastClr="000000"/>
      </a:dk1>
      <a:lt1>
        <a:srgbClr val="FFFFFF"/>
      </a:lt1>
      <a:dk2>
        <a:srgbClr val="18B4F1"/>
      </a:dk2>
      <a:lt2>
        <a:srgbClr val="FFFFFF"/>
      </a:lt2>
      <a:accent1>
        <a:srgbClr val="7F7F7F"/>
      </a:accent1>
      <a:accent2>
        <a:srgbClr val="003E61"/>
      </a:accent2>
      <a:accent3>
        <a:srgbClr val="005287"/>
      </a:accent3>
      <a:accent4>
        <a:srgbClr val="18B4F1"/>
      </a:accent4>
      <a:accent5>
        <a:srgbClr val="9CC9E4"/>
      </a:accent5>
      <a:accent6>
        <a:srgbClr val="C7C7C7"/>
      </a:accent6>
      <a:hlink>
        <a:srgbClr val="005287"/>
      </a:hlink>
      <a:folHlink>
        <a:srgbClr val="000000"/>
      </a:folHlink>
    </a:clrScheme>
    <a:fontScheme name="FA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/>
        </a:solidFill>
        <a:ln>
          <a:noFill/>
        </a:ln>
      </a:spPr>
      <a:bodyPr lIns="180000" tIns="180000" rIns="180000" bIns="180000" rtlCol="0" anchor="ctr"/>
      <a:lstStyle>
        <a:defPPr marL="0" marR="0" indent="0" algn="ctr" defTabSz="914400" rtl="0" eaLnBrk="1" fontAlgn="auto" latinLnBrk="0" hangingPunct="1">
          <a:lnSpc>
            <a:spcPct val="110000"/>
          </a:lnSpc>
          <a:spcBef>
            <a:spcPts val="0"/>
          </a:spcBef>
          <a:spcAft>
            <a:spcPts val="1200"/>
          </a:spcAft>
          <a:buClrTx/>
          <a:buSzTx/>
          <a:buFont typeface="Arial" panose="020B0604020202020204" pitchFamily="34" charset="0"/>
          <a:buNone/>
          <a:tabLst/>
          <a:defRPr kumimoji="0" sz="1600" b="0" i="0" u="none" strike="noStrike" kern="1200" cap="none" spc="0" normalizeH="0" baseline="0" noProof="0" dirty="0" smtClean="0">
            <a:ln>
              <a:noFill/>
            </a:ln>
            <a:solidFill>
              <a:schemeClr val="tx1"/>
            </a:solidFill>
            <a:effectLst/>
            <a:uLnTx/>
            <a:uFillTx/>
            <a:latin typeface="Arial"/>
            <a:ea typeface="+mn-ea"/>
            <a:cs typeface="+mn-cs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6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0" marR="0" indent="0" algn="l" defTabSz="914400" rtl="0" eaLnBrk="1" fontAlgn="auto" latinLnBrk="0" hangingPunct="1">
          <a:lnSpc>
            <a:spcPct val="110000"/>
          </a:lnSpc>
          <a:spcBef>
            <a:spcPts val="0"/>
          </a:spcBef>
          <a:spcAft>
            <a:spcPts val="1200"/>
          </a:spcAft>
          <a:buClrTx/>
          <a:buSzTx/>
          <a:buFont typeface="Arial" panose="020B0604020202020204" pitchFamily="34" charset="0"/>
          <a:buNone/>
          <a:tabLst/>
          <a:defRPr kumimoji="0" sz="1600" b="0" i="0" u="none" strike="noStrike" kern="1200" cap="none" spc="0" normalizeH="0" baseline="0" noProof="0" dirty="0" smtClean="0">
            <a:ln>
              <a:noFill/>
            </a:ln>
            <a:solidFill>
              <a:prstClr val="black"/>
            </a:solidFill>
            <a:effectLst/>
            <a:uLnTx/>
            <a:uFillTx/>
            <a:latin typeface="Arial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FAU - Naturwissenschaftliche Fakultät">
  <a:themeElements>
    <a:clrScheme name="FAU - Grün">
      <a:dk1>
        <a:sysClr val="windowText" lastClr="000000"/>
      </a:dk1>
      <a:lt1>
        <a:srgbClr val="FFFFFF"/>
      </a:lt1>
      <a:dk2>
        <a:srgbClr val="7BB725"/>
      </a:dk2>
      <a:lt2>
        <a:srgbClr val="FFFFFF"/>
      </a:lt2>
      <a:accent1>
        <a:srgbClr val="7F7F7F"/>
      </a:accent1>
      <a:accent2>
        <a:srgbClr val="14462D"/>
      </a:accent2>
      <a:accent3>
        <a:srgbClr val="266141"/>
      </a:accent3>
      <a:accent4>
        <a:srgbClr val="7BB725"/>
      </a:accent4>
      <a:accent5>
        <a:srgbClr val="B0CCBF"/>
      </a:accent5>
      <a:accent6>
        <a:srgbClr val="C7C7C7"/>
      </a:accent6>
      <a:hlink>
        <a:srgbClr val="266141"/>
      </a:hlink>
      <a:folHlink>
        <a:srgbClr val="000000"/>
      </a:folHlink>
    </a:clrScheme>
    <a:fontScheme name="FA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/>
        </a:solidFill>
        <a:ln>
          <a:noFill/>
        </a:ln>
      </a:spPr>
      <a:bodyPr lIns="180000" tIns="180000" rIns="180000" bIns="180000" rtlCol="0" anchor="ctr"/>
      <a:lstStyle>
        <a:defPPr marL="0" marR="0" indent="0" algn="ctr" defTabSz="914400" rtl="0" eaLnBrk="1" fontAlgn="auto" latinLnBrk="0" hangingPunct="1">
          <a:lnSpc>
            <a:spcPct val="110000"/>
          </a:lnSpc>
          <a:spcBef>
            <a:spcPts val="0"/>
          </a:spcBef>
          <a:spcAft>
            <a:spcPts val="1200"/>
          </a:spcAft>
          <a:buClrTx/>
          <a:buSzTx/>
          <a:buFont typeface="Arial" panose="020B0604020202020204" pitchFamily="34" charset="0"/>
          <a:buNone/>
          <a:tabLst/>
          <a:defRPr kumimoji="0" sz="1600" b="0" i="0" u="none" strike="noStrike" kern="1200" cap="none" spc="0" normalizeH="0" baseline="0" noProof="0" dirty="0" smtClean="0">
            <a:ln>
              <a:noFill/>
            </a:ln>
            <a:solidFill>
              <a:schemeClr val="tx1"/>
            </a:solidFill>
            <a:effectLst/>
            <a:uLnTx/>
            <a:uFillTx/>
            <a:latin typeface="Arial"/>
            <a:ea typeface="+mn-ea"/>
            <a:cs typeface="+mn-cs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6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0" marR="0" indent="0" algn="l" defTabSz="914400" rtl="0" eaLnBrk="1" fontAlgn="auto" latinLnBrk="0" hangingPunct="1">
          <a:lnSpc>
            <a:spcPct val="110000"/>
          </a:lnSpc>
          <a:spcBef>
            <a:spcPts val="0"/>
          </a:spcBef>
          <a:spcAft>
            <a:spcPts val="1200"/>
          </a:spcAft>
          <a:buClrTx/>
          <a:buSzTx/>
          <a:buFont typeface="Arial" panose="020B0604020202020204" pitchFamily="34" charset="0"/>
          <a:buNone/>
          <a:tabLst/>
          <a:defRPr kumimoji="0" sz="1600" b="0" i="0" u="none" strike="noStrike" kern="1200" cap="none" spc="0" normalizeH="0" baseline="0" noProof="0" dirty="0" smtClean="0">
            <a:ln>
              <a:noFill/>
            </a:ln>
            <a:solidFill>
              <a:prstClr val="black"/>
            </a:solidFill>
            <a:effectLst/>
            <a:uLnTx/>
            <a:uFillTx/>
            <a:latin typeface="Arial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FAU - Technische Fakultät">
  <a:themeElements>
    <a:clrScheme name="FAU - Grau">
      <a:dk1>
        <a:sysClr val="windowText" lastClr="000000"/>
      </a:dk1>
      <a:lt1>
        <a:srgbClr val="FFFFFF"/>
      </a:lt1>
      <a:dk2>
        <a:srgbClr val="8C9FB1"/>
      </a:dk2>
      <a:lt2>
        <a:srgbClr val="FFFFFF"/>
      </a:lt2>
      <a:accent1>
        <a:srgbClr val="7F7F7F"/>
      </a:accent1>
      <a:accent2>
        <a:srgbClr val="204251"/>
      </a:accent2>
      <a:accent3>
        <a:srgbClr val="2F586E"/>
      </a:accent3>
      <a:accent4>
        <a:srgbClr val="8C9FB1"/>
      </a:accent4>
      <a:accent5>
        <a:srgbClr val="C2D0DC"/>
      </a:accent5>
      <a:accent6>
        <a:srgbClr val="C7C7C7"/>
      </a:accent6>
      <a:hlink>
        <a:srgbClr val="2F586E"/>
      </a:hlink>
      <a:folHlink>
        <a:srgbClr val="000000"/>
      </a:folHlink>
    </a:clrScheme>
    <a:fontScheme name="FA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/>
        </a:solidFill>
        <a:ln>
          <a:noFill/>
        </a:ln>
      </a:spPr>
      <a:bodyPr lIns="180000" tIns="180000" rIns="180000" bIns="180000" rtlCol="0" anchor="ctr"/>
      <a:lstStyle>
        <a:defPPr marL="0" marR="0" indent="0" algn="ctr" defTabSz="914400" rtl="0" eaLnBrk="1" fontAlgn="auto" latinLnBrk="0" hangingPunct="1">
          <a:lnSpc>
            <a:spcPct val="110000"/>
          </a:lnSpc>
          <a:spcBef>
            <a:spcPts val="0"/>
          </a:spcBef>
          <a:spcAft>
            <a:spcPts val="1200"/>
          </a:spcAft>
          <a:buClrTx/>
          <a:buSzTx/>
          <a:buFont typeface="Arial" panose="020B0604020202020204" pitchFamily="34" charset="0"/>
          <a:buNone/>
          <a:tabLst/>
          <a:defRPr kumimoji="0" sz="1600" b="0" i="0" u="none" strike="noStrike" kern="1200" cap="none" spc="0" normalizeH="0" baseline="0" noProof="0" dirty="0" smtClean="0">
            <a:ln>
              <a:noFill/>
            </a:ln>
            <a:solidFill>
              <a:schemeClr val="tx1"/>
            </a:solidFill>
            <a:effectLst/>
            <a:uLnTx/>
            <a:uFillTx/>
            <a:latin typeface="Arial"/>
            <a:ea typeface="+mn-ea"/>
            <a:cs typeface="+mn-cs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6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0" marR="0" indent="0" algn="l" defTabSz="914400" rtl="0" eaLnBrk="1" fontAlgn="auto" latinLnBrk="0" hangingPunct="1">
          <a:lnSpc>
            <a:spcPct val="110000"/>
          </a:lnSpc>
          <a:spcBef>
            <a:spcPts val="0"/>
          </a:spcBef>
          <a:spcAft>
            <a:spcPts val="1200"/>
          </a:spcAft>
          <a:buClrTx/>
          <a:buSzTx/>
          <a:buFont typeface="Arial" panose="020B0604020202020204" pitchFamily="34" charset="0"/>
          <a:buNone/>
          <a:tabLst/>
          <a:defRPr kumimoji="0" sz="1600" b="0" i="0" u="none" strike="noStrike" kern="1200" cap="none" spc="0" normalizeH="0" baseline="0" noProof="0" dirty="0" smtClean="0">
            <a:ln>
              <a:noFill/>
            </a:ln>
            <a:solidFill>
              <a:prstClr val="black"/>
            </a:solidFill>
            <a:effectLst/>
            <a:uLnTx/>
            <a:uFillTx/>
            <a:latin typeface="Arial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7C64748B88E4F4A81E78C320064AA18" ma:contentTypeVersion="13" ma:contentTypeDescription="Ein neues Dokument erstellen." ma:contentTypeScope="" ma:versionID="7d7fe78eff81fbacf66dc0ff6aeec5a3">
  <xsd:schema xmlns:xsd="http://www.w3.org/2001/XMLSchema" xmlns:xs="http://www.w3.org/2001/XMLSchema" xmlns:p="http://schemas.microsoft.com/office/2006/metadata/properties" xmlns:ns2="e1a9e197-d112-4abb-aa0c-4ed035d690a3" xmlns:ns3="5d4c14f1-5e26-4315-944b-e10ebb29e5be" targetNamespace="http://schemas.microsoft.com/office/2006/metadata/properties" ma:root="true" ma:fieldsID="798e591f6d3205a21a5c8f3fdff7cfef" ns2:_="" ns3:_="">
    <xsd:import namespace="e1a9e197-d112-4abb-aa0c-4ed035d690a3"/>
    <xsd:import namespace="5d4c14f1-5e26-4315-944b-e10ebb29e5b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a9e197-d112-4abb-aa0c-4ed035d690a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4c14f1-5e26-4315-944b-e10ebb29e5b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457329C-FB5F-4A4D-B331-82D30E9A743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C1A7FE3-81F7-4596-A188-3EE8D4188E1F}">
  <ds:schemaRefs>
    <ds:schemaRef ds:uri="http://www.w3.org/XML/1998/namespace"/>
    <ds:schemaRef ds:uri="http://schemas.microsoft.com/office/2006/metadata/properties"/>
    <ds:schemaRef ds:uri="http://schemas.microsoft.com/office/2006/documentManagement/types"/>
    <ds:schemaRef ds:uri="fb85ab14-7e8c-4c52-9b70-946b4c29b102"/>
    <ds:schemaRef ds:uri="http://purl.org/dc/dcmitype/"/>
    <ds:schemaRef ds:uri="http://schemas.microsoft.com/office/infopath/2007/PartnerControls"/>
    <ds:schemaRef ds:uri="http://purl.org/dc/terms/"/>
    <ds:schemaRef ds:uri="http://purl.org/dc/elements/1.1/"/>
    <ds:schemaRef ds:uri="http://schemas.openxmlformats.org/package/2006/metadata/core-properties"/>
    <ds:schemaRef ds:uri="484bbf3a-33cc-4cbe-8ce2-0ccc6fd65326"/>
  </ds:schemaRefs>
</ds:datastoreItem>
</file>

<file path=customXml/itemProps3.xml><?xml version="1.0" encoding="utf-8"?>
<ds:datastoreItem xmlns:ds="http://schemas.openxmlformats.org/officeDocument/2006/customXml" ds:itemID="{CDFBE955-EBBF-441B-94AE-DC551CE16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1a9e197-d112-4abb-aa0c-4ed035d690a3"/>
    <ds:schemaRef ds:uri="5d4c14f1-5e26-4315-944b-e10ebb29e5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879</Words>
  <Application>Microsoft Office PowerPoint</Application>
  <PresentationFormat>Breitbild</PresentationFormat>
  <Paragraphs>334</Paragraphs>
  <Slides>14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5</vt:i4>
      </vt:variant>
      <vt:variant>
        <vt:lpstr>Folientitel</vt:lpstr>
      </vt:variant>
      <vt:variant>
        <vt:i4>14</vt:i4>
      </vt:variant>
    </vt:vector>
  </HeadingPairs>
  <TitlesOfParts>
    <vt:vector size="23" baseType="lpstr">
      <vt:lpstr>Arial</vt:lpstr>
      <vt:lpstr>Calibri</vt:lpstr>
      <vt:lpstr>Cambria Math</vt:lpstr>
      <vt:lpstr>Symbol</vt:lpstr>
      <vt:lpstr>FAU - Philosophische Fakultät und Fachbereich Theologie</vt:lpstr>
      <vt:lpstr>FAU - Rechts- und Wirtschaftswissenschaftliche Fakultät</vt:lpstr>
      <vt:lpstr>FAU - Medizinische Fakultät</vt:lpstr>
      <vt:lpstr>FAU - Naturwissenschaftliche Fakultät</vt:lpstr>
      <vt:lpstr>FAU - Technische Fakultät</vt:lpstr>
      <vt:lpstr>PowerPoint-Präsentation</vt:lpstr>
      <vt:lpstr>PowerPoint-Präsentation</vt:lpstr>
      <vt:lpstr>PowerPoint-Präsentation</vt:lpstr>
      <vt:lpstr>Generator 1</vt:lpstr>
      <vt:lpstr>Discriminator</vt:lpstr>
      <vt:lpstr>Unet</vt:lpstr>
      <vt:lpstr>Unet - Fourier</vt:lpstr>
      <vt:lpstr>Unet - Wavelet</vt:lpstr>
      <vt:lpstr>LSTM</vt:lpstr>
      <vt:lpstr>Vielleicht noch Abbildung zu entstehung von lstm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Willkommen</dc:title>
  <dc:creator>Julia Gutschmidt</dc:creator>
  <cp:lastModifiedBy>Kloos, Janina</cp:lastModifiedBy>
  <cp:revision>139</cp:revision>
  <dcterms:created xsi:type="dcterms:W3CDTF">2021-11-18T07:49:57Z</dcterms:created>
  <dcterms:modified xsi:type="dcterms:W3CDTF">2024-06-09T14:22:09Z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0x010100B7C64748B88E4F4A81E78C320064AA18</vt:lpwstr>
  </property>
</Properties>
</file>